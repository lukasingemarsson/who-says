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72"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y="6858000" cx="12192000"/>
  <p:notesSz cx="6858000" cy="9144000"/>
  <p:embeddedFontLst>
    <p:embeddedFont>
      <p:font typeface="Bebas Neue"/>
      <p:regular r:id="rId41"/>
    </p:embeddedFont>
    <p:embeddedFont>
      <p:font typeface="Epilogue"/>
      <p:regular r:id="rId42"/>
      <p:bold r:id="rId43"/>
      <p:italic r:id="rId44"/>
      <p:boldItalic r:id="rId45"/>
    </p:embeddedFont>
    <p:embeddedFont>
      <p:font typeface="PT Sans"/>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4" roundtripDataSignature="AMtx7mjzatS2Keg9+WIotlzvi/x+TS2b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font" Target="fonts/Epilogue-regular.fntdata"/><Relationship Id="rId41" Type="http://schemas.openxmlformats.org/officeDocument/2006/relationships/font" Target="fonts/BebasNeue-regular.fntdata"/><Relationship Id="rId44" Type="http://schemas.openxmlformats.org/officeDocument/2006/relationships/font" Target="fonts/Epilogue-italic.fntdata"/><Relationship Id="rId43" Type="http://schemas.openxmlformats.org/officeDocument/2006/relationships/font" Target="fonts/Epilogue-bold.fntdata"/><Relationship Id="rId46" Type="http://schemas.openxmlformats.org/officeDocument/2006/relationships/font" Target="fonts/PTSans-regular.fntdata"/><Relationship Id="rId45" Type="http://schemas.openxmlformats.org/officeDocument/2006/relationships/font" Target="fonts/Epilogue-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PTSans-italic.fntdata"/><Relationship Id="rId47" Type="http://schemas.openxmlformats.org/officeDocument/2006/relationships/font" Target="fonts/PTSans-bold.fntdata"/><Relationship Id="rId49" Type="http://schemas.openxmlformats.org/officeDocument/2006/relationships/font" Target="fonts/PT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9181ba8852_1_1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39181ba8852_1_13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Gor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9181ba8852_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39181ba8852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Gor</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8" name="Shape 1438"/>
        <p:cNvGrpSpPr/>
        <p:nvPr/>
      </p:nvGrpSpPr>
      <p:grpSpPr>
        <a:xfrm>
          <a:off x="0" y="0"/>
          <a:ext cx="0" cy="0"/>
          <a:chOff x="0" y="0"/>
          <a:chExt cx="0" cy="0"/>
        </a:xfrm>
      </p:grpSpPr>
      <p:sp>
        <p:nvSpPr>
          <p:cNvPr id="1439" name="Google Shape;1439;g39181ba8852_8_3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0" name="Google Shape;1440;g39181ba8852_8_3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Gor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2" name="Shape 1522"/>
        <p:cNvGrpSpPr/>
        <p:nvPr/>
      </p:nvGrpSpPr>
      <p:grpSpPr>
        <a:xfrm>
          <a:off x="0" y="0"/>
          <a:ext cx="0" cy="0"/>
          <a:chOff x="0" y="0"/>
          <a:chExt cx="0" cy="0"/>
        </a:xfrm>
      </p:grpSpPr>
      <p:sp>
        <p:nvSpPr>
          <p:cNvPr id="1523" name="Google Shape;1523;g39181ba8852_8_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4" name="Google Shape;1524;g39181ba8852_8_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Kalle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3" name="Shape 1623"/>
        <p:cNvGrpSpPr/>
        <p:nvPr/>
      </p:nvGrpSpPr>
      <p:grpSpPr>
        <a:xfrm>
          <a:off x="0" y="0"/>
          <a:ext cx="0" cy="0"/>
          <a:chOff x="0" y="0"/>
          <a:chExt cx="0" cy="0"/>
        </a:xfrm>
      </p:grpSpPr>
      <p:sp>
        <p:nvSpPr>
          <p:cNvPr id="1624" name="Google Shape;162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Kalle</a:t>
            </a:r>
            <a:endParaRPr/>
          </a:p>
        </p:txBody>
      </p:sp>
      <p:sp>
        <p:nvSpPr>
          <p:cNvPr id="1625" name="Google Shape;162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9" name="Shape 1629"/>
        <p:cNvGrpSpPr/>
        <p:nvPr/>
      </p:nvGrpSpPr>
      <p:grpSpPr>
        <a:xfrm>
          <a:off x="0" y="0"/>
          <a:ext cx="0" cy="0"/>
          <a:chOff x="0" y="0"/>
          <a:chExt cx="0" cy="0"/>
        </a:xfrm>
      </p:grpSpPr>
      <p:sp>
        <p:nvSpPr>
          <p:cNvPr id="1630" name="Google Shape;1630;g39181ba8852_8_2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Kalle</a:t>
            </a:r>
            <a:endParaRPr/>
          </a:p>
        </p:txBody>
      </p:sp>
      <p:sp>
        <p:nvSpPr>
          <p:cNvPr id="1631" name="Google Shape;1631;g39181ba8852_8_22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5" name="Shape 1635"/>
        <p:cNvGrpSpPr/>
        <p:nvPr/>
      </p:nvGrpSpPr>
      <p:grpSpPr>
        <a:xfrm>
          <a:off x="0" y="0"/>
          <a:ext cx="0" cy="0"/>
          <a:chOff x="0" y="0"/>
          <a:chExt cx="0" cy="0"/>
        </a:xfrm>
      </p:grpSpPr>
      <p:sp>
        <p:nvSpPr>
          <p:cNvPr id="1636" name="Google Shape;1636;g39181ba8852_8_1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7" name="Google Shape;1637;g39181ba8852_8_1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Mårten</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US"/>
              <a:t>After preprocess we run Speaker Segmentation that consists of 3 main components, Voice Activity Detection, Speaker Change Detection and Speaker Overlap Detection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3" name="Shape 1723"/>
        <p:cNvGrpSpPr/>
        <p:nvPr/>
      </p:nvGrpSpPr>
      <p:grpSpPr>
        <a:xfrm>
          <a:off x="0" y="0"/>
          <a:ext cx="0" cy="0"/>
          <a:chOff x="0" y="0"/>
          <a:chExt cx="0" cy="0"/>
        </a:xfrm>
      </p:grpSpPr>
      <p:sp>
        <p:nvSpPr>
          <p:cNvPr id="1724" name="Google Shape;17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Abbas</a:t>
            </a:r>
            <a:endParaRPr/>
          </a:p>
        </p:txBody>
      </p:sp>
      <p:sp>
        <p:nvSpPr>
          <p:cNvPr id="1725" name="Google Shape;17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1" name="Shape 1731"/>
        <p:cNvGrpSpPr/>
        <p:nvPr/>
      </p:nvGrpSpPr>
      <p:grpSpPr>
        <a:xfrm>
          <a:off x="0" y="0"/>
          <a:ext cx="0" cy="0"/>
          <a:chOff x="0" y="0"/>
          <a:chExt cx="0" cy="0"/>
        </a:xfrm>
      </p:grpSpPr>
      <p:sp>
        <p:nvSpPr>
          <p:cNvPr id="1732" name="Google Shape;173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Mårten</a:t>
            </a:r>
            <a:endParaRPr/>
          </a:p>
          <a:p>
            <a:pPr indent="0" lvl="0" marL="0" rtl="0" algn="l">
              <a:spcBef>
                <a:spcPts val="0"/>
              </a:spcBef>
              <a:spcAft>
                <a:spcPts val="0"/>
              </a:spcAft>
              <a:buNone/>
            </a:pPr>
            <a:r>
              <a:rPr lang="en-US"/>
              <a:t>An important component of meeting diarization is handling moments when two or more </a:t>
            </a:r>
            <a:r>
              <a:rPr lang="en-US"/>
              <a:t>people talk simultaneously. This is where Speaker Overlap Detection (SOD) comes in, it identifies regions in the audio where overlap occurs. Once detected, Speaker Overlap Seperation (SOS) splits those regions into separate sources, allowing us to run ASR and Speaker Recognition on each speaker individually.</a:t>
            </a:r>
            <a:endParaRPr/>
          </a:p>
        </p:txBody>
      </p:sp>
      <p:sp>
        <p:nvSpPr>
          <p:cNvPr id="1733" name="Google Shape;173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0" name="Shape 1740"/>
        <p:cNvGrpSpPr/>
        <p:nvPr/>
      </p:nvGrpSpPr>
      <p:grpSpPr>
        <a:xfrm>
          <a:off x="0" y="0"/>
          <a:ext cx="0" cy="0"/>
          <a:chOff x="0" y="0"/>
          <a:chExt cx="0" cy="0"/>
        </a:xfrm>
      </p:grpSpPr>
      <p:sp>
        <p:nvSpPr>
          <p:cNvPr id="1741" name="Google Shape;17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Mårten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Speaker Change Point Detection (SCD) identifies when one speaker stops and another begins. These transition points segment </a:t>
            </a:r>
            <a:r>
              <a:rPr lang="en-US"/>
              <a:t>audio</a:t>
            </a:r>
            <a:r>
              <a:rPr lang="en-US"/>
              <a:t> into single speaker regions. Its in-order to </a:t>
            </a:r>
            <a:r>
              <a:rPr lang="en-US"/>
              <a:t>improve ASR and Speaker Recognition.</a:t>
            </a:r>
            <a:endParaRPr/>
          </a:p>
        </p:txBody>
      </p:sp>
      <p:sp>
        <p:nvSpPr>
          <p:cNvPr id="1742" name="Google Shape;17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8" name="Shape 1748"/>
        <p:cNvGrpSpPr/>
        <p:nvPr/>
      </p:nvGrpSpPr>
      <p:grpSpPr>
        <a:xfrm>
          <a:off x="0" y="0"/>
          <a:ext cx="0" cy="0"/>
          <a:chOff x="0" y="0"/>
          <a:chExt cx="0" cy="0"/>
        </a:xfrm>
      </p:grpSpPr>
      <p:sp>
        <p:nvSpPr>
          <p:cNvPr id="1749" name="Google Shape;1749;g39181ba8852_8_2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0" name="Google Shape;1750;g39181ba8852_8_2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Lukas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6" name="Shape 1836"/>
        <p:cNvGrpSpPr/>
        <p:nvPr/>
      </p:nvGrpSpPr>
      <p:grpSpPr>
        <a:xfrm>
          <a:off x="0" y="0"/>
          <a:ext cx="0" cy="0"/>
          <a:chOff x="0" y="0"/>
          <a:chExt cx="0" cy="0"/>
        </a:xfrm>
      </p:grpSpPr>
      <p:sp>
        <p:nvSpPr>
          <p:cNvPr id="1837" name="Google Shape;18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Lukas</a:t>
            </a:r>
            <a:endParaRPr/>
          </a:p>
        </p:txBody>
      </p:sp>
      <p:sp>
        <p:nvSpPr>
          <p:cNvPr id="1838" name="Google Shape;18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4" name="Shape 1844"/>
        <p:cNvGrpSpPr/>
        <p:nvPr/>
      </p:nvGrpSpPr>
      <p:grpSpPr>
        <a:xfrm>
          <a:off x="0" y="0"/>
          <a:ext cx="0" cy="0"/>
          <a:chOff x="0" y="0"/>
          <a:chExt cx="0" cy="0"/>
        </a:xfrm>
      </p:grpSpPr>
      <p:sp>
        <p:nvSpPr>
          <p:cNvPr id="1845" name="Google Shape;184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Lukas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(tänkte att denna skulle kunna vara kvar även om vi ej använder clustering, främst för att förklara idén och varför vi i slutändan ej behövde använda det)</a:t>
            </a:r>
            <a:endParaRPr>
              <a:solidFill>
                <a:schemeClr val="dk1"/>
              </a:solidFill>
            </a:endParaRPr>
          </a:p>
        </p:txBody>
      </p:sp>
      <p:sp>
        <p:nvSpPr>
          <p:cNvPr id="1846" name="Google Shape;184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a:solidFill>
                  <a:schemeClr val="dk1"/>
                </a:solidFill>
              </a:rPr>
              <a:t>Lukas</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Kan korta ner om det önskas (är ganska mkt text nu, ik)</a:t>
            </a:r>
            <a:endParaRPr>
              <a:solidFill>
                <a:schemeClr val="dk1"/>
              </a:solidFill>
            </a:endParaRPr>
          </a:p>
        </p:txBody>
      </p:sp>
      <p:sp>
        <p:nvSpPr>
          <p:cNvPr id="1854" name="Google Shape;185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0" name="Shape 1860"/>
        <p:cNvGrpSpPr/>
        <p:nvPr/>
      </p:nvGrpSpPr>
      <p:grpSpPr>
        <a:xfrm>
          <a:off x="0" y="0"/>
          <a:ext cx="0" cy="0"/>
          <a:chOff x="0" y="0"/>
          <a:chExt cx="0" cy="0"/>
        </a:xfrm>
      </p:grpSpPr>
      <p:sp>
        <p:nvSpPr>
          <p:cNvPr id="1861" name="Google Shape;1861;g39181ba8852_8_23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2" name="Google Shape;1862;g39181ba8852_8_23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Johan</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6" name="Shape 1946"/>
        <p:cNvGrpSpPr/>
        <p:nvPr/>
      </p:nvGrpSpPr>
      <p:grpSpPr>
        <a:xfrm>
          <a:off x="0" y="0"/>
          <a:ext cx="0" cy="0"/>
          <a:chOff x="0" y="0"/>
          <a:chExt cx="0" cy="0"/>
        </a:xfrm>
      </p:grpSpPr>
      <p:sp>
        <p:nvSpPr>
          <p:cNvPr id="1947" name="Google Shape;194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Johan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48" name="Google Shape;194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4" name="Shape 1954"/>
        <p:cNvGrpSpPr/>
        <p:nvPr/>
      </p:nvGrpSpPr>
      <p:grpSpPr>
        <a:xfrm>
          <a:off x="0" y="0"/>
          <a:ext cx="0" cy="0"/>
          <a:chOff x="0" y="0"/>
          <a:chExt cx="0" cy="0"/>
        </a:xfrm>
      </p:grpSpPr>
      <p:sp>
        <p:nvSpPr>
          <p:cNvPr id="1955" name="Google Shape;1955;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Gor</a:t>
            </a:r>
            <a:endParaRPr/>
          </a:p>
        </p:txBody>
      </p:sp>
      <p:sp>
        <p:nvSpPr>
          <p:cNvPr id="1956" name="Google Shape;195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2" name="Shape 1962"/>
        <p:cNvGrpSpPr/>
        <p:nvPr/>
      </p:nvGrpSpPr>
      <p:grpSpPr>
        <a:xfrm>
          <a:off x="0" y="0"/>
          <a:ext cx="0" cy="0"/>
          <a:chOff x="0" y="0"/>
          <a:chExt cx="0" cy="0"/>
        </a:xfrm>
      </p:grpSpPr>
      <p:sp>
        <p:nvSpPr>
          <p:cNvPr id="1963" name="Google Shape;1963;g39181ba8852_8_3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4" name="Google Shape;1964;g39181ba8852_8_3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Mårten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3" name="Shape 2063"/>
        <p:cNvGrpSpPr/>
        <p:nvPr/>
      </p:nvGrpSpPr>
      <p:grpSpPr>
        <a:xfrm>
          <a:off x="0" y="0"/>
          <a:ext cx="0" cy="0"/>
          <a:chOff x="0" y="0"/>
          <a:chExt cx="0" cy="0"/>
        </a:xfrm>
      </p:grpSpPr>
      <p:sp>
        <p:nvSpPr>
          <p:cNvPr id="2064" name="Google Shape;2064;g39181ba8852_8_3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Abbas</a:t>
            </a:r>
            <a:endParaRPr/>
          </a:p>
        </p:txBody>
      </p:sp>
      <p:sp>
        <p:nvSpPr>
          <p:cNvPr id="2065" name="Google Shape;2065;g39181ba8852_8_39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2" name="Shape 2102"/>
        <p:cNvGrpSpPr/>
        <p:nvPr/>
      </p:nvGrpSpPr>
      <p:grpSpPr>
        <a:xfrm>
          <a:off x="0" y="0"/>
          <a:ext cx="0" cy="0"/>
          <a:chOff x="0" y="0"/>
          <a:chExt cx="0" cy="0"/>
        </a:xfrm>
      </p:grpSpPr>
      <p:sp>
        <p:nvSpPr>
          <p:cNvPr id="2103" name="Google Shape;2103;g39181ba8852_8_39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Mårten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is comparison between two different models that were selected for speaker change detection. As we can see the NeMo Sortformer </a:t>
            </a:r>
            <a:r>
              <a:rPr lang="en-US"/>
              <a:t>outperforms</a:t>
            </a:r>
            <a:r>
              <a:rPr lang="en-US"/>
              <a:t> Pyannote, although </a:t>
            </a:r>
            <a:r>
              <a:rPr lang="en-US"/>
              <a:t>being 4x times slower. The metric is calculated frame by frame and using binary classification if there is a new speaker or not.</a:t>
            </a:r>
            <a:endParaRPr/>
          </a:p>
        </p:txBody>
      </p:sp>
      <p:sp>
        <p:nvSpPr>
          <p:cNvPr id="2104" name="Google Shape;2104;g39181ba8852_8_39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1" name="Shape 2141"/>
        <p:cNvGrpSpPr/>
        <p:nvPr/>
      </p:nvGrpSpPr>
      <p:grpSpPr>
        <a:xfrm>
          <a:off x="0" y="0"/>
          <a:ext cx="0" cy="0"/>
          <a:chOff x="0" y="0"/>
          <a:chExt cx="0" cy="0"/>
        </a:xfrm>
      </p:grpSpPr>
      <p:sp>
        <p:nvSpPr>
          <p:cNvPr id="2142" name="Google Shape;2142;g39181ba8852_8_3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Mårten</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Here is comparison between two different models that were selected for speaker overlap detection. As we can see the Pyannote outperforms Nemo, but the microsoft/wavlm-base-plus-sd model outperforms pyannote. The metric is calculated frame by frame and using binary classification if there is a new speaker or not. Looking at the metrics is that is worse on finding overlap (recall), but when it finds it, it is often correct. </a:t>
            </a:r>
            <a:endParaRPr/>
          </a:p>
        </p:txBody>
      </p:sp>
      <p:sp>
        <p:nvSpPr>
          <p:cNvPr id="2143" name="Google Shape;2143;g39181ba8852_8_39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7" name="Shape 2147"/>
        <p:cNvGrpSpPr/>
        <p:nvPr/>
      </p:nvGrpSpPr>
      <p:grpSpPr>
        <a:xfrm>
          <a:off x="0" y="0"/>
          <a:ext cx="0" cy="0"/>
          <a:chOff x="0" y="0"/>
          <a:chExt cx="0" cy="0"/>
        </a:xfrm>
      </p:grpSpPr>
      <p:sp>
        <p:nvSpPr>
          <p:cNvPr id="2148" name="Google Shape;2148;g39181ba8852_8_47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Mårten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we can see a comparison between Pyannote and SpeechBrain models. As I said earlier the goal is to </a:t>
            </a:r>
            <a:r>
              <a:rPr lang="en-US"/>
              <a:t>separate</a:t>
            </a:r>
            <a:r>
              <a:rPr lang="en-US"/>
              <a:t> overlapped segments into 2 different segments. SI-SDR shows how well the true audio for speaker is </a:t>
            </a:r>
            <a:r>
              <a:rPr lang="en-US"/>
              <a:t>separated</a:t>
            </a:r>
            <a:r>
              <a:rPr lang="en-US"/>
              <a:t> out from overlapped. It measure how much of the estimation is close to the actua output, meaning that higher dB is better.</a:t>
            </a:r>
            <a:endParaRPr/>
          </a:p>
        </p:txBody>
      </p:sp>
      <p:sp>
        <p:nvSpPr>
          <p:cNvPr id="2149" name="Google Shape;2149;g39181ba8852_8_47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g39181ba8852_8_39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Johan</a:t>
            </a:r>
            <a:br>
              <a:rPr lang="en-US"/>
            </a:br>
            <a:br>
              <a:rPr lang="en-US"/>
            </a:br>
            <a:r>
              <a:rPr lang="en-US"/>
              <a:t>Highlight that while WER is quite similar for all models, small and medium outperform two of the large models.</a:t>
            </a:r>
            <a:endParaRPr/>
          </a:p>
        </p:txBody>
      </p:sp>
      <p:sp>
        <p:nvSpPr>
          <p:cNvPr id="2156" name="Google Shape;2156;g39181ba8852_8_39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2" name="Shape 2172"/>
        <p:cNvGrpSpPr/>
        <p:nvPr/>
      </p:nvGrpSpPr>
      <p:grpSpPr>
        <a:xfrm>
          <a:off x="0" y="0"/>
          <a:ext cx="0" cy="0"/>
          <a:chOff x="0" y="0"/>
          <a:chExt cx="0" cy="0"/>
        </a:xfrm>
      </p:grpSpPr>
      <p:sp>
        <p:nvSpPr>
          <p:cNvPr id="2173" name="Google Shape;217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Johan</a:t>
            </a:r>
            <a:endParaRPr/>
          </a:p>
        </p:txBody>
      </p:sp>
      <p:sp>
        <p:nvSpPr>
          <p:cNvPr id="2174" name="Google Shape;2174;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8" name="Shape 2198"/>
        <p:cNvGrpSpPr/>
        <p:nvPr/>
      </p:nvGrpSpPr>
      <p:grpSpPr>
        <a:xfrm>
          <a:off x="0" y="0"/>
          <a:ext cx="0" cy="0"/>
          <a:chOff x="0" y="0"/>
          <a:chExt cx="0" cy="0"/>
        </a:xfrm>
      </p:grpSpPr>
      <p:sp>
        <p:nvSpPr>
          <p:cNvPr id="2199" name="Google Shape;2199;g3a6e511577b_2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00" name="Google Shape;2200;g3a6e511577b_2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(Lukas)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3" name="Shape 2213"/>
        <p:cNvGrpSpPr/>
        <p:nvPr/>
      </p:nvGrpSpPr>
      <p:grpSpPr>
        <a:xfrm>
          <a:off x="0" y="0"/>
          <a:ext cx="0" cy="0"/>
          <a:chOff x="0" y="0"/>
          <a:chExt cx="0" cy="0"/>
        </a:xfrm>
      </p:grpSpPr>
      <p:sp>
        <p:nvSpPr>
          <p:cNvPr id="2214" name="Google Shape;2214;g3a6e511577b_2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5" name="Google Shape;2215;g3a6e511577b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(Lukas)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9" name="Shape 2229"/>
        <p:cNvGrpSpPr/>
        <p:nvPr/>
      </p:nvGrpSpPr>
      <p:grpSpPr>
        <a:xfrm>
          <a:off x="0" y="0"/>
          <a:ext cx="0" cy="0"/>
          <a:chOff x="0" y="0"/>
          <a:chExt cx="0" cy="0"/>
        </a:xfrm>
      </p:grpSpPr>
      <p:sp>
        <p:nvSpPr>
          <p:cNvPr id="2230" name="Google Shape;2230;g39181ba8852_8_4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Lukas</a:t>
            </a:r>
            <a:endParaRPr/>
          </a:p>
          <a:p>
            <a:pPr indent="0" lvl="0" marL="0" rtl="0" algn="l">
              <a:spcBef>
                <a:spcPts val="0"/>
              </a:spcBef>
              <a:spcAft>
                <a:spcPts val="0"/>
              </a:spcAft>
              <a:buNone/>
            </a:pPr>
            <a:r>
              <a:t/>
            </a:r>
            <a:endParaRPr/>
          </a:p>
        </p:txBody>
      </p:sp>
      <p:sp>
        <p:nvSpPr>
          <p:cNvPr id="2231" name="Google Shape;2231;g39181ba8852_8_48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5" name="Shape 2235"/>
        <p:cNvGrpSpPr/>
        <p:nvPr/>
      </p:nvGrpSpPr>
      <p:grpSpPr>
        <a:xfrm>
          <a:off x="0" y="0"/>
          <a:ext cx="0" cy="0"/>
          <a:chOff x="0" y="0"/>
          <a:chExt cx="0" cy="0"/>
        </a:xfrm>
      </p:grpSpPr>
      <p:sp>
        <p:nvSpPr>
          <p:cNvPr id="2236" name="Google Shape;2236;g3a6e511577b_2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Lukas</a:t>
            </a:r>
            <a:endParaRPr/>
          </a:p>
          <a:p>
            <a:pPr indent="0" lvl="0" marL="0" rtl="0" algn="l">
              <a:spcBef>
                <a:spcPts val="0"/>
              </a:spcBef>
              <a:spcAft>
                <a:spcPts val="0"/>
              </a:spcAft>
              <a:buNone/>
            </a:pPr>
            <a:r>
              <a:t/>
            </a:r>
            <a:endParaRPr/>
          </a:p>
        </p:txBody>
      </p:sp>
      <p:sp>
        <p:nvSpPr>
          <p:cNvPr id="2237" name="Google Shape;2237;g3a6e511577b_2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5" name="Shape 2255"/>
        <p:cNvGrpSpPr/>
        <p:nvPr/>
      </p:nvGrpSpPr>
      <p:grpSpPr>
        <a:xfrm>
          <a:off x="0" y="0"/>
          <a:ext cx="0" cy="0"/>
          <a:chOff x="0" y="0"/>
          <a:chExt cx="0" cy="0"/>
        </a:xfrm>
      </p:grpSpPr>
      <p:sp>
        <p:nvSpPr>
          <p:cNvPr id="2256" name="Google Shape;225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Kalle</a:t>
            </a:r>
            <a:endParaRPr/>
          </a:p>
        </p:txBody>
      </p:sp>
      <p:sp>
        <p:nvSpPr>
          <p:cNvPr id="2257" name="Google Shape;225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3" name="Shape 2273"/>
        <p:cNvGrpSpPr/>
        <p:nvPr/>
      </p:nvGrpSpPr>
      <p:grpSpPr>
        <a:xfrm>
          <a:off x="0" y="0"/>
          <a:ext cx="0" cy="0"/>
          <a:chOff x="0" y="0"/>
          <a:chExt cx="0" cy="0"/>
        </a:xfrm>
      </p:grpSpPr>
      <p:sp>
        <p:nvSpPr>
          <p:cNvPr id="2274" name="Google Shape;2274;g39181ba8852_8_39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Kalle</a:t>
            </a:r>
            <a:endParaRPr/>
          </a:p>
        </p:txBody>
      </p:sp>
      <p:sp>
        <p:nvSpPr>
          <p:cNvPr id="2275" name="Google Shape;2275;g39181ba8852_8_39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9" name="Shape 2299"/>
        <p:cNvGrpSpPr/>
        <p:nvPr/>
      </p:nvGrpSpPr>
      <p:grpSpPr>
        <a:xfrm>
          <a:off x="0" y="0"/>
          <a:ext cx="0" cy="0"/>
          <a:chOff x="0" y="0"/>
          <a:chExt cx="0" cy="0"/>
        </a:xfrm>
      </p:grpSpPr>
      <p:sp>
        <p:nvSpPr>
          <p:cNvPr id="2300" name="Google Shape;2300;g391c3ded9ea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1" name="Google Shape;2301;g391c3ded9ea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6" name="Shape 2306"/>
        <p:cNvGrpSpPr/>
        <p:nvPr/>
      </p:nvGrpSpPr>
      <p:grpSpPr>
        <a:xfrm>
          <a:off x="0" y="0"/>
          <a:ext cx="0" cy="0"/>
          <a:chOff x="0" y="0"/>
          <a:chExt cx="0" cy="0"/>
        </a:xfrm>
      </p:grpSpPr>
      <p:sp>
        <p:nvSpPr>
          <p:cNvPr id="2307" name="Google Shape;2307;g3b061fd425b_0_4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08" name="Google Shape;2308;g3b061fd425b_0_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Oscar</a:t>
            </a:r>
            <a:endParaRPr/>
          </a:p>
          <a:p>
            <a:pPr indent="-292100" lvl="0" marL="609600" rtl="0" algn="l">
              <a:lnSpc>
                <a:spcPct val="115000"/>
              </a:lnSpc>
              <a:spcBef>
                <a:spcPts val="200"/>
              </a:spcBef>
              <a:spcAft>
                <a:spcPts val="0"/>
              </a:spcAft>
              <a:buClr>
                <a:schemeClr val="dk1"/>
              </a:buClr>
              <a:buSzPts val="1000"/>
              <a:buChar char="●"/>
            </a:pPr>
            <a:r>
              <a:rPr lang="en-US" sz="1000">
                <a:solidFill>
                  <a:schemeClr val="dk1"/>
                </a:solidFill>
              </a:rPr>
              <a:t>a per‑session ASR buffer (so we can do incremental transcription with a cursor),</a:t>
            </a:r>
            <a:endParaRPr sz="1000">
              <a:solidFill>
                <a:schemeClr val="dk1"/>
              </a:solidFill>
            </a:endParaRPr>
          </a:p>
          <a:p>
            <a:pPr indent="-292100" lvl="0" marL="609600" rtl="0" algn="l">
              <a:lnSpc>
                <a:spcPct val="115000"/>
              </a:lnSpc>
              <a:spcBef>
                <a:spcPts val="0"/>
              </a:spcBef>
              <a:spcAft>
                <a:spcPts val="0"/>
              </a:spcAft>
              <a:buClr>
                <a:schemeClr val="dk1"/>
              </a:buClr>
              <a:buSzPts val="1000"/>
              <a:buChar char="●"/>
            </a:pPr>
            <a:r>
              <a:rPr lang="en-US" sz="1000">
                <a:solidFill>
                  <a:schemeClr val="dk1"/>
                </a:solidFill>
              </a:rPr>
              <a:t>a rolling buffer for VAD context, and a speech buffer that accumulates enough speech to compute a stable speaker embedding,</a:t>
            </a:r>
            <a:endParaRPr sz="1000">
              <a:solidFill>
                <a:schemeClr val="dk1"/>
              </a:solidFill>
            </a:endParaRPr>
          </a:p>
          <a:p>
            <a:pPr indent="-292100" lvl="0" marL="609600" rtl="0" algn="l">
              <a:lnSpc>
                <a:spcPct val="115000"/>
              </a:lnSpc>
              <a:spcBef>
                <a:spcPts val="0"/>
              </a:spcBef>
              <a:spcAft>
                <a:spcPts val="0"/>
              </a:spcAft>
              <a:buClr>
                <a:schemeClr val="dk1"/>
              </a:buClr>
              <a:buSzPts val="1000"/>
              <a:buChar char="●"/>
            </a:pPr>
            <a:r>
              <a:rPr lang="en-US" sz="1000">
                <a:solidFill>
                  <a:schemeClr val="dk1"/>
                </a:solidFill>
              </a:rPr>
              <a:t>plus a per‑session overlap buffer used specifically for overlap detection.</a:t>
            </a:r>
            <a:endParaRPr sz="1000">
              <a:solidFill>
                <a:schemeClr val="dk1"/>
              </a:solidFill>
            </a:endParaRPr>
          </a:p>
          <a:p>
            <a:pPr indent="0" lvl="0" marL="0" rtl="0" algn="l">
              <a:lnSpc>
                <a:spcPct val="115000"/>
              </a:lnSpc>
              <a:spcBef>
                <a:spcPts val="200"/>
              </a:spcBef>
              <a:spcAft>
                <a:spcPts val="0"/>
              </a:spcAft>
              <a:buNone/>
            </a:pPr>
            <a:r>
              <a:t/>
            </a:r>
            <a:endParaRPr sz="1000">
              <a:solidFill>
                <a:schemeClr val="dk1"/>
              </a:solidFill>
            </a:endParaRPr>
          </a:p>
          <a:p>
            <a:pPr indent="0" lvl="0" marL="0" rtl="0" algn="l">
              <a:lnSpc>
                <a:spcPct val="115000"/>
              </a:lnSpc>
              <a:spcBef>
                <a:spcPts val="200"/>
              </a:spcBef>
              <a:spcAft>
                <a:spcPts val="0"/>
              </a:spcAft>
              <a:buNone/>
            </a:pPr>
            <a:r>
              <a:rPr lang="en-US" sz="1000">
                <a:solidFill>
                  <a:schemeClr val="dk1"/>
                </a:solidFill>
              </a:rPr>
              <a:t>Incremental ASR: run asr on new speech only</a:t>
            </a:r>
            <a:endParaRPr sz="1000">
              <a:solidFill>
                <a:schemeClr val="dk1"/>
              </a:solidFill>
            </a:endParaRPr>
          </a:p>
          <a:p>
            <a:pPr indent="0" lvl="0" marL="0" rtl="0" algn="l">
              <a:spcBef>
                <a:spcPts val="20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3" name="Shape 2313"/>
        <p:cNvGrpSpPr/>
        <p:nvPr/>
      </p:nvGrpSpPr>
      <p:grpSpPr>
        <a:xfrm>
          <a:off x="0" y="0"/>
          <a:ext cx="0" cy="0"/>
          <a:chOff x="0" y="0"/>
          <a:chExt cx="0" cy="0"/>
        </a:xfrm>
      </p:grpSpPr>
      <p:sp>
        <p:nvSpPr>
          <p:cNvPr id="2314" name="Google Shape;2314;g3a6e50b7284_0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15" name="Google Shape;2315;g3a6e50b7284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9" name="Shape 2319"/>
        <p:cNvGrpSpPr/>
        <p:nvPr/>
      </p:nvGrpSpPr>
      <p:grpSpPr>
        <a:xfrm>
          <a:off x="0" y="0"/>
          <a:ext cx="0" cy="0"/>
          <a:chOff x="0" y="0"/>
          <a:chExt cx="0" cy="0"/>
        </a:xfrm>
      </p:grpSpPr>
      <p:sp>
        <p:nvSpPr>
          <p:cNvPr id="2320" name="Google Shape;2320;g3a6e50b728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21" name="Google Shape;2321;g3a6e50b72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6" name="Shape 2326"/>
        <p:cNvGrpSpPr/>
        <p:nvPr/>
      </p:nvGrpSpPr>
      <p:grpSpPr>
        <a:xfrm>
          <a:off x="0" y="0"/>
          <a:ext cx="0" cy="0"/>
          <a:chOff x="0" y="0"/>
          <a:chExt cx="0" cy="0"/>
        </a:xfrm>
      </p:grpSpPr>
      <p:sp>
        <p:nvSpPr>
          <p:cNvPr id="2327" name="Google Shape;2327;g39181ba8852_8_4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8" name="Google Shape;2328;g39181ba8852_8_4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g39181ba8852_1_54"/>
          <p:cNvSpPr txBox="1"/>
          <p:nvPr>
            <p:ph type="ctrTitle"/>
          </p:nvPr>
        </p:nvSpPr>
        <p:spPr>
          <a:xfrm>
            <a:off x="1369567" y="862000"/>
            <a:ext cx="9452700" cy="1878300"/>
          </a:xfrm>
          <a:prstGeom prst="rect">
            <a:avLst/>
          </a:prstGeom>
        </p:spPr>
        <p:txBody>
          <a:bodyPr anchorCtr="0" anchor="b" bIns="121900" lIns="121900" spcFirstLastPara="1" rIns="121900" wrap="square" tIns="121900">
            <a:noAutofit/>
          </a:bodyPr>
          <a:lstStyle>
            <a:lvl1pPr lvl="0" algn="ctr">
              <a:lnSpc>
                <a:spcPct val="80000"/>
              </a:lnSpc>
              <a:spcBef>
                <a:spcPts val="0"/>
              </a:spcBef>
              <a:spcAft>
                <a:spcPts val="0"/>
              </a:spcAft>
              <a:buClr>
                <a:srgbClr val="191919"/>
              </a:buClr>
              <a:buSzPts val="6900"/>
              <a:buNone/>
              <a:defRPr sz="6400"/>
            </a:lvl1pPr>
            <a:lvl2pPr lvl="1" algn="ctr">
              <a:spcBef>
                <a:spcPts val="0"/>
              </a:spcBef>
              <a:spcAft>
                <a:spcPts val="0"/>
              </a:spcAft>
              <a:buClr>
                <a:srgbClr val="191919"/>
              </a:buClr>
              <a:buSzPts val="6900"/>
              <a:buNone/>
              <a:defRPr sz="6900">
                <a:solidFill>
                  <a:srgbClr val="191919"/>
                </a:solidFill>
              </a:defRPr>
            </a:lvl2pPr>
            <a:lvl3pPr lvl="2" algn="ctr">
              <a:spcBef>
                <a:spcPts val="0"/>
              </a:spcBef>
              <a:spcAft>
                <a:spcPts val="0"/>
              </a:spcAft>
              <a:buClr>
                <a:srgbClr val="191919"/>
              </a:buClr>
              <a:buSzPts val="6900"/>
              <a:buNone/>
              <a:defRPr sz="6900">
                <a:solidFill>
                  <a:srgbClr val="191919"/>
                </a:solidFill>
              </a:defRPr>
            </a:lvl3pPr>
            <a:lvl4pPr lvl="3" algn="ctr">
              <a:spcBef>
                <a:spcPts val="0"/>
              </a:spcBef>
              <a:spcAft>
                <a:spcPts val="0"/>
              </a:spcAft>
              <a:buClr>
                <a:srgbClr val="191919"/>
              </a:buClr>
              <a:buSzPts val="6900"/>
              <a:buNone/>
              <a:defRPr sz="6900">
                <a:solidFill>
                  <a:srgbClr val="191919"/>
                </a:solidFill>
              </a:defRPr>
            </a:lvl4pPr>
            <a:lvl5pPr lvl="4" algn="ctr">
              <a:spcBef>
                <a:spcPts val="0"/>
              </a:spcBef>
              <a:spcAft>
                <a:spcPts val="0"/>
              </a:spcAft>
              <a:buClr>
                <a:srgbClr val="191919"/>
              </a:buClr>
              <a:buSzPts val="6900"/>
              <a:buNone/>
              <a:defRPr sz="6900">
                <a:solidFill>
                  <a:srgbClr val="191919"/>
                </a:solidFill>
              </a:defRPr>
            </a:lvl5pPr>
            <a:lvl6pPr lvl="5" algn="ctr">
              <a:spcBef>
                <a:spcPts val="0"/>
              </a:spcBef>
              <a:spcAft>
                <a:spcPts val="0"/>
              </a:spcAft>
              <a:buClr>
                <a:srgbClr val="191919"/>
              </a:buClr>
              <a:buSzPts val="6900"/>
              <a:buNone/>
              <a:defRPr sz="6900">
                <a:solidFill>
                  <a:srgbClr val="191919"/>
                </a:solidFill>
              </a:defRPr>
            </a:lvl6pPr>
            <a:lvl7pPr lvl="6" algn="ctr">
              <a:spcBef>
                <a:spcPts val="0"/>
              </a:spcBef>
              <a:spcAft>
                <a:spcPts val="0"/>
              </a:spcAft>
              <a:buClr>
                <a:srgbClr val="191919"/>
              </a:buClr>
              <a:buSzPts val="6900"/>
              <a:buNone/>
              <a:defRPr sz="6900">
                <a:solidFill>
                  <a:srgbClr val="191919"/>
                </a:solidFill>
              </a:defRPr>
            </a:lvl7pPr>
            <a:lvl8pPr lvl="7" algn="ctr">
              <a:spcBef>
                <a:spcPts val="0"/>
              </a:spcBef>
              <a:spcAft>
                <a:spcPts val="0"/>
              </a:spcAft>
              <a:buClr>
                <a:srgbClr val="191919"/>
              </a:buClr>
              <a:buSzPts val="6900"/>
              <a:buNone/>
              <a:defRPr sz="6900">
                <a:solidFill>
                  <a:srgbClr val="191919"/>
                </a:solidFill>
              </a:defRPr>
            </a:lvl8pPr>
            <a:lvl9pPr lvl="8" algn="ctr">
              <a:spcBef>
                <a:spcPts val="0"/>
              </a:spcBef>
              <a:spcAft>
                <a:spcPts val="0"/>
              </a:spcAft>
              <a:buClr>
                <a:srgbClr val="191919"/>
              </a:buClr>
              <a:buSzPts val="6900"/>
              <a:buNone/>
              <a:defRPr sz="6900">
                <a:solidFill>
                  <a:srgbClr val="191919"/>
                </a:solidFill>
              </a:defRPr>
            </a:lvl9pPr>
          </a:lstStyle>
          <a:p/>
        </p:txBody>
      </p:sp>
      <p:sp>
        <p:nvSpPr>
          <p:cNvPr id="10" name="Google Shape;10;g39181ba8852_1_54"/>
          <p:cNvSpPr txBox="1"/>
          <p:nvPr>
            <p:ph idx="1" type="subTitle"/>
          </p:nvPr>
        </p:nvSpPr>
        <p:spPr>
          <a:xfrm>
            <a:off x="3076833" y="2794600"/>
            <a:ext cx="6038400" cy="6345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SzPts val="1600"/>
              <a:buNone/>
              <a:defRPr sz="21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11" name="Google Shape;11;g39181ba8852_1_54"/>
          <p:cNvSpPr/>
          <p:nvPr/>
        </p:nvSpPr>
        <p:spPr>
          <a:xfrm>
            <a:off x="-33" y="6138667"/>
            <a:ext cx="12191955" cy="776384"/>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g39181ba8852_1_58"/>
          <p:cNvSpPr txBox="1"/>
          <p:nvPr>
            <p:ph type="title"/>
          </p:nvPr>
        </p:nvSpPr>
        <p:spPr>
          <a:xfrm>
            <a:off x="6935800" y="2446633"/>
            <a:ext cx="4024800" cy="1851300"/>
          </a:xfrm>
          <a:prstGeom prst="rect">
            <a:avLst/>
          </a:prstGeom>
        </p:spPr>
        <p:txBody>
          <a:bodyPr anchorCtr="0" anchor="ctr" bIns="121900" lIns="121900" spcFirstLastPara="1" rIns="121900" wrap="square" tIns="121900">
            <a:noAutofit/>
          </a:bodyPr>
          <a:lstStyle>
            <a:lvl1pPr lvl="0">
              <a:spcBef>
                <a:spcPts val="0"/>
              </a:spcBef>
              <a:spcAft>
                <a:spcPts val="0"/>
              </a:spcAft>
              <a:buSzPts val="4800"/>
              <a:buNone/>
              <a:defRPr sz="6700">
                <a:solidFill>
                  <a:schemeClr val="accent1"/>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4" name="Google Shape;14;g39181ba8852_1_58"/>
          <p:cNvSpPr txBox="1"/>
          <p:nvPr>
            <p:ph hasCustomPrompt="1" idx="2" type="title"/>
          </p:nvPr>
        </p:nvSpPr>
        <p:spPr>
          <a:xfrm>
            <a:off x="6935800" y="1248033"/>
            <a:ext cx="1931100" cy="1122300"/>
          </a:xfrm>
          <a:prstGeom prst="rect">
            <a:avLst/>
          </a:prstGeom>
          <a:noFill/>
        </p:spPr>
        <p:txBody>
          <a:bodyPr anchorCtr="0" anchor="ctr" bIns="121900" lIns="121900" spcFirstLastPara="1" rIns="121900" wrap="square" tIns="121900">
            <a:noAutofit/>
          </a:bodyPr>
          <a:lstStyle>
            <a:lvl1pPr lvl="0" rtl="0">
              <a:spcBef>
                <a:spcPts val="0"/>
              </a:spcBef>
              <a:spcAft>
                <a:spcPts val="0"/>
              </a:spcAft>
              <a:buClr>
                <a:schemeClr val="lt1"/>
              </a:buClr>
              <a:buSzPts val="8000"/>
              <a:buNone/>
              <a:defRPr sz="8000"/>
            </a:lvl1pPr>
            <a:lvl2pPr lvl="1" rtl="0" algn="ctr">
              <a:spcBef>
                <a:spcPts val="0"/>
              </a:spcBef>
              <a:spcAft>
                <a:spcPts val="0"/>
              </a:spcAft>
              <a:buClr>
                <a:schemeClr val="lt1"/>
              </a:buClr>
              <a:buSzPts val="8000"/>
              <a:buNone/>
              <a:defRPr sz="8000">
                <a:solidFill>
                  <a:schemeClr val="lt1"/>
                </a:solidFill>
              </a:defRPr>
            </a:lvl2pPr>
            <a:lvl3pPr lvl="2" rtl="0" algn="ctr">
              <a:spcBef>
                <a:spcPts val="0"/>
              </a:spcBef>
              <a:spcAft>
                <a:spcPts val="0"/>
              </a:spcAft>
              <a:buClr>
                <a:schemeClr val="lt1"/>
              </a:buClr>
              <a:buSzPts val="8000"/>
              <a:buNone/>
              <a:defRPr sz="8000">
                <a:solidFill>
                  <a:schemeClr val="lt1"/>
                </a:solidFill>
              </a:defRPr>
            </a:lvl3pPr>
            <a:lvl4pPr lvl="3" rtl="0" algn="ctr">
              <a:spcBef>
                <a:spcPts val="0"/>
              </a:spcBef>
              <a:spcAft>
                <a:spcPts val="0"/>
              </a:spcAft>
              <a:buClr>
                <a:schemeClr val="lt1"/>
              </a:buClr>
              <a:buSzPts val="8000"/>
              <a:buNone/>
              <a:defRPr sz="8000">
                <a:solidFill>
                  <a:schemeClr val="lt1"/>
                </a:solidFill>
              </a:defRPr>
            </a:lvl4pPr>
            <a:lvl5pPr lvl="4" rtl="0" algn="ctr">
              <a:spcBef>
                <a:spcPts val="0"/>
              </a:spcBef>
              <a:spcAft>
                <a:spcPts val="0"/>
              </a:spcAft>
              <a:buClr>
                <a:schemeClr val="lt1"/>
              </a:buClr>
              <a:buSzPts val="8000"/>
              <a:buNone/>
              <a:defRPr sz="8000">
                <a:solidFill>
                  <a:schemeClr val="lt1"/>
                </a:solidFill>
              </a:defRPr>
            </a:lvl5pPr>
            <a:lvl6pPr lvl="5" rtl="0" algn="ctr">
              <a:spcBef>
                <a:spcPts val="0"/>
              </a:spcBef>
              <a:spcAft>
                <a:spcPts val="0"/>
              </a:spcAft>
              <a:buClr>
                <a:schemeClr val="lt1"/>
              </a:buClr>
              <a:buSzPts val="8000"/>
              <a:buNone/>
              <a:defRPr sz="8000">
                <a:solidFill>
                  <a:schemeClr val="lt1"/>
                </a:solidFill>
              </a:defRPr>
            </a:lvl6pPr>
            <a:lvl7pPr lvl="6" rtl="0" algn="ctr">
              <a:spcBef>
                <a:spcPts val="0"/>
              </a:spcBef>
              <a:spcAft>
                <a:spcPts val="0"/>
              </a:spcAft>
              <a:buClr>
                <a:schemeClr val="lt1"/>
              </a:buClr>
              <a:buSzPts val="8000"/>
              <a:buNone/>
              <a:defRPr sz="8000">
                <a:solidFill>
                  <a:schemeClr val="lt1"/>
                </a:solidFill>
              </a:defRPr>
            </a:lvl7pPr>
            <a:lvl8pPr lvl="7" rtl="0" algn="ctr">
              <a:spcBef>
                <a:spcPts val="0"/>
              </a:spcBef>
              <a:spcAft>
                <a:spcPts val="0"/>
              </a:spcAft>
              <a:buClr>
                <a:schemeClr val="lt1"/>
              </a:buClr>
              <a:buSzPts val="8000"/>
              <a:buNone/>
              <a:defRPr sz="8000">
                <a:solidFill>
                  <a:schemeClr val="lt1"/>
                </a:solidFill>
              </a:defRPr>
            </a:lvl8pPr>
            <a:lvl9pPr lvl="8" rtl="0" algn="ctr">
              <a:spcBef>
                <a:spcPts val="0"/>
              </a:spcBef>
              <a:spcAft>
                <a:spcPts val="0"/>
              </a:spcAft>
              <a:buClr>
                <a:schemeClr val="lt1"/>
              </a:buClr>
              <a:buSzPts val="8000"/>
              <a:buNone/>
              <a:defRPr sz="8000">
                <a:solidFill>
                  <a:schemeClr val="lt1"/>
                </a:solidFill>
              </a:defRPr>
            </a:lvl9pPr>
          </a:lstStyle>
          <a:p>
            <a:r>
              <a:t>xx%</a:t>
            </a:r>
          </a:p>
        </p:txBody>
      </p:sp>
      <p:sp>
        <p:nvSpPr>
          <p:cNvPr id="15" name="Google Shape;15;g39181ba8852_1_58"/>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g39181ba8852_1_62"/>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18" name="Google Shape;18;g39181ba8852_1_62"/>
          <p:cNvSpPr txBox="1"/>
          <p:nvPr>
            <p:ph idx="1" type="body"/>
          </p:nvPr>
        </p:nvSpPr>
        <p:spPr>
          <a:xfrm>
            <a:off x="960000" y="2277700"/>
            <a:ext cx="10272000" cy="3591900"/>
          </a:xfrm>
          <a:prstGeom prst="rect">
            <a:avLst/>
          </a:prstGeom>
        </p:spPr>
        <p:txBody>
          <a:bodyPr anchorCtr="0" anchor="t" bIns="121900" lIns="121900" spcFirstLastPara="1" rIns="121900" wrap="square" tIns="121900">
            <a:noAutofit/>
          </a:bodyPr>
          <a:lstStyle>
            <a:lvl1pPr indent="-330200" lvl="0" marL="457200" rtl="0">
              <a:lnSpc>
                <a:spcPct val="100000"/>
              </a:lnSpc>
              <a:spcBef>
                <a:spcPts val="0"/>
              </a:spcBef>
              <a:spcAft>
                <a:spcPts val="0"/>
              </a:spcAft>
              <a:buSzPts val="1600"/>
              <a:buFont typeface="Nunito Light"/>
              <a:buChar char="●"/>
              <a:defRPr/>
            </a:lvl1pPr>
            <a:lvl2pPr indent="-330200" lvl="1" marL="914400" rtl="0">
              <a:lnSpc>
                <a:spcPct val="100000"/>
              </a:lnSpc>
              <a:spcBef>
                <a:spcPts val="0"/>
              </a:spcBef>
              <a:spcAft>
                <a:spcPts val="0"/>
              </a:spcAft>
              <a:buSzPts val="1600"/>
              <a:buFont typeface="Nunito Light"/>
              <a:buChar char="○"/>
              <a:defRPr/>
            </a:lvl2pPr>
            <a:lvl3pPr indent="-330200" lvl="2" marL="1371600" rtl="0">
              <a:lnSpc>
                <a:spcPct val="100000"/>
              </a:lnSpc>
              <a:spcBef>
                <a:spcPts val="0"/>
              </a:spcBef>
              <a:spcAft>
                <a:spcPts val="0"/>
              </a:spcAft>
              <a:buSzPts val="1600"/>
              <a:buFont typeface="Nunito Light"/>
              <a:buChar char="■"/>
              <a:defRPr/>
            </a:lvl3pPr>
            <a:lvl4pPr indent="-330200" lvl="3" marL="1828800" rtl="0">
              <a:lnSpc>
                <a:spcPct val="100000"/>
              </a:lnSpc>
              <a:spcBef>
                <a:spcPts val="0"/>
              </a:spcBef>
              <a:spcAft>
                <a:spcPts val="0"/>
              </a:spcAft>
              <a:buSzPts val="1600"/>
              <a:buFont typeface="Nunito Light"/>
              <a:buChar char="●"/>
              <a:defRPr/>
            </a:lvl4pPr>
            <a:lvl5pPr indent="-330200" lvl="4" marL="2286000" rtl="0">
              <a:lnSpc>
                <a:spcPct val="100000"/>
              </a:lnSpc>
              <a:spcBef>
                <a:spcPts val="0"/>
              </a:spcBef>
              <a:spcAft>
                <a:spcPts val="0"/>
              </a:spcAft>
              <a:buSzPts val="1600"/>
              <a:buFont typeface="Nunito Light"/>
              <a:buChar char="○"/>
              <a:defRPr/>
            </a:lvl5pPr>
            <a:lvl6pPr indent="-330200" lvl="5" marL="2743200" rtl="0">
              <a:lnSpc>
                <a:spcPct val="100000"/>
              </a:lnSpc>
              <a:spcBef>
                <a:spcPts val="0"/>
              </a:spcBef>
              <a:spcAft>
                <a:spcPts val="0"/>
              </a:spcAft>
              <a:buSzPts val="1600"/>
              <a:buFont typeface="Nunito Light"/>
              <a:buChar char="■"/>
              <a:defRPr/>
            </a:lvl6pPr>
            <a:lvl7pPr indent="-330200" lvl="6" marL="3200400" rtl="0">
              <a:lnSpc>
                <a:spcPct val="100000"/>
              </a:lnSpc>
              <a:spcBef>
                <a:spcPts val="0"/>
              </a:spcBef>
              <a:spcAft>
                <a:spcPts val="0"/>
              </a:spcAft>
              <a:buSzPts val="1600"/>
              <a:buFont typeface="Nunito Light"/>
              <a:buChar char="●"/>
              <a:defRPr/>
            </a:lvl7pPr>
            <a:lvl8pPr indent="-330200" lvl="7" marL="3657600" rtl="0">
              <a:lnSpc>
                <a:spcPct val="100000"/>
              </a:lnSpc>
              <a:spcBef>
                <a:spcPts val="0"/>
              </a:spcBef>
              <a:spcAft>
                <a:spcPts val="0"/>
              </a:spcAft>
              <a:buSzPts val="1600"/>
              <a:buFont typeface="Nunito Light"/>
              <a:buChar char="○"/>
              <a:defRPr/>
            </a:lvl8pPr>
            <a:lvl9pPr indent="-330200" lvl="8" marL="4114800" rtl="0">
              <a:lnSpc>
                <a:spcPct val="100000"/>
              </a:lnSpc>
              <a:spcBef>
                <a:spcPts val="0"/>
              </a:spcBef>
              <a:spcAft>
                <a:spcPts val="0"/>
              </a:spcAft>
              <a:buSzPts val="1600"/>
              <a:buFont typeface="Nunito Light"/>
              <a:buChar char="■"/>
              <a:defRPr/>
            </a:lvl9pPr>
          </a:lstStyle>
          <a:p/>
        </p:txBody>
      </p:sp>
      <p:sp>
        <p:nvSpPr>
          <p:cNvPr id="19" name="Google Shape;19;g39181ba8852_1_62"/>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g39181ba8852_1_66"/>
          <p:cNvSpPr txBox="1"/>
          <p:nvPr>
            <p:ph type="title"/>
          </p:nvPr>
        </p:nvSpPr>
        <p:spPr>
          <a:xfrm>
            <a:off x="950967" y="593367"/>
            <a:ext cx="102900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22" name="Google Shape;22;g39181ba8852_1_66"/>
          <p:cNvSpPr txBox="1"/>
          <p:nvPr>
            <p:ph idx="1" type="subTitle"/>
          </p:nvPr>
        </p:nvSpPr>
        <p:spPr>
          <a:xfrm>
            <a:off x="5015865" y="2464665"/>
            <a:ext cx="3340800" cy="23409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b="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3" name="Google Shape;23;g39181ba8852_1_66"/>
          <p:cNvSpPr txBox="1"/>
          <p:nvPr>
            <p:ph idx="2" type="subTitle"/>
          </p:nvPr>
        </p:nvSpPr>
        <p:spPr>
          <a:xfrm>
            <a:off x="1163200" y="2464665"/>
            <a:ext cx="3340800" cy="23409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b="0"/>
            </a:lvl1pPr>
            <a:lvl2pPr lvl="1" rtl="0" algn="ctr">
              <a:lnSpc>
                <a:spcPct val="100000"/>
              </a:lnSpc>
              <a:spcBef>
                <a:spcPts val="0"/>
              </a:spcBef>
              <a:spcAft>
                <a:spcPts val="0"/>
              </a:spcAft>
              <a:buSzPts val="1600"/>
              <a:buNone/>
              <a:defRPr/>
            </a:lvl2pPr>
            <a:lvl3pPr lvl="2" rtl="0" algn="ctr">
              <a:lnSpc>
                <a:spcPct val="100000"/>
              </a:lnSpc>
              <a:spcBef>
                <a:spcPts val="0"/>
              </a:spcBef>
              <a:spcAft>
                <a:spcPts val="0"/>
              </a:spcAft>
              <a:buSzPts val="1600"/>
              <a:buNone/>
              <a:defRPr/>
            </a:lvl3pPr>
            <a:lvl4pPr lvl="3" rtl="0" algn="ctr">
              <a:lnSpc>
                <a:spcPct val="100000"/>
              </a:lnSpc>
              <a:spcBef>
                <a:spcPts val="0"/>
              </a:spcBef>
              <a:spcAft>
                <a:spcPts val="0"/>
              </a:spcAft>
              <a:buSzPts val="1600"/>
              <a:buNone/>
              <a:defRPr/>
            </a:lvl4pPr>
            <a:lvl5pPr lvl="4" rtl="0" algn="ctr">
              <a:lnSpc>
                <a:spcPct val="100000"/>
              </a:lnSpc>
              <a:spcBef>
                <a:spcPts val="0"/>
              </a:spcBef>
              <a:spcAft>
                <a:spcPts val="0"/>
              </a:spcAft>
              <a:buSzPts val="1600"/>
              <a:buNone/>
              <a:defRPr/>
            </a:lvl5pPr>
            <a:lvl6pPr lvl="5" rtl="0" algn="ctr">
              <a:lnSpc>
                <a:spcPct val="100000"/>
              </a:lnSpc>
              <a:spcBef>
                <a:spcPts val="0"/>
              </a:spcBef>
              <a:spcAft>
                <a:spcPts val="0"/>
              </a:spcAft>
              <a:buSzPts val="1600"/>
              <a:buNone/>
              <a:defRPr/>
            </a:lvl6pPr>
            <a:lvl7pPr lvl="6" rtl="0" algn="ctr">
              <a:lnSpc>
                <a:spcPct val="100000"/>
              </a:lnSpc>
              <a:spcBef>
                <a:spcPts val="0"/>
              </a:spcBef>
              <a:spcAft>
                <a:spcPts val="0"/>
              </a:spcAft>
              <a:buSzPts val="1600"/>
              <a:buNone/>
              <a:defRPr/>
            </a:lvl7pPr>
            <a:lvl8pPr lvl="7" rtl="0" algn="ctr">
              <a:lnSpc>
                <a:spcPct val="100000"/>
              </a:lnSpc>
              <a:spcBef>
                <a:spcPts val="0"/>
              </a:spcBef>
              <a:spcAft>
                <a:spcPts val="0"/>
              </a:spcAft>
              <a:buSzPts val="1600"/>
              <a:buNone/>
              <a:defRPr/>
            </a:lvl8pPr>
            <a:lvl9pPr lvl="8" rtl="0" algn="ctr">
              <a:lnSpc>
                <a:spcPct val="100000"/>
              </a:lnSpc>
              <a:spcBef>
                <a:spcPts val="0"/>
              </a:spcBef>
              <a:spcAft>
                <a:spcPts val="0"/>
              </a:spcAft>
              <a:buSzPts val="1600"/>
              <a:buNone/>
              <a:defRPr/>
            </a:lvl9pPr>
          </a:lstStyle>
          <a:p/>
        </p:txBody>
      </p:sp>
      <p:sp>
        <p:nvSpPr>
          <p:cNvPr id="24" name="Google Shape;24;g39181ba8852_1_66"/>
          <p:cNvSpPr txBox="1"/>
          <p:nvPr>
            <p:ph idx="3" type="subTitle"/>
          </p:nvPr>
        </p:nvSpPr>
        <p:spPr>
          <a:xfrm>
            <a:off x="1163200" y="1821053"/>
            <a:ext cx="3340800" cy="7452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25" name="Google Shape;25;g39181ba8852_1_66"/>
          <p:cNvSpPr txBox="1"/>
          <p:nvPr>
            <p:ph idx="4" type="subTitle"/>
          </p:nvPr>
        </p:nvSpPr>
        <p:spPr>
          <a:xfrm>
            <a:off x="5015867" y="1821053"/>
            <a:ext cx="3340800" cy="7452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26" name="Google Shape;26;g39181ba8852_1_66"/>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g39181ba8852_1_73"/>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29" name="Google Shape;29;g39181ba8852_1_73"/>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 name="Google Shape;30;g39181ba8852_1_73"/>
          <p:cNvSpPr/>
          <p:nvPr/>
        </p:nvSpPr>
        <p:spPr>
          <a:xfrm>
            <a:off x="107349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 name="Google Shape;31;g39181ba8852_1_73"/>
          <p:cNvSpPr/>
          <p:nvPr/>
        </p:nvSpPr>
        <p:spPr>
          <a:xfrm>
            <a:off x="-7709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2" name="Google Shape;32;g39181ba8852_1_73"/>
          <p:cNvGrpSpPr/>
          <p:nvPr/>
        </p:nvGrpSpPr>
        <p:grpSpPr>
          <a:xfrm>
            <a:off x="11241148" y="3001228"/>
            <a:ext cx="1157665" cy="3856600"/>
            <a:chOff x="-1434450" y="2250977"/>
            <a:chExt cx="868271" cy="2892522"/>
          </a:xfrm>
        </p:grpSpPr>
        <p:sp>
          <p:nvSpPr>
            <p:cNvPr id="33" name="Google Shape;33;g39181ba8852_1_73"/>
            <p:cNvSpPr/>
            <p:nvPr/>
          </p:nvSpPr>
          <p:spPr>
            <a:xfrm>
              <a:off x="-1301572" y="2770032"/>
              <a:ext cx="359138" cy="275989"/>
            </a:xfrm>
            <a:custGeom>
              <a:rect b="b" l="l" r="r" t="t"/>
              <a:pathLst>
                <a:path extrusionOk="0" h="3479" w="4527">
                  <a:moveTo>
                    <a:pt x="4178" y="0"/>
                  </a:moveTo>
                  <a:cubicBezTo>
                    <a:pt x="4178" y="0"/>
                    <a:pt x="2046" y="1001"/>
                    <a:pt x="1023" y="1654"/>
                  </a:cubicBezTo>
                  <a:cubicBezTo>
                    <a:pt x="23" y="2329"/>
                    <a:pt x="1" y="2742"/>
                    <a:pt x="218" y="3112"/>
                  </a:cubicBezTo>
                  <a:cubicBezTo>
                    <a:pt x="375" y="3377"/>
                    <a:pt x="593" y="3479"/>
                    <a:pt x="839" y="3479"/>
                  </a:cubicBezTo>
                  <a:cubicBezTo>
                    <a:pt x="1480" y="3479"/>
                    <a:pt x="2305" y="2786"/>
                    <a:pt x="2699" y="2503"/>
                  </a:cubicBezTo>
                  <a:cubicBezTo>
                    <a:pt x="3243" y="2133"/>
                    <a:pt x="4527" y="610"/>
                    <a:pt x="4527" y="610"/>
                  </a:cubicBezTo>
                  <a:lnTo>
                    <a:pt x="4178" y="0"/>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 name="Google Shape;34;g39181ba8852_1_73"/>
            <p:cNvSpPr/>
            <p:nvPr/>
          </p:nvSpPr>
          <p:spPr>
            <a:xfrm>
              <a:off x="-1325689" y="2782090"/>
              <a:ext cx="367706" cy="285350"/>
            </a:xfrm>
            <a:custGeom>
              <a:rect b="b" l="l" r="r" t="t"/>
              <a:pathLst>
                <a:path extrusionOk="0" h="3597" w="4635">
                  <a:moveTo>
                    <a:pt x="3873" y="1"/>
                  </a:moveTo>
                  <a:cubicBezTo>
                    <a:pt x="3873" y="1"/>
                    <a:pt x="2002" y="893"/>
                    <a:pt x="1001" y="1546"/>
                  </a:cubicBezTo>
                  <a:cubicBezTo>
                    <a:pt x="0" y="2177"/>
                    <a:pt x="44" y="2851"/>
                    <a:pt x="261" y="3221"/>
                  </a:cubicBezTo>
                  <a:cubicBezTo>
                    <a:pt x="416" y="3493"/>
                    <a:pt x="636" y="3596"/>
                    <a:pt x="883" y="3596"/>
                  </a:cubicBezTo>
                  <a:cubicBezTo>
                    <a:pt x="1506" y="3596"/>
                    <a:pt x="2303" y="2942"/>
                    <a:pt x="2676" y="2677"/>
                  </a:cubicBezTo>
                  <a:cubicBezTo>
                    <a:pt x="3220" y="2307"/>
                    <a:pt x="4635" y="1284"/>
                    <a:pt x="4635" y="1284"/>
                  </a:cubicBezTo>
                  <a:lnTo>
                    <a:pt x="3873" y="1"/>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g39181ba8852_1_73"/>
            <p:cNvSpPr/>
            <p:nvPr/>
          </p:nvSpPr>
          <p:spPr>
            <a:xfrm>
              <a:off x="-987426" y="2766303"/>
              <a:ext cx="129550" cy="74967"/>
            </a:xfrm>
            <a:custGeom>
              <a:rect b="b" l="l" r="r" t="t"/>
              <a:pathLst>
                <a:path extrusionOk="0" h="945" w="1633">
                  <a:moveTo>
                    <a:pt x="562" y="0"/>
                  </a:moveTo>
                  <a:cubicBezTo>
                    <a:pt x="289" y="0"/>
                    <a:pt x="1" y="156"/>
                    <a:pt x="1" y="156"/>
                  </a:cubicBezTo>
                  <a:lnTo>
                    <a:pt x="284" y="809"/>
                  </a:lnTo>
                  <a:cubicBezTo>
                    <a:pt x="284" y="809"/>
                    <a:pt x="1067" y="918"/>
                    <a:pt x="1176" y="939"/>
                  </a:cubicBezTo>
                  <a:cubicBezTo>
                    <a:pt x="1184" y="943"/>
                    <a:pt x="1194" y="944"/>
                    <a:pt x="1205" y="944"/>
                  </a:cubicBezTo>
                  <a:cubicBezTo>
                    <a:pt x="1336" y="944"/>
                    <a:pt x="1633" y="722"/>
                    <a:pt x="1633" y="722"/>
                  </a:cubicBezTo>
                  <a:cubicBezTo>
                    <a:pt x="1633" y="722"/>
                    <a:pt x="1132" y="265"/>
                    <a:pt x="828" y="69"/>
                  </a:cubicBezTo>
                  <a:cubicBezTo>
                    <a:pt x="749" y="19"/>
                    <a:pt x="657" y="0"/>
                    <a:pt x="562"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 name="Google Shape;36;g39181ba8852_1_73"/>
            <p:cNvSpPr/>
            <p:nvPr/>
          </p:nvSpPr>
          <p:spPr>
            <a:xfrm>
              <a:off x="-964975" y="2742425"/>
              <a:ext cx="100197" cy="55610"/>
            </a:xfrm>
            <a:custGeom>
              <a:rect b="b" l="l" r="r" t="t"/>
              <a:pathLst>
                <a:path extrusionOk="0" h="701" w="1263">
                  <a:moveTo>
                    <a:pt x="1219" y="0"/>
                  </a:moveTo>
                  <a:cubicBezTo>
                    <a:pt x="1176" y="0"/>
                    <a:pt x="849" y="196"/>
                    <a:pt x="740" y="196"/>
                  </a:cubicBezTo>
                  <a:cubicBezTo>
                    <a:pt x="109" y="240"/>
                    <a:pt x="1" y="392"/>
                    <a:pt x="1" y="392"/>
                  </a:cubicBezTo>
                  <a:cubicBezTo>
                    <a:pt x="1" y="392"/>
                    <a:pt x="348" y="700"/>
                    <a:pt x="588" y="700"/>
                  </a:cubicBezTo>
                  <a:cubicBezTo>
                    <a:pt x="603" y="700"/>
                    <a:pt x="618" y="699"/>
                    <a:pt x="632" y="697"/>
                  </a:cubicBezTo>
                  <a:cubicBezTo>
                    <a:pt x="849" y="653"/>
                    <a:pt x="871" y="566"/>
                    <a:pt x="914" y="479"/>
                  </a:cubicBezTo>
                  <a:cubicBezTo>
                    <a:pt x="958" y="392"/>
                    <a:pt x="1045" y="370"/>
                    <a:pt x="1154" y="261"/>
                  </a:cubicBezTo>
                  <a:cubicBezTo>
                    <a:pt x="1241" y="174"/>
                    <a:pt x="1263" y="0"/>
                    <a:pt x="1219"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g39181ba8852_1_73"/>
            <p:cNvSpPr/>
            <p:nvPr/>
          </p:nvSpPr>
          <p:spPr>
            <a:xfrm>
              <a:off x="-933878" y="2795655"/>
              <a:ext cx="157158" cy="55055"/>
            </a:xfrm>
            <a:custGeom>
              <a:rect b="b" l="l" r="r" t="t"/>
              <a:pathLst>
                <a:path extrusionOk="0" h="694" w="1981">
                  <a:moveTo>
                    <a:pt x="1867" y="1"/>
                  </a:moveTo>
                  <a:cubicBezTo>
                    <a:pt x="1811" y="1"/>
                    <a:pt x="1736" y="21"/>
                    <a:pt x="1654" y="91"/>
                  </a:cubicBezTo>
                  <a:cubicBezTo>
                    <a:pt x="1522" y="185"/>
                    <a:pt x="1358" y="295"/>
                    <a:pt x="1344" y="295"/>
                  </a:cubicBezTo>
                  <a:cubicBezTo>
                    <a:pt x="1342" y="295"/>
                    <a:pt x="1343" y="293"/>
                    <a:pt x="1349" y="287"/>
                  </a:cubicBezTo>
                  <a:lnTo>
                    <a:pt x="1349" y="287"/>
                  </a:lnTo>
                  <a:cubicBezTo>
                    <a:pt x="1284" y="308"/>
                    <a:pt x="1219" y="352"/>
                    <a:pt x="1153" y="352"/>
                  </a:cubicBezTo>
                  <a:cubicBezTo>
                    <a:pt x="1001" y="330"/>
                    <a:pt x="675" y="113"/>
                    <a:pt x="675" y="113"/>
                  </a:cubicBezTo>
                  <a:cubicBezTo>
                    <a:pt x="675" y="113"/>
                    <a:pt x="675" y="91"/>
                    <a:pt x="653" y="91"/>
                  </a:cubicBezTo>
                  <a:cubicBezTo>
                    <a:pt x="615" y="166"/>
                    <a:pt x="561" y="226"/>
                    <a:pt x="505" y="226"/>
                  </a:cubicBezTo>
                  <a:cubicBezTo>
                    <a:pt x="496" y="226"/>
                    <a:pt x="488" y="224"/>
                    <a:pt x="479" y="221"/>
                  </a:cubicBezTo>
                  <a:cubicBezTo>
                    <a:pt x="461" y="210"/>
                    <a:pt x="424" y="203"/>
                    <a:pt x="378" y="203"/>
                  </a:cubicBezTo>
                  <a:cubicBezTo>
                    <a:pt x="254" y="203"/>
                    <a:pt x="64" y="253"/>
                    <a:pt x="0" y="395"/>
                  </a:cubicBezTo>
                  <a:cubicBezTo>
                    <a:pt x="0" y="395"/>
                    <a:pt x="218" y="526"/>
                    <a:pt x="522" y="591"/>
                  </a:cubicBezTo>
                  <a:cubicBezTo>
                    <a:pt x="566" y="591"/>
                    <a:pt x="610" y="613"/>
                    <a:pt x="653" y="635"/>
                  </a:cubicBezTo>
                  <a:lnTo>
                    <a:pt x="762" y="635"/>
                  </a:lnTo>
                  <a:cubicBezTo>
                    <a:pt x="784" y="635"/>
                    <a:pt x="805" y="657"/>
                    <a:pt x="827" y="657"/>
                  </a:cubicBezTo>
                  <a:cubicBezTo>
                    <a:pt x="842" y="657"/>
                    <a:pt x="866" y="647"/>
                    <a:pt x="893" y="647"/>
                  </a:cubicBezTo>
                  <a:cubicBezTo>
                    <a:pt x="907" y="647"/>
                    <a:pt x="921" y="649"/>
                    <a:pt x="936" y="657"/>
                  </a:cubicBezTo>
                  <a:cubicBezTo>
                    <a:pt x="958" y="657"/>
                    <a:pt x="1001" y="678"/>
                    <a:pt x="1023" y="678"/>
                  </a:cubicBezTo>
                  <a:cubicBezTo>
                    <a:pt x="1045" y="689"/>
                    <a:pt x="1062" y="693"/>
                    <a:pt x="1077" y="693"/>
                  </a:cubicBezTo>
                  <a:cubicBezTo>
                    <a:pt x="1121" y="693"/>
                    <a:pt x="1137" y="657"/>
                    <a:pt x="1153" y="657"/>
                  </a:cubicBezTo>
                  <a:cubicBezTo>
                    <a:pt x="1241" y="678"/>
                    <a:pt x="1284" y="678"/>
                    <a:pt x="1306" y="678"/>
                  </a:cubicBezTo>
                  <a:cubicBezTo>
                    <a:pt x="1371" y="657"/>
                    <a:pt x="1676" y="417"/>
                    <a:pt x="1697" y="374"/>
                  </a:cubicBezTo>
                  <a:cubicBezTo>
                    <a:pt x="1741" y="308"/>
                    <a:pt x="1980" y="69"/>
                    <a:pt x="1959" y="26"/>
                  </a:cubicBezTo>
                  <a:cubicBezTo>
                    <a:pt x="1948" y="15"/>
                    <a:pt x="1915" y="1"/>
                    <a:pt x="1867" y="1"/>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g39181ba8852_1_73"/>
            <p:cNvSpPr/>
            <p:nvPr/>
          </p:nvSpPr>
          <p:spPr>
            <a:xfrm>
              <a:off x="-882075" y="2783835"/>
              <a:ext cx="65608" cy="39744"/>
            </a:xfrm>
            <a:custGeom>
              <a:rect b="b" l="l" r="r" t="t"/>
              <a:pathLst>
                <a:path extrusionOk="0" h="501" w="827">
                  <a:moveTo>
                    <a:pt x="718" y="0"/>
                  </a:moveTo>
                  <a:cubicBezTo>
                    <a:pt x="675" y="0"/>
                    <a:pt x="544" y="131"/>
                    <a:pt x="544" y="131"/>
                  </a:cubicBezTo>
                  <a:cubicBezTo>
                    <a:pt x="544" y="131"/>
                    <a:pt x="500" y="22"/>
                    <a:pt x="479" y="22"/>
                  </a:cubicBezTo>
                  <a:cubicBezTo>
                    <a:pt x="472" y="21"/>
                    <a:pt x="466" y="20"/>
                    <a:pt x="459" y="20"/>
                  </a:cubicBezTo>
                  <a:cubicBezTo>
                    <a:pt x="382" y="20"/>
                    <a:pt x="323" y="133"/>
                    <a:pt x="283" y="153"/>
                  </a:cubicBezTo>
                  <a:cubicBezTo>
                    <a:pt x="280" y="158"/>
                    <a:pt x="278" y="161"/>
                    <a:pt x="276" y="161"/>
                  </a:cubicBezTo>
                  <a:cubicBezTo>
                    <a:pt x="260" y="161"/>
                    <a:pt x="256" y="44"/>
                    <a:pt x="218" y="44"/>
                  </a:cubicBezTo>
                  <a:cubicBezTo>
                    <a:pt x="131" y="44"/>
                    <a:pt x="65" y="153"/>
                    <a:pt x="0" y="240"/>
                  </a:cubicBezTo>
                  <a:cubicBezTo>
                    <a:pt x="22" y="240"/>
                    <a:pt x="22" y="262"/>
                    <a:pt x="22" y="262"/>
                  </a:cubicBezTo>
                  <a:cubicBezTo>
                    <a:pt x="22" y="262"/>
                    <a:pt x="348" y="479"/>
                    <a:pt x="500" y="501"/>
                  </a:cubicBezTo>
                  <a:cubicBezTo>
                    <a:pt x="566" y="501"/>
                    <a:pt x="631" y="457"/>
                    <a:pt x="696" y="436"/>
                  </a:cubicBezTo>
                  <a:cubicBezTo>
                    <a:pt x="718" y="414"/>
                    <a:pt x="805" y="196"/>
                    <a:pt x="805" y="87"/>
                  </a:cubicBezTo>
                  <a:cubicBezTo>
                    <a:pt x="827" y="22"/>
                    <a:pt x="762" y="0"/>
                    <a:pt x="718"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 name="Google Shape;39;g39181ba8852_1_73"/>
            <p:cNvSpPr/>
            <p:nvPr/>
          </p:nvSpPr>
          <p:spPr>
            <a:xfrm>
              <a:off x="-973622" y="2275252"/>
              <a:ext cx="184765" cy="339612"/>
            </a:xfrm>
            <a:custGeom>
              <a:rect b="b" l="l" r="r" t="t"/>
              <a:pathLst>
                <a:path extrusionOk="0" h="4281" w="2329">
                  <a:moveTo>
                    <a:pt x="1216" y="0"/>
                  </a:moveTo>
                  <a:cubicBezTo>
                    <a:pt x="753" y="0"/>
                    <a:pt x="393" y="515"/>
                    <a:pt x="393" y="515"/>
                  </a:cubicBezTo>
                  <a:lnTo>
                    <a:pt x="305" y="1821"/>
                  </a:lnTo>
                  <a:cubicBezTo>
                    <a:pt x="305" y="1821"/>
                    <a:pt x="480" y="2408"/>
                    <a:pt x="240" y="3170"/>
                  </a:cubicBezTo>
                  <a:cubicBezTo>
                    <a:pt x="1" y="3931"/>
                    <a:pt x="675" y="4236"/>
                    <a:pt x="915" y="4279"/>
                  </a:cubicBezTo>
                  <a:cubicBezTo>
                    <a:pt x="925" y="4280"/>
                    <a:pt x="935" y="4281"/>
                    <a:pt x="945" y="4281"/>
                  </a:cubicBezTo>
                  <a:cubicBezTo>
                    <a:pt x="1165" y="4281"/>
                    <a:pt x="1281" y="4060"/>
                    <a:pt x="1198" y="4018"/>
                  </a:cubicBezTo>
                  <a:cubicBezTo>
                    <a:pt x="1089" y="3996"/>
                    <a:pt x="1633" y="2473"/>
                    <a:pt x="1959" y="2125"/>
                  </a:cubicBezTo>
                  <a:cubicBezTo>
                    <a:pt x="2285" y="1777"/>
                    <a:pt x="2329" y="667"/>
                    <a:pt x="1654" y="167"/>
                  </a:cubicBezTo>
                  <a:cubicBezTo>
                    <a:pt x="1504" y="46"/>
                    <a:pt x="1356" y="0"/>
                    <a:pt x="1216"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 name="Google Shape;40;g39181ba8852_1_73"/>
            <p:cNvSpPr/>
            <p:nvPr/>
          </p:nvSpPr>
          <p:spPr>
            <a:xfrm>
              <a:off x="-1220418" y="4837604"/>
              <a:ext cx="260687" cy="252587"/>
            </a:xfrm>
            <a:custGeom>
              <a:rect b="b" l="l" r="r" t="t"/>
              <a:pathLst>
                <a:path extrusionOk="0" h="3184" w="3286">
                  <a:moveTo>
                    <a:pt x="2838" y="0"/>
                  </a:moveTo>
                  <a:cubicBezTo>
                    <a:pt x="2714" y="0"/>
                    <a:pt x="1763" y="330"/>
                    <a:pt x="1763" y="330"/>
                  </a:cubicBezTo>
                  <a:cubicBezTo>
                    <a:pt x="1763" y="330"/>
                    <a:pt x="1676" y="983"/>
                    <a:pt x="697" y="2375"/>
                  </a:cubicBezTo>
                  <a:cubicBezTo>
                    <a:pt x="697" y="2375"/>
                    <a:pt x="0" y="2941"/>
                    <a:pt x="66" y="3071"/>
                  </a:cubicBezTo>
                  <a:cubicBezTo>
                    <a:pt x="88" y="3151"/>
                    <a:pt x="290" y="3183"/>
                    <a:pt x="517" y="3183"/>
                  </a:cubicBezTo>
                  <a:cubicBezTo>
                    <a:pt x="724" y="3183"/>
                    <a:pt x="953" y="3157"/>
                    <a:pt x="1088" y="3115"/>
                  </a:cubicBezTo>
                  <a:cubicBezTo>
                    <a:pt x="1393" y="3028"/>
                    <a:pt x="1872" y="2179"/>
                    <a:pt x="2220" y="1940"/>
                  </a:cubicBezTo>
                  <a:cubicBezTo>
                    <a:pt x="2568" y="1701"/>
                    <a:pt x="2916" y="1788"/>
                    <a:pt x="3177" y="1483"/>
                  </a:cubicBezTo>
                  <a:cubicBezTo>
                    <a:pt x="3286" y="1374"/>
                    <a:pt x="3286" y="1004"/>
                    <a:pt x="3155" y="787"/>
                  </a:cubicBezTo>
                  <a:cubicBezTo>
                    <a:pt x="3047" y="613"/>
                    <a:pt x="2894" y="373"/>
                    <a:pt x="2851" y="4"/>
                  </a:cubicBezTo>
                  <a:cubicBezTo>
                    <a:pt x="2850" y="1"/>
                    <a:pt x="2845" y="0"/>
                    <a:pt x="2838"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 name="Google Shape;41;g39181ba8852_1_73"/>
            <p:cNvSpPr/>
            <p:nvPr/>
          </p:nvSpPr>
          <p:spPr>
            <a:xfrm>
              <a:off x="-1232476" y="4875841"/>
              <a:ext cx="276236" cy="225377"/>
            </a:xfrm>
            <a:custGeom>
              <a:rect b="b" l="l" r="r" t="t"/>
              <a:pathLst>
                <a:path extrusionOk="0" h="2841" w="3482">
                  <a:moveTo>
                    <a:pt x="3133" y="0"/>
                  </a:moveTo>
                  <a:cubicBezTo>
                    <a:pt x="3133" y="0"/>
                    <a:pt x="3133" y="283"/>
                    <a:pt x="2937" y="566"/>
                  </a:cubicBezTo>
                  <a:cubicBezTo>
                    <a:pt x="2763" y="827"/>
                    <a:pt x="1828" y="1676"/>
                    <a:pt x="1132" y="2111"/>
                  </a:cubicBezTo>
                  <a:cubicBezTo>
                    <a:pt x="1077" y="2138"/>
                    <a:pt x="934" y="2166"/>
                    <a:pt x="826" y="2166"/>
                  </a:cubicBezTo>
                  <a:cubicBezTo>
                    <a:pt x="764" y="2166"/>
                    <a:pt x="712" y="2157"/>
                    <a:pt x="696" y="2133"/>
                  </a:cubicBezTo>
                  <a:cubicBezTo>
                    <a:pt x="653" y="2067"/>
                    <a:pt x="849" y="1893"/>
                    <a:pt x="849" y="1893"/>
                  </a:cubicBezTo>
                  <a:lnTo>
                    <a:pt x="849" y="1893"/>
                  </a:lnTo>
                  <a:cubicBezTo>
                    <a:pt x="522" y="2133"/>
                    <a:pt x="0" y="2633"/>
                    <a:pt x="44" y="2742"/>
                  </a:cubicBezTo>
                  <a:cubicBezTo>
                    <a:pt x="64" y="2812"/>
                    <a:pt x="290" y="2840"/>
                    <a:pt x="556" y="2840"/>
                  </a:cubicBezTo>
                  <a:cubicBezTo>
                    <a:pt x="870" y="2840"/>
                    <a:pt x="1240" y="2801"/>
                    <a:pt x="1393" y="2742"/>
                  </a:cubicBezTo>
                  <a:cubicBezTo>
                    <a:pt x="1697" y="2655"/>
                    <a:pt x="2132" y="1828"/>
                    <a:pt x="2481" y="1589"/>
                  </a:cubicBezTo>
                  <a:cubicBezTo>
                    <a:pt x="2633" y="1480"/>
                    <a:pt x="3177" y="1175"/>
                    <a:pt x="3329" y="1001"/>
                  </a:cubicBezTo>
                  <a:cubicBezTo>
                    <a:pt x="3373" y="958"/>
                    <a:pt x="3438" y="784"/>
                    <a:pt x="3438" y="718"/>
                  </a:cubicBezTo>
                  <a:cubicBezTo>
                    <a:pt x="3481" y="414"/>
                    <a:pt x="3199" y="0"/>
                    <a:pt x="313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 name="Google Shape;42;g39181ba8852_1_73"/>
            <p:cNvSpPr/>
            <p:nvPr/>
          </p:nvSpPr>
          <p:spPr>
            <a:xfrm>
              <a:off x="-1040894" y="4927643"/>
              <a:ext cx="81157" cy="136368"/>
            </a:xfrm>
            <a:custGeom>
              <a:rect b="b" l="l" r="r" t="t"/>
              <a:pathLst>
                <a:path extrusionOk="0" h="1719" w="1023">
                  <a:moveTo>
                    <a:pt x="1023" y="0"/>
                  </a:moveTo>
                  <a:cubicBezTo>
                    <a:pt x="1023" y="0"/>
                    <a:pt x="1" y="944"/>
                    <a:pt x="49" y="944"/>
                  </a:cubicBezTo>
                  <a:cubicBezTo>
                    <a:pt x="52" y="944"/>
                    <a:pt x="57" y="941"/>
                    <a:pt x="66" y="936"/>
                  </a:cubicBezTo>
                  <a:cubicBezTo>
                    <a:pt x="155" y="875"/>
                    <a:pt x="229" y="849"/>
                    <a:pt x="291" y="849"/>
                  </a:cubicBezTo>
                  <a:cubicBezTo>
                    <a:pt x="645" y="849"/>
                    <a:pt x="566" y="1719"/>
                    <a:pt x="566" y="1719"/>
                  </a:cubicBezTo>
                  <a:lnTo>
                    <a:pt x="697" y="1719"/>
                  </a:lnTo>
                  <a:cubicBezTo>
                    <a:pt x="697" y="1719"/>
                    <a:pt x="718" y="1088"/>
                    <a:pt x="805" y="805"/>
                  </a:cubicBezTo>
                  <a:cubicBezTo>
                    <a:pt x="849" y="588"/>
                    <a:pt x="1023" y="0"/>
                    <a:pt x="1023" y="0"/>
                  </a:cubicBez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 name="Google Shape;43;g39181ba8852_1_73"/>
            <p:cNvSpPr/>
            <p:nvPr/>
          </p:nvSpPr>
          <p:spPr>
            <a:xfrm>
              <a:off x="-1138311" y="4121018"/>
              <a:ext cx="220068" cy="762282"/>
            </a:xfrm>
            <a:custGeom>
              <a:rect b="b" l="l" r="r" t="t"/>
              <a:pathLst>
                <a:path extrusionOk="0" h="9609" w="2774">
                  <a:moveTo>
                    <a:pt x="554" y="1"/>
                  </a:moveTo>
                  <a:cubicBezTo>
                    <a:pt x="240" y="1"/>
                    <a:pt x="0" y="152"/>
                    <a:pt x="10" y="573"/>
                  </a:cubicBezTo>
                  <a:cubicBezTo>
                    <a:pt x="10" y="747"/>
                    <a:pt x="227" y="2683"/>
                    <a:pt x="293" y="3097"/>
                  </a:cubicBezTo>
                  <a:cubicBezTo>
                    <a:pt x="358" y="3510"/>
                    <a:pt x="815" y="7775"/>
                    <a:pt x="728" y="9363"/>
                  </a:cubicBezTo>
                  <a:cubicBezTo>
                    <a:pt x="728" y="9476"/>
                    <a:pt x="1199" y="9608"/>
                    <a:pt x="1509" y="9608"/>
                  </a:cubicBezTo>
                  <a:cubicBezTo>
                    <a:pt x="1675" y="9608"/>
                    <a:pt x="1795" y="9570"/>
                    <a:pt x="1772" y="9472"/>
                  </a:cubicBezTo>
                  <a:cubicBezTo>
                    <a:pt x="1729" y="9189"/>
                    <a:pt x="2686" y="4990"/>
                    <a:pt x="2730" y="4185"/>
                  </a:cubicBezTo>
                  <a:cubicBezTo>
                    <a:pt x="2773" y="3401"/>
                    <a:pt x="2599" y="1334"/>
                    <a:pt x="1794" y="529"/>
                  </a:cubicBezTo>
                  <a:cubicBezTo>
                    <a:pt x="1521" y="268"/>
                    <a:pt x="971" y="1"/>
                    <a:pt x="554" y="1"/>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 name="Google Shape;44;g39181ba8852_1_73"/>
            <p:cNvSpPr/>
            <p:nvPr/>
          </p:nvSpPr>
          <p:spPr>
            <a:xfrm>
              <a:off x="-685337" y="4967308"/>
              <a:ext cx="119157" cy="176192"/>
            </a:xfrm>
            <a:custGeom>
              <a:rect b="b" l="l" r="r" t="t"/>
              <a:pathLst>
                <a:path extrusionOk="0" h="2221" w="1502">
                  <a:moveTo>
                    <a:pt x="1088" y="0"/>
                  </a:moveTo>
                  <a:lnTo>
                    <a:pt x="0" y="327"/>
                  </a:lnTo>
                  <a:cubicBezTo>
                    <a:pt x="0" y="327"/>
                    <a:pt x="22" y="1241"/>
                    <a:pt x="370" y="1676"/>
                  </a:cubicBezTo>
                  <a:cubicBezTo>
                    <a:pt x="434" y="1761"/>
                    <a:pt x="935" y="2220"/>
                    <a:pt x="1140" y="2220"/>
                  </a:cubicBezTo>
                  <a:cubicBezTo>
                    <a:pt x="1145" y="2220"/>
                    <a:pt x="1149" y="2220"/>
                    <a:pt x="1154" y="2220"/>
                  </a:cubicBezTo>
                  <a:cubicBezTo>
                    <a:pt x="1371" y="2176"/>
                    <a:pt x="1502" y="1545"/>
                    <a:pt x="1502" y="1262"/>
                  </a:cubicBezTo>
                  <a:cubicBezTo>
                    <a:pt x="1502" y="1001"/>
                    <a:pt x="1088" y="0"/>
                    <a:pt x="108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 name="Google Shape;45;g39181ba8852_1_73"/>
            <p:cNvSpPr/>
            <p:nvPr/>
          </p:nvSpPr>
          <p:spPr>
            <a:xfrm>
              <a:off x="-687082" y="4922407"/>
              <a:ext cx="103688" cy="164134"/>
            </a:xfrm>
            <a:custGeom>
              <a:rect b="b" l="l" r="r" t="t"/>
              <a:pathLst>
                <a:path extrusionOk="0" h="2069" w="1307">
                  <a:moveTo>
                    <a:pt x="893" y="1"/>
                  </a:moveTo>
                  <a:lnTo>
                    <a:pt x="44" y="88"/>
                  </a:lnTo>
                  <a:cubicBezTo>
                    <a:pt x="44" y="88"/>
                    <a:pt x="44" y="458"/>
                    <a:pt x="22" y="784"/>
                  </a:cubicBezTo>
                  <a:cubicBezTo>
                    <a:pt x="1" y="1128"/>
                    <a:pt x="447" y="2068"/>
                    <a:pt x="983" y="2068"/>
                  </a:cubicBezTo>
                  <a:cubicBezTo>
                    <a:pt x="989" y="2068"/>
                    <a:pt x="995" y="2068"/>
                    <a:pt x="1002" y="2068"/>
                  </a:cubicBezTo>
                  <a:cubicBezTo>
                    <a:pt x="1219" y="2068"/>
                    <a:pt x="1306" y="1502"/>
                    <a:pt x="1284" y="1350"/>
                  </a:cubicBezTo>
                  <a:cubicBezTo>
                    <a:pt x="1219" y="741"/>
                    <a:pt x="893" y="1"/>
                    <a:pt x="893"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 name="Google Shape;46;g39181ba8852_1_73"/>
            <p:cNvSpPr/>
            <p:nvPr/>
          </p:nvSpPr>
          <p:spPr>
            <a:xfrm>
              <a:off x="-852803" y="4153067"/>
              <a:ext cx="252119" cy="847086"/>
            </a:xfrm>
            <a:custGeom>
              <a:rect b="b" l="l" r="r" t="t"/>
              <a:pathLst>
                <a:path extrusionOk="0" h="10678" w="3178">
                  <a:moveTo>
                    <a:pt x="1071" y="0"/>
                  </a:moveTo>
                  <a:cubicBezTo>
                    <a:pt x="1020" y="0"/>
                    <a:pt x="968" y="5"/>
                    <a:pt x="915" y="16"/>
                  </a:cubicBezTo>
                  <a:cubicBezTo>
                    <a:pt x="175" y="147"/>
                    <a:pt x="1" y="669"/>
                    <a:pt x="349" y="2801"/>
                  </a:cubicBezTo>
                  <a:cubicBezTo>
                    <a:pt x="632" y="4433"/>
                    <a:pt x="1633" y="8089"/>
                    <a:pt x="2111" y="9786"/>
                  </a:cubicBezTo>
                  <a:cubicBezTo>
                    <a:pt x="2286" y="10330"/>
                    <a:pt x="2220" y="10678"/>
                    <a:pt x="2264" y="10678"/>
                  </a:cubicBezTo>
                  <a:cubicBezTo>
                    <a:pt x="2481" y="10678"/>
                    <a:pt x="3091" y="10678"/>
                    <a:pt x="3156" y="10199"/>
                  </a:cubicBezTo>
                  <a:cubicBezTo>
                    <a:pt x="3178" y="10090"/>
                    <a:pt x="2938" y="9720"/>
                    <a:pt x="2938" y="9438"/>
                  </a:cubicBezTo>
                  <a:cubicBezTo>
                    <a:pt x="2938" y="7762"/>
                    <a:pt x="2917" y="3541"/>
                    <a:pt x="2829" y="2932"/>
                  </a:cubicBezTo>
                  <a:cubicBezTo>
                    <a:pt x="2705" y="2268"/>
                    <a:pt x="2125" y="0"/>
                    <a:pt x="1071"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 name="Google Shape;47;g39181ba8852_1_73"/>
            <p:cNvSpPr/>
            <p:nvPr/>
          </p:nvSpPr>
          <p:spPr>
            <a:xfrm>
              <a:off x="-1434450" y="2706965"/>
              <a:ext cx="347000" cy="513503"/>
            </a:xfrm>
            <a:custGeom>
              <a:rect b="b" l="l" r="r" t="t"/>
              <a:pathLst>
                <a:path extrusionOk="0" h="6473" w="4374">
                  <a:moveTo>
                    <a:pt x="3338" y="0"/>
                  </a:moveTo>
                  <a:cubicBezTo>
                    <a:pt x="2854" y="0"/>
                    <a:pt x="2108" y="1267"/>
                    <a:pt x="1654" y="2710"/>
                  </a:cubicBezTo>
                  <a:cubicBezTo>
                    <a:pt x="805" y="5386"/>
                    <a:pt x="0" y="5822"/>
                    <a:pt x="893" y="6322"/>
                  </a:cubicBezTo>
                  <a:cubicBezTo>
                    <a:pt x="1088" y="6424"/>
                    <a:pt x="1251" y="6473"/>
                    <a:pt x="1391" y="6473"/>
                  </a:cubicBezTo>
                  <a:cubicBezTo>
                    <a:pt x="2061" y="6473"/>
                    <a:pt x="2223" y="5358"/>
                    <a:pt x="3068" y="3559"/>
                  </a:cubicBezTo>
                  <a:cubicBezTo>
                    <a:pt x="3852" y="1840"/>
                    <a:pt x="4374" y="338"/>
                    <a:pt x="3416" y="12"/>
                  </a:cubicBezTo>
                  <a:cubicBezTo>
                    <a:pt x="3391" y="4"/>
                    <a:pt x="3365" y="0"/>
                    <a:pt x="333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 name="Google Shape;48;g39181ba8852_1_73"/>
            <p:cNvSpPr/>
            <p:nvPr/>
          </p:nvSpPr>
          <p:spPr>
            <a:xfrm>
              <a:off x="-1229065" y="3487490"/>
              <a:ext cx="274570" cy="812657"/>
            </a:xfrm>
            <a:custGeom>
              <a:rect b="b" l="l" r="r" t="t"/>
              <a:pathLst>
                <a:path extrusionOk="0" h="10244" w="3461">
                  <a:moveTo>
                    <a:pt x="1571" y="0"/>
                  </a:moveTo>
                  <a:cubicBezTo>
                    <a:pt x="1113" y="0"/>
                    <a:pt x="614" y="197"/>
                    <a:pt x="349" y="682"/>
                  </a:cubicBezTo>
                  <a:cubicBezTo>
                    <a:pt x="1" y="1313"/>
                    <a:pt x="22" y="2423"/>
                    <a:pt x="196" y="3881"/>
                  </a:cubicBezTo>
                  <a:cubicBezTo>
                    <a:pt x="414" y="5861"/>
                    <a:pt x="1067" y="8994"/>
                    <a:pt x="1154" y="9277"/>
                  </a:cubicBezTo>
                  <a:cubicBezTo>
                    <a:pt x="1334" y="9940"/>
                    <a:pt x="1758" y="10243"/>
                    <a:pt x="2152" y="10243"/>
                  </a:cubicBezTo>
                  <a:cubicBezTo>
                    <a:pt x="2521" y="10243"/>
                    <a:pt x="2865" y="9978"/>
                    <a:pt x="2960" y="9494"/>
                  </a:cubicBezTo>
                  <a:cubicBezTo>
                    <a:pt x="3025" y="9211"/>
                    <a:pt x="3460" y="3533"/>
                    <a:pt x="3373" y="2902"/>
                  </a:cubicBezTo>
                  <a:cubicBezTo>
                    <a:pt x="3308" y="2271"/>
                    <a:pt x="2960" y="1117"/>
                    <a:pt x="2503" y="399"/>
                  </a:cubicBezTo>
                  <a:cubicBezTo>
                    <a:pt x="2350" y="154"/>
                    <a:pt x="1976" y="0"/>
                    <a:pt x="1571"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 name="Google Shape;49;g39181ba8852_1_73"/>
            <p:cNvSpPr/>
            <p:nvPr/>
          </p:nvSpPr>
          <p:spPr>
            <a:xfrm>
              <a:off x="-970132" y="3505102"/>
              <a:ext cx="300432" cy="796156"/>
            </a:xfrm>
            <a:custGeom>
              <a:rect b="b" l="l" r="r" t="t"/>
              <a:pathLst>
                <a:path extrusionOk="0" h="10036" w="3787">
                  <a:moveTo>
                    <a:pt x="1536" y="0"/>
                  </a:moveTo>
                  <a:cubicBezTo>
                    <a:pt x="966" y="0"/>
                    <a:pt x="434" y="209"/>
                    <a:pt x="305" y="526"/>
                  </a:cubicBezTo>
                  <a:cubicBezTo>
                    <a:pt x="0" y="1309"/>
                    <a:pt x="153" y="2462"/>
                    <a:pt x="218" y="3093"/>
                  </a:cubicBezTo>
                  <a:cubicBezTo>
                    <a:pt x="261" y="3724"/>
                    <a:pt x="1589" y="9185"/>
                    <a:pt x="1698" y="9446"/>
                  </a:cubicBezTo>
                  <a:cubicBezTo>
                    <a:pt x="1859" y="9841"/>
                    <a:pt x="2209" y="10036"/>
                    <a:pt x="2572" y="10036"/>
                  </a:cubicBezTo>
                  <a:cubicBezTo>
                    <a:pt x="3090" y="10036"/>
                    <a:pt x="3635" y="9639"/>
                    <a:pt x="3699" y="8859"/>
                  </a:cubicBezTo>
                  <a:cubicBezTo>
                    <a:pt x="3721" y="8576"/>
                    <a:pt x="3786" y="5595"/>
                    <a:pt x="3634" y="3615"/>
                  </a:cubicBezTo>
                  <a:cubicBezTo>
                    <a:pt x="3503" y="2157"/>
                    <a:pt x="3308" y="1048"/>
                    <a:pt x="2851" y="526"/>
                  </a:cubicBezTo>
                  <a:cubicBezTo>
                    <a:pt x="2539" y="154"/>
                    <a:pt x="2024" y="0"/>
                    <a:pt x="1536"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 name="Google Shape;50;g39181ba8852_1_73"/>
            <p:cNvSpPr/>
            <p:nvPr/>
          </p:nvSpPr>
          <p:spPr>
            <a:xfrm>
              <a:off x="-1218672" y="3469086"/>
              <a:ext cx="250373" cy="248620"/>
            </a:xfrm>
            <a:custGeom>
              <a:rect b="b" l="l" r="r" t="t"/>
              <a:pathLst>
                <a:path extrusionOk="0" h="3134" w="3156">
                  <a:moveTo>
                    <a:pt x="414" y="0"/>
                  </a:moveTo>
                  <a:cubicBezTo>
                    <a:pt x="174" y="610"/>
                    <a:pt x="0" y="1154"/>
                    <a:pt x="87" y="1458"/>
                  </a:cubicBezTo>
                  <a:cubicBezTo>
                    <a:pt x="327" y="2372"/>
                    <a:pt x="2981" y="3134"/>
                    <a:pt x="2981" y="3134"/>
                  </a:cubicBezTo>
                  <a:lnTo>
                    <a:pt x="3155" y="3134"/>
                  </a:lnTo>
                  <a:lnTo>
                    <a:pt x="3155" y="218"/>
                  </a:lnTo>
                  <a:cubicBezTo>
                    <a:pt x="2133" y="218"/>
                    <a:pt x="1436" y="0"/>
                    <a:pt x="414"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 name="Google Shape;51;g39181ba8852_1_73"/>
            <p:cNvSpPr/>
            <p:nvPr/>
          </p:nvSpPr>
          <p:spPr>
            <a:xfrm>
              <a:off x="-1268730" y="2694113"/>
              <a:ext cx="581745" cy="792269"/>
            </a:xfrm>
            <a:custGeom>
              <a:rect b="b" l="l" r="r" t="t"/>
              <a:pathLst>
                <a:path extrusionOk="0" h="9987" w="7333">
                  <a:moveTo>
                    <a:pt x="3786" y="0"/>
                  </a:moveTo>
                  <a:cubicBezTo>
                    <a:pt x="3786" y="0"/>
                    <a:pt x="1931" y="176"/>
                    <a:pt x="1366" y="176"/>
                  </a:cubicBezTo>
                  <a:cubicBezTo>
                    <a:pt x="1334" y="176"/>
                    <a:pt x="1307" y="175"/>
                    <a:pt x="1284" y="174"/>
                  </a:cubicBezTo>
                  <a:cubicBezTo>
                    <a:pt x="1088" y="174"/>
                    <a:pt x="958" y="849"/>
                    <a:pt x="892" y="1044"/>
                  </a:cubicBezTo>
                  <a:cubicBezTo>
                    <a:pt x="479" y="2132"/>
                    <a:pt x="0" y="3394"/>
                    <a:pt x="1023" y="4265"/>
                  </a:cubicBezTo>
                  <a:cubicBezTo>
                    <a:pt x="1240" y="4460"/>
                    <a:pt x="1458" y="6745"/>
                    <a:pt x="1458" y="7811"/>
                  </a:cubicBezTo>
                  <a:cubicBezTo>
                    <a:pt x="1458" y="8246"/>
                    <a:pt x="1349" y="8943"/>
                    <a:pt x="1045" y="9769"/>
                  </a:cubicBezTo>
                  <a:cubicBezTo>
                    <a:pt x="2067" y="9769"/>
                    <a:pt x="2764" y="9987"/>
                    <a:pt x="3786" y="9987"/>
                  </a:cubicBezTo>
                  <a:lnTo>
                    <a:pt x="6854" y="9987"/>
                  </a:lnTo>
                  <a:cubicBezTo>
                    <a:pt x="6528" y="9160"/>
                    <a:pt x="6201" y="8246"/>
                    <a:pt x="6114" y="7811"/>
                  </a:cubicBezTo>
                  <a:cubicBezTo>
                    <a:pt x="5527" y="4547"/>
                    <a:pt x="7333" y="1501"/>
                    <a:pt x="7072" y="892"/>
                  </a:cubicBezTo>
                  <a:cubicBezTo>
                    <a:pt x="6876" y="479"/>
                    <a:pt x="5940" y="305"/>
                    <a:pt x="5527" y="174"/>
                  </a:cubicBezTo>
                  <a:cubicBezTo>
                    <a:pt x="5070" y="44"/>
                    <a:pt x="3786" y="0"/>
                    <a:pt x="3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 name="Google Shape;52;g39181ba8852_1_73"/>
            <p:cNvSpPr/>
            <p:nvPr/>
          </p:nvSpPr>
          <p:spPr>
            <a:xfrm>
              <a:off x="-968386" y="3486380"/>
              <a:ext cx="274490" cy="231326"/>
            </a:xfrm>
            <a:custGeom>
              <a:rect b="b" l="l" r="r" t="t"/>
              <a:pathLst>
                <a:path extrusionOk="0" h="2916" w="3460">
                  <a:moveTo>
                    <a:pt x="0" y="0"/>
                  </a:moveTo>
                  <a:lnTo>
                    <a:pt x="0" y="2916"/>
                  </a:lnTo>
                  <a:lnTo>
                    <a:pt x="174" y="2916"/>
                  </a:lnTo>
                  <a:cubicBezTo>
                    <a:pt x="174" y="2916"/>
                    <a:pt x="3155" y="2350"/>
                    <a:pt x="3394" y="1458"/>
                  </a:cubicBezTo>
                  <a:cubicBezTo>
                    <a:pt x="3460" y="1153"/>
                    <a:pt x="3286" y="587"/>
                    <a:pt x="3068"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 name="Google Shape;53;g39181ba8852_1_73"/>
            <p:cNvSpPr/>
            <p:nvPr/>
          </p:nvSpPr>
          <p:spPr>
            <a:xfrm>
              <a:off x="-1094442" y="2511100"/>
              <a:ext cx="233158" cy="234817"/>
            </a:xfrm>
            <a:custGeom>
              <a:rect b="b" l="l" r="r" t="t"/>
              <a:pathLst>
                <a:path extrusionOk="0" h="2960" w="2939">
                  <a:moveTo>
                    <a:pt x="762" y="1"/>
                  </a:moveTo>
                  <a:cubicBezTo>
                    <a:pt x="762" y="1"/>
                    <a:pt x="784" y="1284"/>
                    <a:pt x="654" y="1633"/>
                  </a:cubicBezTo>
                  <a:cubicBezTo>
                    <a:pt x="523" y="1981"/>
                    <a:pt x="1" y="2394"/>
                    <a:pt x="1" y="2394"/>
                  </a:cubicBezTo>
                  <a:lnTo>
                    <a:pt x="1197" y="2960"/>
                  </a:lnTo>
                  <a:lnTo>
                    <a:pt x="2938" y="2307"/>
                  </a:lnTo>
                  <a:cubicBezTo>
                    <a:pt x="2938" y="2307"/>
                    <a:pt x="2655" y="1981"/>
                    <a:pt x="2525" y="1633"/>
                  </a:cubicBezTo>
                  <a:cubicBezTo>
                    <a:pt x="2394" y="1284"/>
                    <a:pt x="2394" y="1"/>
                    <a:pt x="2394"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 name="Google Shape;54;g39181ba8852_1_73"/>
            <p:cNvSpPr/>
            <p:nvPr/>
          </p:nvSpPr>
          <p:spPr>
            <a:xfrm>
              <a:off x="-1106500" y="2511100"/>
              <a:ext cx="203726" cy="196897"/>
            </a:xfrm>
            <a:custGeom>
              <a:rect b="b" l="l" r="r" t="t"/>
              <a:pathLst>
                <a:path extrusionOk="0" h="2482" w="2568">
                  <a:moveTo>
                    <a:pt x="914" y="1"/>
                  </a:moveTo>
                  <a:cubicBezTo>
                    <a:pt x="914" y="1"/>
                    <a:pt x="936" y="1284"/>
                    <a:pt x="806" y="1633"/>
                  </a:cubicBezTo>
                  <a:cubicBezTo>
                    <a:pt x="675" y="1981"/>
                    <a:pt x="0" y="2481"/>
                    <a:pt x="0" y="2481"/>
                  </a:cubicBezTo>
                  <a:lnTo>
                    <a:pt x="2568" y="653"/>
                  </a:lnTo>
                  <a:cubicBezTo>
                    <a:pt x="2546" y="305"/>
                    <a:pt x="2546" y="1"/>
                    <a:pt x="254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 name="Google Shape;55;g39181ba8852_1_73"/>
            <p:cNvSpPr/>
            <p:nvPr/>
          </p:nvSpPr>
          <p:spPr>
            <a:xfrm>
              <a:off x="-1132361" y="2262083"/>
              <a:ext cx="307334" cy="346672"/>
            </a:xfrm>
            <a:custGeom>
              <a:rect b="b" l="l" r="r" t="t"/>
              <a:pathLst>
                <a:path extrusionOk="0" h="4370" w="3874">
                  <a:moveTo>
                    <a:pt x="1962" y="0"/>
                  </a:moveTo>
                  <a:cubicBezTo>
                    <a:pt x="1191" y="0"/>
                    <a:pt x="478" y="568"/>
                    <a:pt x="261" y="1617"/>
                  </a:cubicBezTo>
                  <a:cubicBezTo>
                    <a:pt x="0" y="2900"/>
                    <a:pt x="522" y="4162"/>
                    <a:pt x="1132" y="4336"/>
                  </a:cubicBezTo>
                  <a:cubicBezTo>
                    <a:pt x="1204" y="4359"/>
                    <a:pt x="1286" y="4370"/>
                    <a:pt x="1375" y="4370"/>
                  </a:cubicBezTo>
                  <a:cubicBezTo>
                    <a:pt x="2064" y="4370"/>
                    <a:pt x="3176" y="3715"/>
                    <a:pt x="3503" y="2617"/>
                  </a:cubicBezTo>
                  <a:cubicBezTo>
                    <a:pt x="3873" y="1399"/>
                    <a:pt x="3373" y="355"/>
                    <a:pt x="2437" y="72"/>
                  </a:cubicBezTo>
                  <a:cubicBezTo>
                    <a:pt x="2279" y="24"/>
                    <a:pt x="2119" y="0"/>
                    <a:pt x="1962"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 name="Google Shape;56;g39181ba8852_1_73"/>
            <p:cNvSpPr/>
            <p:nvPr/>
          </p:nvSpPr>
          <p:spPr>
            <a:xfrm>
              <a:off x="-1035737" y="2250977"/>
              <a:ext cx="252119" cy="287809"/>
            </a:xfrm>
            <a:custGeom>
              <a:rect b="b" l="l" r="r" t="t"/>
              <a:pathLst>
                <a:path extrusionOk="0" h="3628" w="3178">
                  <a:moveTo>
                    <a:pt x="773" y="0"/>
                  </a:moveTo>
                  <a:cubicBezTo>
                    <a:pt x="351" y="0"/>
                    <a:pt x="33" y="172"/>
                    <a:pt x="22" y="234"/>
                  </a:cubicBezTo>
                  <a:cubicBezTo>
                    <a:pt x="1" y="342"/>
                    <a:pt x="109" y="778"/>
                    <a:pt x="153" y="952"/>
                  </a:cubicBezTo>
                  <a:cubicBezTo>
                    <a:pt x="240" y="1321"/>
                    <a:pt x="566" y="1583"/>
                    <a:pt x="1328" y="1757"/>
                  </a:cubicBezTo>
                  <a:cubicBezTo>
                    <a:pt x="1850" y="1865"/>
                    <a:pt x="2111" y="2692"/>
                    <a:pt x="2068" y="2975"/>
                  </a:cubicBezTo>
                  <a:cubicBezTo>
                    <a:pt x="2046" y="3106"/>
                    <a:pt x="1828" y="3628"/>
                    <a:pt x="1828" y="3628"/>
                  </a:cubicBezTo>
                  <a:cubicBezTo>
                    <a:pt x="1828" y="3628"/>
                    <a:pt x="3177" y="2670"/>
                    <a:pt x="2307" y="1060"/>
                  </a:cubicBezTo>
                  <a:cubicBezTo>
                    <a:pt x="1857" y="219"/>
                    <a:pt x="1249" y="0"/>
                    <a:pt x="773"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g39181ba8852_1_73"/>
            <p:cNvSpPr/>
            <p:nvPr/>
          </p:nvSpPr>
          <p:spPr>
            <a:xfrm>
              <a:off x="-1113402" y="2267557"/>
              <a:ext cx="144702" cy="112490"/>
            </a:xfrm>
            <a:custGeom>
              <a:rect b="b" l="l" r="r" t="t"/>
              <a:pathLst>
                <a:path extrusionOk="0" h="1418" w="1824">
                  <a:moveTo>
                    <a:pt x="1258" y="0"/>
                  </a:moveTo>
                  <a:cubicBezTo>
                    <a:pt x="1188" y="0"/>
                    <a:pt x="1103" y="8"/>
                    <a:pt x="1001" y="25"/>
                  </a:cubicBezTo>
                  <a:cubicBezTo>
                    <a:pt x="87" y="155"/>
                    <a:pt x="0" y="1417"/>
                    <a:pt x="0" y="1417"/>
                  </a:cubicBezTo>
                  <a:cubicBezTo>
                    <a:pt x="0" y="1417"/>
                    <a:pt x="479" y="1112"/>
                    <a:pt x="936" y="1069"/>
                  </a:cubicBezTo>
                  <a:cubicBezTo>
                    <a:pt x="1415" y="1025"/>
                    <a:pt x="1480" y="481"/>
                    <a:pt x="1480" y="481"/>
                  </a:cubicBezTo>
                  <a:cubicBezTo>
                    <a:pt x="1480" y="481"/>
                    <a:pt x="1824" y="0"/>
                    <a:pt x="1258"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 name="Google Shape;58;g39181ba8852_1_73"/>
            <p:cNvSpPr/>
            <p:nvPr/>
          </p:nvSpPr>
          <p:spPr>
            <a:xfrm>
              <a:off x="-1246279" y="2849441"/>
              <a:ext cx="474726" cy="631784"/>
            </a:xfrm>
            <a:custGeom>
              <a:rect b="b" l="l" r="r" t="t"/>
              <a:pathLst>
                <a:path extrusionOk="0" h="7964" w="5984">
                  <a:moveTo>
                    <a:pt x="283" y="0"/>
                  </a:moveTo>
                  <a:cubicBezTo>
                    <a:pt x="44" y="827"/>
                    <a:pt x="0" y="1676"/>
                    <a:pt x="740" y="2307"/>
                  </a:cubicBezTo>
                  <a:cubicBezTo>
                    <a:pt x="957" y="2502"/>
                    <a:pt x="1175" y="4787"/>
                    <a:pt x="1175" y="5853"/>
                  </a:cubicBezTo>
                  <a:cubicBezTo>
                    <a:pt x="1175" y="6288"/>
                    <a:pt x="1066" y="6985"/>
                    <a:pt x="762" y="7811"/>
                  </a:cubicBezTo>
                  <a:cubicBezTo>
                    <a:pt x="1414" y="7811"/>
                    <a:pt x="1915" y="7898"/>
                    <a:pt x="2481" y="7964"/>
                  </a:cubicBezTo>
                  <a:cubicBezTo>
                    <a:pt x="2481" y="7964"/>
                    <a:pt x="2285" y="7202"/>
                    <a:pt x="2285" y="6789"/>
                  </a:cubicBezTo>
                  <a:cubicBezTo>
                    <a:pt x="2296" y="6007"/>
                    <a:pt x="3098" y="5907"/>
                    <a:pt x="3921" y="5907"/>
                  </a:cubicBezTo>
                  <a:cubicBezTo>
                    <a:pt x="4202" y="5907"/>
                    <a:pt x="4485" y="5919"/>
                    <a:pt x="4740" y="5919"/>
                  </a:cubicBezTo>
                  <a:cubicBezTo>
                    <a:pt x="5192" y="5919"/>
                    <a:pt x="5556" y="5882"/>
                    <a:pt x="5657" y="5679"/>
                  </a:cubicBezTo>
                  <a:cubicBezTo>
                    <a:pt x="5984" y="5026"/>
                    <a:pt x="4482" y="3438"/>
                    <a:pt x="4635" y="3220"/>
                  </a:cubicBezTo>
                  <a:cubicBezTo>
                    <a:pt x="4809" y="3003"/>
                    <a:pt x="4635" y="2720"/>
                    <a:pt x="4373" y="2589"/>
                  </a:cubicBezTo>
                  <a:cubicBezTo>
                    <a:pt x="4091" y="2481"/>
                    <a:pt x="3503" y="2524"/>
                    <a:pt x="2089" y="2459"/>
                  </a:cubicBezTo>
                  <a:cubicBezTo>
                    <a:pt x="696" y="2372"/>
                    <a:pt x="501" y="1676"/>
                    <a:pt x="283" y="1371"/>
                  </a:cubicBezTo>
                  <a:cubicBezTo>
                    <a:pt x="87" y="1066"/>
                    <a:pt x="283" y="66"/>
                    <a:pt x="28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g39181ba8852_1_73"/>
            <p:cNvSpPr/>
            <p:nvPr/>
          </p:nvSpPr>
          <p:spPr>
            <a:xfrm>
              <a:off x="-1059933" y="2711328"/>
              <a:ext cx="60531" cy="34588"/>
            </a:xfrm>
            <a:custGeom>
              <a:rect b="b" l="l" r="r" t="t"/>
              <a:pathLst>
                <a:path extrusionOk="0" h="436" w="763">
                  <a:moveTo>
                    <a:pt x="610" y="1"/>
                  </a:moveTo>
                  <a:lnTo>
                    <a:pt x="1" y="109"/>
                  </a:lnTo>
                  <a:lnTo>
                    <a:pt x="762" y="436"/>
                  </a:lnTo>
                  <a:lnTo>
                    <a:pt x="61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 name="Google Shape;60;g39181ba8852_1_73"/>
            <p:cNvSpPr/>
            <p:nvPr/>
          </p:nvSpPr>
          <p:spPr>
            <a:xfrm>
              <a:off x="-999484" y="2711328"/>
              <a:ext cx="48393" cy="34588"/>
            </a:xfrm>
            <a:custGeom>
              <a:rect b="b" l="l" r="r" t="t"/>
              <a:pathLst>
                <a:path extrusionOk="0" h="436" w="610">
                  <a:moveTo>
                    <a:pt x="153" y="1"/>
                  </a:moveTo>
                  <a:lnTo>
                    <a:pt x="0" y="436"/>
                  </a:lnTo>
                  <a:lnTo>
                    <a:pt x="610" y="218"/>
                  </a:lnTo>
                  <a:lnTo>
                    <a:pt x="15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 name="Google Shape;61;g39181ba8852_1_73"/>
            <p:cNvSpPr/>
            <p:nvPr/>
          </p:nvSpPr>
          <p:spPr>
            <a:xfrm>
              <a:off x="-1235966" y="3469086"/>
              <a:ext cx="576589" cy="785446"/>
            </a:xfrm>
            <a:custGeom>
              <a:rect b="b" l="l" r="r" t="t"/>
              <a:pathLst>
                <a:path extrusionOk="0" h="9901" w="7268">
                  <a:moveTo>
                    <a:pt x="632" y="0"/>
                  </a:moveTo>
                  <a:cubicBezTo>
                    <a:pt x="632" y="0"/>
                    <a:pt x="175" y="762"/>
                    <a:pt x="88" y="2111"/>
                  </a:cubicBezTo>
                  <a:cubicBezTo>
                    <a:pt x="1" y="3482"/>
                    <a:pt x="980" y="9748"/>
                    <a:pt x="980" y="9748"/>
                  </a:cubicBezTo>
                  <a:lnTo>
                    <a:pt x="3678" y="9900"/>
                  </a:lnTo>
                  <a:lnTo>
                    <a:pt x="7268" y="9618"/>
                  </a:lnTo>
                  <a:cubicBezTo>
                    <a:pt x="7268" y="9618"/>
                    <a:pt x="7181" y="3895"/>
                    <a:pt x="7029" y="2176"/>
                  </a:cubicBezTo>
                  <a:cubicBezTo>
                    <a:pt x="6854" y="479"/>
                    <a:pt x="6376" y="44"/>
                    <a:pt x="6376" y="44"/>
                  </a:cubicBezTo>
                  <a:lnTo>
                    <a:pt x="3112" y="174"/>
                  </a:lnTo>
                  <a:lnTo>
                    <a:pt x="632" y="0"/>
                  </a:lnTo>
                  <a:close/>
                </a:path>
              </a:pathLst>
            </a:cu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 name="Google Shape;62;g39181ba8852_1_73"/>
            <p:cNvSpPr/>
            <p:nvPr/>
          </p:nvSpPr>
          <p:spPr>
            <a:xfrm>
              <a:off x="-987426" y="2652624"/>
              <a:ext cx="157158" cy="117488"/>
            </a:xfrm>
            <a:custGeom>
              <a:rect b="b" l="l" r="r" t="t"/>
              <a:pathLst>
                <a:path extrusionOk="0" h="1481" w="1981">
                  <a:moveTo>
                    <a:pt x="1437" y="1"/>
                  </a:moveTo>
                  <a:lnTo>
                    <a:pt x="1" y="741"/>
                  </a:lnTo>
                  <a:lnTo>
                    <a:pt x="501" y="1480"/>
                  </a:lnTo>
                  <a:lnTo>
                    <a:pt x="1981" y="697"/>
                  </a:lnTo>
                  <a:lnTo>
                    <a:pt x="1437"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 name="Google Shape;63;g39181ba8852_1_73"/>
            <p:cNvSpPr/>
            <p:nvPr/>
          </p:nvSpPr>
          <p:spPr>
            <a:xfrm>
              <a:off x="-1123794" y="2661271"/>
              <a:ext cx="112335" cy="103684"/>
            </a:xfrm>
            <a:custGeom>
              <a:rect b="b" l="l" r="r" t="t"/>
              <a:pathLst>
                <a:path extrusionOk="0" h="1307" w="1416">
                  <a:moveTo>
                    <a:pt x="654" y="1"/>
                  </a:moveTo>
                  <a:lnTo>
                    <a:pt x="1" y="588"/>
                  </a:lnTo>
                  <a:lnTo>
                    <a:pt x="871" y="1306"/>
                  </a:lnTo>
                  <a:lnTo>
                    <a:pt x="1415" y="632"/>
                  </a:lnTo>
                  <a:lnTo>
                    <a:pt x="654"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 name="Google Shape;64;g39181ba8852_1_73"/>
            <p:cNvSpPr/>
            <p:nvPr/>
          </p:nvSpPr>
          <p:spPr>
            <a:xfrm>
              <a:off x="-1235966" y="3469086"/>
              <a:ext cx="338432" cy="785446"/>
            </a:xfrm>
            <a:custGeom>
              <a:rect b="b" l="l" r="r" t="t"/>
              <a:pathLst>
                <a:path extrusionOk="0" h="9901" w="4266">
                  <a:moveTo>
                    <a:pt x="632" y="0"/>
                  </a:moveTo>
                  <a:cubicBezTo>
                    <a:pt x="632" y="0"/>
                    <a:pt x="175" y="762"/>
                    <a:pt x="88" y="2111"/>
                  </a:cubicBezTo>
                  <a:cubicBezTo>
                    <a:pt x="1" y="3482"/>
                    <a:pt x="980" y="9748"/>
                    <a:pt x="980" y="9748"/>
                  </a:cubicBezTo>
                  <a:lnTo>
                    <a:pt x="3678" y="9900"/>
                  </a:lnTo>
                  <a:lnTo>
                    <a:pt x="4265" y="9879"/>
                  </a:lnTo>
                  <a:cubicBezTo>
                    <a:pt x="4265" y="9879"/>
                    <a:pt x="3612" y="9748"/>
                    <a:pt x="3525" y="9161"/>
                  </a:cubicBezTo>
                  <a:cubicBezTo>
                    <a:pt x="3337" y="8007"/>
                    <a:pt x="3148" y="5801"/>
                    <a:pt x="2978" y="5801"/>
                  </a:cubicBezTo>
                  <a:cubicBezTo>
                    <a:pt x="2972" y="5801"/>
                    <a:pt x="2966" y="5804"/>
                    <a:pt x="2960" y="5810"/>
                  </a:cubicBezTo>
                  <a:cubicBezTo>
                    <a:pt x="2786" y="6027"/>
                    <a:pt x="2873" y="7746"/>
                    <a:pt x="2568" y="8073"/>
                  </a:cubicBezTo>
                  <a:cubicBezTo>
                    <a:pt x="2444" y="8224"/>
                    <a:pt x="2294" y="8302"/>
                    <a:pt x="2141" y="8302"/>
                  </a:cubicBezTo>
                  <a:cubicBezTo>
                    <a:pt x="1919" y="8302"/>
                    <a:pt x="1691" y="8137"/>
                    <a:pt x="1524" y="7790"/>
                  </a:cubicBezTo>
                  <a:cubicBezTo>
                    <a:pt x="1263" y="7181"/>
                    <a:pt x="566" y="2938"/>
                    <a:pt x="1132" y="1436"/>
                  </a:cubicBezTo>
                  <a:cubicBezTo>
                    <a:pt x="1524" y="392"/>
                    <a:pt x="2351" y="153"/>
                    <a:pt x="2351" y="153"/>
                  </a:cubicBezTo>
                  <a:lnTo>
                    <a:pt x="2242" y="131"/>
                  </a:lnTo>
                  <a:lnTo>
                    <a:pt x="632"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 name="Google Shape;65;g39181ba8852_1_73"/>
            <p:cNvSpPr/>
            <p:nvPr/>
          </p:nvSpPr>
          <p:spPr>
            <a:xfrm>
              <a:off x="-1027090" y="2734413"/>
              <a:ext cx="50138" cy="45853"/>
            </a:xfrm>
            <a:custGeom>
              <a:rect b="b" l="l" r="r" t="t"/>
              <a:pathLst>
                <a:path extrusionOk="0" h="578" w="632">
                  <a:moveTo>
                    <a:pt x="329" y="0"/>
                  </a:moveTo>
                  <a:cubicBezTo>
                    <a:pt x="207" y="0"/>
                    <a:pt x="79" y="23"/>
                    <a:pt x="44" y="58"/>
                  </a:cubicBezTo>
                  <a:cubicBezTo>
                    <a:pt x="0" y="145"/>
                    <a:pt x="44" y="471"/>
                    <a:pt x="66" y="536"/>
                  </a:cubicBezTo>
                  <a:cubicBezTo>
                    <a:pt x="90" y="560"/>
                    <a:pt x="179" y="578"/>
                    <a:pt x="265" y="578"/>
                  </a:cubicBezTo>
                  <a:cubicBezTo>
                    <a:pt x="337" y="578"/>
                    <a:pt x="406" y="566"/>
                    <a:pt x="436" y="536"/>
                  </a:cubicBezTo>
                  <a:cubicBezTo>
                    <a:pt x="501" y="471"/>
                    <a:pt x="631" y="167"/>
                    <a:pt x="566" y="58"/>
                  </a:cubicBezTo>
                  <a:cubicBezTo>
                    <a:pt x="536" y="17"/>
                    <a:pt x="435" y="0"/>
                    <a:pt x="3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 name="Google Shape;66;g39181ba8852_1_73"/>
            <p:cNvSpPr/>
            <p:nvPr/>
          </p:nvSpPr>
          <p:spPr>
            <a:xfrm>
              <a:off x="-1087540" y="2776934"/>
              <a:ext cx="98531" cy="274482"/>
            </a:xfrm>
            <a:custGeom>
              <a:rect b="b" l="l" r="r" t="t"/>
              <a:pathLst>
                <a:path extrusionOk="0" h="3460" w="1242">
                  <a:moveTo>
                    <a:pt x="828" y="0"/>
                  </a:moveTo>
                  <a:lnTo>
                    <a:pt x="1" y="2350"/>
                  </a:lnTo>
                  <a:lnTo>
                    <a:pt x="501" y="3460"/>
                  </a:lnTo>
                  <a:lnTo>
                    <a:pt x="1241" y="2481"/>
                  </a:lnTo>
                  <a:lnTo>
                    <a:pt x="1198"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 name="Google Shape;67;g39181ba8852_1_73"/>
            <p:cNvSpPr/>
            <p:nvPr/>
          </p:nvSpPr>
          <p:spPr>
            <a:xfrm>
              <a:off x="-845901" y="2739887"/>
              <a:ext cx="171041" cy="541269"/>
            </a:xfrm>
            <a:custGeom>
              <a:rect b="b" l="l" r="r" t="t"/>
              <a:pathLst>
                <a:path extrusionOk="0" h="6823" w="2156">
                  <a:moveTo>
                    <a:pt x="1243" y="0"/>
                  </a:moveTo>
                  <a:cubicBezTo>
                    <a:pt x="225" y="0"/>
                    <a:pt x="67" y="1509"/>
                    <a:pt x="88" y="3296"/>
                  </a:cubicBezTo>
                  <a:cubicBezTo>
                    <a:pt x="110" y="5668"/>
                    <a:pt x="1" y="6799"/>
                    <a:pt x="893" y="6821"/>
                  </a:cubicBezTo>
                  <a:cubicBezTo>
                    <a:pt x="914" y="6822"/>
                    <a:pt x="935" y="6822"/>
                    <a:pt x="955" y="6822"/>
                  </a:cubicBezTo>
                  <a:cubicBezTo>
                    <a:pt x="1858" y="6822"/>
                    <a:pt x="1554" y="5848"/>
                    <a:pt x="1937" y="3165"/>
                  </a:cubicBezTo>
                  <a:cubicBezTo>
                    <a:pt x="2155" y="1599"/>
                    <a:pt x="1937" y="76"/>
                    <a:pt x="1393" y="11"/>
                  </a:cubicBezTo>
                  <a:cubicBezTo>
                    <a:pt x="1341" y="4"/>
                    <a:pt x="1291" y="0"/>
                    <a:pt x="124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 name="Google Shape;68;g39181ba8852_1_73"/>
            <p:cNvSpPr/>
            <p:nvPr/>
          </p:nvSpPr>
          <p:spPr>
            <a:xfrm>
              <a:off x="-1217006" y="2835638"/>
              <a:ext cx="333276" cy="440202"/>
            </a:xfrm>
            <a:custGeom>
              <a:rect b="b" l="l" r="r" t="t"/>
              <a:pathLst>
                <a:path extrusionOk="0" h="5549" w="4201">
                  <a:moveTo>
                    <a:pt x="4113" y="0"/>
                  </a:moveTo>
                  <a:lnTo>
                    <a:pt x="1" y="65"/>
                  </a:lnTo>
                  <a:lnTo>
                    <a:pt x="88" y="5549"/>
                  </a:lnTo>
                  <a:lnTo>
                    <a:pt x="4200" y="5483"/>
                  </a:lnTo>
                  <a:lnTo>
                    <a:pt x="4113"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 name="Google Shape;69;g39181ba8852_1_73"/>
            <p:cNvSpPr/>
            <p:nvPr/>
          </p:nvSpPr>
          <p:spPr>
            <a:xfrm>
              <a:off x="-1217006" y="2840794"/>
              <a:ext cx="333276" cy="435046"/>
            </a:xfrm>
            <a:custGeom>
              <a:rect b="b" l="l" r="r" t="t"/>
              <a:pathLst>
                <a:path extrusionOk="0" h="5484" w="4201">
                  <a:moveTo>
                    <a:pt x="1" y="0"/>
                  </a:moveTo>
                  <a:lnTo>
                    <a:pt x="88" y="5484"/>
                  </a:lnTo>
                  <a:lnTo>
                    <a:pt x="4200" y="5418"/>
                  </a:lnTo>
                  <a:lnTo>
                    <a:pt x="4179" y="3917"/>
                  </a:lnTo>
                  <a:cubicBezTo>
                    <a:pt x="4179" y="3917"/>
                    <a:pt x="2351" y="3656"/>
                    <a:pt x="1633" y="2786"/>
                  </a:cubicBezTo>
                  <a:cubicBezTo>
                    <a:pt x="915" y="1915"/>
                    <a:pt x="675" y="22"/>
                    <a:pt x="675"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0" name="Google Shape;70;g39181ba8852_1_73"/>
            <p:cNvSpPr/>
            <p:nvPr/>
          </p:nvSpPr>
          <p:spPr>
            <a:xfrm>
              <a:off x="-1410254" y="3090286"/>
              <a:ext cx="485118" cy="145253"/>
            </a:xfrm>
            <a:custGeom>
              <a:rect b="b" l="l" r="r" t="t"/>
              <a:pathLst>
                <a:path extrusionOk="0" h="1831" w="6115">
                  <a:moveTo>
                    <a:pt x="4965" y="0"/>
                  </a:moveTo>
                  <a:cubicBezTo>
                    <a:pt x="4233" y="0"/>
                    <a:pt x="3221" y="116"/>
                    <a:pt x="2306" y="141"/>
                  </a:cubicBezTo>
                  <a:cubicBezTo>
                    <a:pt x="696" y="184"/>
                    <a:pt x="0" y="446"/>
                    <a:pt x="218" y="1359"/>
                  </a:cubicBezTo>
                  <a:cubicBezTo>
                    <a:pt x="288" y="1640"/>
                    <a:pt x="630" y="1831"/>
                    <a:pt x="1215" y="1831"/>
                  </a:cubicBezTo>
                  <a:cubicBezTo>
                    <a:pt x="1537" y="1831"/>
                    <a:pt x="1931" y="1773"/>
                    <a:pt x="2393" y="1642"/>
                  </a:cubicBezTo>
                  <a:cubicBezTo>
                    <a:pt x="3917" y="1229"/>
                    <a:pt x="6114" y="663"/>
                    <a:pt x="5984" y="293"/>
                  </a:cubicBezTo>
                  <a:cubicBezTo>
                    <a:pt x="5918" y="68"/>
                    <a:pt x="5523" y="0"/>
                    <a:pt x="4965"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1" name="Google Shape;71;g39181ba8852_1_73"/>
            <p:cNvSpPr/>
            <p:nvPr/>
          </p:nvSpPr>
          <p:spPr>
            <a:xfrm>
              <a:off x="-937368" y="3125588"/>
              <a:ext cx="63942" cy="22530"/>
            </a:xfrm>
            <a:custGeom>
              <a:rect b="b" l="l" r="r" t="t"/>
              <a:pathLst>
                <a:path extrusionOk="0" h="284" w="806">
                  <a:moveTo>
                    <a:pt x="131" y="1"/>
                  </a:moveTo>
                  <a:cubicBezTo>
                    <a:pt x="44" y="1"/>
                    <a:pt x="1" y="66"/>
                    <a:pt x="1" y="131"/>
                  </a:cubicBezTo>
                  <a:cubicBezTo>
                    <a:pt x="1" y="218"/>
                    <a:pt x="44" y="262"/>
                    <a:pt x="110" y="262"/>
                  </a:cubicBezTo>
                  <a:lnTo>
                    <a:pt x="675" y="283"/>
                  </a:lnTo>
                  <a:cubicBezTo>
                    <a:pt x="741" y="283"/>
                    <a:pt x="806" y="218"/>
                    <a:pt x="806" y="153"/>
                  </a:cubicBezTo>
                  <a:cubicBezTo>
                    <a:pt x="806" y="88"/>
                    <a:pt x="741" y="22"/>
                    <a:pt x="675" y="22"/>
                  </a:cubicBezTo>
                  <a:lnTo>
                    <a:pt x="13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2" name="Google Shape;72;g39181ba8852_1_73"/>
            <p:cNvSpPr/>
            <p:nvPr/>
          </p:nvSpPr>
          <p:spPr>
            <a:xfrm>
              <a:off x="-935623" y="3106628"/>
              <a:ext cx="63942" cy="22530"/>
            </a:xfrm>
            <a:custGeom>
              <a:rect b="b" l="l" r="r" t="t"/>
              <a:pathLst>
                <a:path extrusionOk="0" h="284" w="806">
                  <a:moveTo>
                    <a:pt x="131" y="0"/>
                  </a:moveTo>
                  <a:cubicBezTo>
                    <a:pt x="66" y="0"/>
                    <a:pt x="1" y="66"/>
                    <a:pt x="1" y="131"/>
                  </a:cubicBezTo>
                  <a:cubicBezTo>
                    <a:pt x="1" y="218"/>
                    <a:pt x="44" y="261"/>
                    <a:pt x="131" y="261"/>
                  </a:cubicBezTo>
                  <a:lnTo>
                    <a:pt x="675" y="283"/>
                  </a:lnTo>
                  <a:cubicBezTo>
                    <a:pt x="740" y="283"/>
                    <a:pt x="806" y="218"/>
                    <a:pt x="806" y="153"/>
                  </a:cubicBezTo>
                  <a:cubicBezTo>
                    <a:pt x="806" y="87"/>
                    <a:pt x="740" y="22"/>
                    <a:pt x="675" y="22"/>
                  </a:cubicBezTo>
                  <a:lnTo>
                    <a:pt x="131" y="0"/>
                  </a:ln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3" name="Google Shape;73;g39181ba8852_1_73"/>
            <p:cNvSpPr/>
            <p:nvPr/>
          </p:nvSpPr>
          <p:spPr>
            <a:xfrm>
              <a:off x="-935623" y="3089334"/>
              <a:ext cx="63942" cy="20784"/>
            </a:xfrm>
            <a:custGeom>
              <a:rect b="b" l="l" r="r" t="t"/>
              <a:pathLst>
                <a:path extrusionOk="0" h="262" w="806">
                  <a:moveTo>
                    <a:pt x="131" y="1"/>
                  </a:moveTo>
                  <a:cubicBezTo>
                    <a:pt x="66" y="1"/>
                    <a:pt x="1" y="44"/>
                    <a:pt x="1" y="131"/>
                  </a:cubicBezTo>
                  <a:cubicBezTo>
                    <a:pt x="1" y="196"/>
                    <a:pt x="66" y="240"/>
                    <a:pt x="131" y="240"/>
                  </a:cubicBezTo>
                  <a:lnTo>
                    <a:pt x="675" y="262"/>
                  </a:lnTo>
                  <a:cubicBezTo>
                    <a:pt x="762" y="262"/>
                    <a:pt x="806" y="196"/>
                    <a:pt x="806" y="131"/>
                  </a:cubicBezTo>
                  <a:cubicBezTo>
                    <a:pt x="806" y="66"/>
                    <a:pt x="762" y="1"/>
                    <a:pt x="697" y="1"/>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4" name="Google Shape;74;g39181ba8852_1_73"/>
            <p:cNvSpPr/>
            <p:nvPr/>
          </p:nvSpPr>
          <p:spPr>
            <a:xfrm>
              <a:off x="-935623" y="3070374"/>
              <a:ext cx="63942" cy="20784"/>
            </a:xfrm>
            <a:custGeom>
              <a:rect b="b" l="l" r="r" t="t"/>
              <a:pathLst>
                <a:path extrusionOk="0" h="262" w="806">
                  <a:moveTo>
                    <a:pt x="131" y="0"/>
                  </a:moveTo>
                  <a:cubicBezTo>
                    <a:pt x="66" y="0"/>
                    <a:pt x="1" y="66"/>
                    <a:pt x="1" y="131"/>
                  </a:cubicBezTo>
                  <a:cubicBezTo>
                    <a:pt x="1" y="196"/>
                    <a:pt x="66" y="261"/>
                    <a:pt x="131" y="261"/>
                  </a:cubicBezTo>
                  <a:lnTo>
                    <a:pt x="675" y="261"/>
                  </a:lnTo>
                  <a:cubicBezTo>
                    <a:pt x="740" y="261"/>
                    <a:pt x="806" y="218"/>
                    <a:pt x="806" y="153"/>
                  </a:cubicBezTo>
                  <a:cubicBezTo>
                    <a:pt x="806" y="66"/>
                    <a:pt x="740" y="22"/>
                    <a:pt x="675" y="22"/>
                  </a:cubicBezTo>
                  <a:lnTo>
                    <a:pt x="131" y="0"/>
                  </a:ln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 name="Google Shape;75;g39181ba8852_1_73"/>
            <p:cNvSpPr/>
            <p:nvPr/>
          </p:nvSpPr>
          <p:spPr>
            <a:xfrm>
              <a:off x="-1025345" y="3063235"/>
              <a:ext cx="148510" cy="93689"/>
            </a:xfrm>
            <a:custGeom>
              <a:rect b="b" l="l" r="r" t="t"/>
              <a:pathLst>
                <a:path extrusionOk="0" h="1181" w="1872">
                  <a:moveTo>
                    <a:pt x="1050" y="1"/>
                  </a:moveTo>
                  <a:cubicBezTo>
                    <a:pt x="1031" y="1"/>
                    <a:pt x="1014" y="2"/>
                    <a:pt x="1001" y="3"/>
                  </a:cubicBezTo>
                  <a:cubicBezTo>
                    <a:pt x="827" y="25"/>
                    <a:pt x="0" y="373"/>
                    <a:pt x="0" y="373"/>
                  </a:cubicBezTo>
                  <a:lnTo>
                    <a:pt x="370" y="1091"/>
                  </a:lnTo>
                  <a:cubicBezTo>
                    <a:pt x="370" y="1091"/>
                    <a:pt x="631" y="1156"/>
                    <a:pt x="914" y="1178"/>
                  </a:cubicBezTo>
                  <a:cubicBezTo>
                    <a:pt x="936" y="1180"/>
                    <a:pt x="959" y="1181"/>
                    <a:pt x="984" y="1181"/>
                  </a:cubicBezTo>
                  <a:cubicBezTo>
                    <a:pt x="1284" y="1181"/>
                    <a:pt x="1784" y="1069"/>
                    <a:pt x="1784" y="1069"/>
                  </a:cubicBezTo>
                  <a:cubicBezTo>
                    <a:pt x="1784" y="1069"/>
                    <a:pt x="1697" y="656"/>
                    <a:pt x="1675" y="504"/>
                  </a:cubicBezTo>
                  <a:cubicBezTo>
                    <a:pt x="1654" y="351"/>
                    <a:pt x="1871" y="112"/>
                    <a:pt x="1871" y="112"/>
                  </a:cubicBezTo>
                  <a:cubicBezTo>
                    <a:pt x="1871" y="112"/>
                    <a:pt x="1278" y="1"/>
                    <a:pt x="1050" y="1"/>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g39181ba8852_1_73"/>
            <p:cNvSpPr/>
            <p:nvPr/>
          </p:nvSpPr>
          <p:spPr>
            <a:xfrm>
              <a:off x="-1172106" y="3066249"/>
              <a:ext cx="461001" cy="219347"/>
            </a:xfrm>
            <a:custGeom>
              <a:rect b="b" l="l" r="r" t="t"/>
              <a:pathLst>
                <a:path extrusionOk="0" h="2765" w="5811">
                  <a:moveTo>
                    <a:pt x="433" y="0"/>
                  </a:moveTo>
                  <a:cubicBezTo>
                    <a:pt x="246" y="0"/>
                    <a:pt x="129" y="35"/>
                    <a:pt x="109" y="118"/>
                  </a:cubicBezTo>
                  <a:cubicBezTo>
                    <a:pt x="1" y="640"/>
                    <a:pt x="1741" y="1293"/>
                    <a:pt x="3090" y="2054"/>
                  </a:cubicBezTo>
                  <a:cubicBezTo>
                    <a:pt x="3857" y="2487"/>
                    <a:pt x="4518" y="2765"/>
                    <a:pt x="4990" y="2765"/>
                  </a:cubicBezTo>
                  <a:cubicBezTo>
                    <a:pt x="5348" y="2765"/>
                    <a:pt x="5598" y="2604"/>
                    <a:pt x="5701" y="2228"/>
                  </a:cubicBezTo>
                  <a:cubicBezTo>
                    <a:pt x="5810" y="1815"/>
                    <a:pt x="4983" y="1075"/>
                    <a:pt x="3721" y="749"/>
                  </a:cubicBezTo>
                  <a:cubicBezTo>
                    <a:pt x="2588" y="427"/>
                    <a:pt x="1086" y="0"/>
                    <a:pt x="433"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g39181ba8852_1_73"/>
            <p:cNvSpPr/>
            <p:nvPr/>
          </p:nvSpPr>
          <p:spPr>
            <a:xfrm>
              <a:off x="-1234221" y="3018572"/>
              <a:ext cx="146765" cy="107095"/>
            </a:xfrm>
            <a:custGeom>
              <a:rect b="b" l="l" r="r" t="t"/>
              <a:pathLst>
                <a:path extrusionOk="0" h="1350" w="1850">
                  <a:moveTo>
                    <a:pt x="174" y="1"/>
                  </a:moveTo>
                  <a:cubicBezTo>
                    <a:pt x="174" y="1"/>
                    <a:pt x="327" y="283"/>
                    <a:pt x="261" y="436"/>
                  </a:cubicBezTo>
                  <a:cubicBezTo>
                    <a:pt x="196" y="566"/>
                    <a:pt x="0" y="936"/>
                    <a:pt x="0" y="936"/>
                  </a:cubicBezTo>
                  <a:cubicBezTo>
                    <a:pt x="0" y="936"/>
                    <a:pt x="501" y="1154"/>
                    <a:pt x="762" y="1241"/>
                  </a:cubicBezTo>
                  <a:cubicBezTo>
                    <a:pt x="1197" y="1350"/>
                    <a:pt x="1436" y="1350"/>
                    <a:pt x="1436" y="1350"/>
                  </a:cubicBezTo>
                  <a:lnTo>
                    <a:pt x="1850" y="675"/>
                  </a:lnTo>
                  <a:cubicBezTo>
                    <a:pt x="1850" y="675"/>
                    <a:pt x="1197" y="196"/>
                    <a:pt x="1045" y="131"/>
                  </a:cubicBezTo>
                  <a:cubicBezTo>
                    <a:pt x="871" y="66"/>
                    <a:pt x="175" y="1"/>
                    <a:pt x="174"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78" name="Google Shape;78;g39181ba8852_1_73"/>
          <p:cNvGrpSpPr/>
          <p:nvPr/>
        </p:nvGrpSpPr>
        <p:grpSpPr>
          <a:xfrm>
            <a:off x="-218295" y="3001225"/>
            <a:ext cx="1064791" cy="3856602"/>
            <a:chOff x="-163725" y="2250975"/>
            <a:chExt cx="798614" cy="2892524"/>
          </a:xfrm>
        </p:grpSpPr>
        <p:sp>
          <p:nvSpPr>
            <p:cNvPr id="79" name="Google Shape;79;g39181ba8852_1_73"/>
            <p:cNvSpPr/>
            <p:nvPr/>
          </p:nvSpPr>
          <p:spPr>
            <a:xfrm>
              <a:off x="212628" y="2758945"/>
              <a:ext cx="406911" cy="472834"/>
            </a:xfrm>
            <a:custGeom>
              <a:rect b="b" l="l" r="r" t="t"/>
              <a:pathLst>
                <a:path extrusionOk="0" h="6068" w="5222">
                  <a:moveTo>
                    <a:pt x="1308" y="0"/>
                  </a:moveTo>
                  <a:cubicBezTo>
                    <a:pt x="1138" y="0"/>
                    <a:pt x="956" y="38"/>
                    <a:pt x="762" y="126"/>
                  </a:cubicBezTo>
                  <a:cubicBezTo>
                    <a:pt x="1" y="474"/>
                    <a:pt x="66" y="1214"/>
                    <a:pt x="458" y="1953"/>
                  </a:cubicBezTo>
                  <a:cubicBezTo>
                    <a:pt x="849" y="2671"/>
                    <a:pt x="3656" y="6022"/>
                    <a:pt x="3917" y="6066"/>
                  </a:cubicBezTo>
                  <a:cubicBezTo>
                    <a:pt x="3926" y="6067"/>
                    <a:pt x="3935" y="6068"/>
                    <a:pt x="3945" y="6068"/>
                  </a:cubicBezTo>
                  <a:cubicBezTo>
                    <a:pt x="4244" y="6068"/>
                    <a:pt x="5221" y="5445"/>
                    <a:pt x="5179" y="5087"/>
                  </a:cubicBezTo>
                  <a:cubicBezTo>
                    <a:pt x="5136" y="4695"/>
                    <a:pt x="3177" y="1496"/>
                    <a:pt x="2764" y="952"/>
                  </a:cubicBezTo>
                  <a:cubicBezTo>
                    <a:pt x="2421" y="524"/>
                    <a:pt x="1943" y="0"/>
                    <a:pt x="1308"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 name="Google Shape;80;g39181ba8852_1_73"/>
            <p:cNvSpPr/>
            <p:nvPr/>
          </p:nvSpPr>
          <p:spPr>
            <a:xfrm>
              <a:off x="-151881" y="2480454"/>
              <a:ext cx="562990" cy="1236085"/>
            </a:xfrm>
            <a:custGeom>
              <a:rect b="b" l="l" r="r" t="t"/>
              <a:pathLst>
                <a:path extrusionOk="0" h="15863" w="7225">
                  <a:moveTo>
                    <a:pt x="2960" y="1"/>
                  </a:moveTo>
                  <a:cubicBezTo>
                    <a:pt x="2960" y="1"/>
                    <a:pt x="2851" y="2438"/>
                    <a:pt x="2699" y="2568"/>
                  </a:cubicBezTo>
                  <a:cubicBezTo>
                    <a:pt x="2264" y="2938"/>
                    <a:pt x="653" y="3243"/>
                    <a:pt x="371" y="3896"/>
                  </a:cubicBezTo>
                  <a:cubicBezTo>
                    <a:pt x="1" y="4657"/>
                    <a:pt x="2002" y="8138"/>
                    <a:pt x="2264" y="9292"/>
                  </a:cubicBezTo>
                  <a:cubicBezTo>
                    <a:pt x="2525" y="10445"/>
                    <a:pt x="1981" y="12229"/>
                    <a:pt x="1807" y="13360"/>
                  </a:cubicBezTo>
                  <a:cubicBezTo>
                    <a:pt x="1633" y="14492"/>
                    <a:pt x="5179" y="15862"/>
                    <a:pt x="5310" y="15862"/>
                  </a:cubicBezTo>
                  <a:cubicBezTo>
                    <a:pt x="5440" y="15862"/>
                    <a:pt x="6593" y="14796"/>
                    <a:pt x="6811" y="14426"/>
                  </a:cubicBezTo>
                  <a:cubicBezTo>
                    <a:pt x="7029" y="14057"/>
                    <a:pt x="6811" y="11163"/>
                    <a:pt x="6811" y="10423"/>
                  </a:cubicBezTo>
                  <a:cubicBezTo>
                    <a:pt x="6811" y="9683"/>
                    <a:pt x="6985" y="7094"/>
                    <a:pt x="7007" y="6920"/>
                  </a:cubicBezTo>
                  <a:cubicBezTo>
                    <a:pt x="7224" y="5788"/>
                    <a:pt x="6942" y="4896"/>
                    <a:pt x="6898" y="4657"/>
                  </a:cubicBezTo>
                  <a:cubicBezTo>
                    <a:pt x="6855" y="4418"/>
                    <a:pt x="6855" y="4026"/>
                    <a:pt x="6746" y="3874"/>
                  </a:cubicBezTo>
                  <a:cubicBezTo>
                    <a:pt x="6506" y="3569"/>
                    <a:pt x="5179" y="3156"/>
                    <a:pt x="5157" y="3003"/>
                  </a:cubicBezTo>
                  <a:cubicBezTo>
                    <a:pt x="5136" y="2851"/>
                    <a:pt x="4962" y="741"/>
                    <a:pt x="4962" y="741"/>
                  </a:cubicBezTo>
                  <a:lnTo>
                    <a:pt x="2960" y="1"/>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 name="Google Shape;81;g39181ba8852_1_73"/>
            <p:cNvSpPr/>
            <p:nvPr/>
          </p:nvSpPr>
          <p:spPr>
            <a:xfrm>
              <a:off x="-138323" y="2680556"/>
              <a:ext cx="544367" cy="787173"/>
            </a:xfrm>
            <a:custGeom>
              <a:rect b="b" l="l" r="r" t="t"/>
              <a:pathLst>
                <a:path extrusionOk="0" h="10102" w="6986">
                  <a:moveTo>
                    <a:pt x="2525" y="0"/>
                  </a:moveTo>
                  <a:cubicBezTo>
                    <a:pt x="2525" y="0"/>
                    <a:pt x="1132" y="631"/>
                    <a:pt x="697" y="849"/>
                  </a:cubicBezTo>
                  <a:cubicBezTo>
                    <a:pt x="284" y="1045"/>
                    <a:pt x="1" y="1415"/>
                    <a:pt x="23" y="1980"/>
                  </a:cubicBezTo>
                  <a:cubicBezTo>
                    <a:pt x="44" y="2546"/>
                    <a:pt x="1807" y="6789"/>
                    <a:pt x="1872" y="7028"/>
                  </a:cubicBezTo>
                  <a:cubicBezTo>
                    <a:pt x="1916" y="7267"/>
                    <a:pt x="1393" y="9509"/>
                    <a:pt x="1676" y="9726"/>
                  </a:cubicBezTo>
                  <a:cubicBezTo>
                    <a:pt x="1741" y="9791"/>
                    <a:pt x="3330" y="9987"/>
                    <a:pt x="4744" y="10074"/>
                  </a:cubicBezTo>
                  <a:cubicBezTo>
                    <a:pt x="5364" y="10096"/>
                    <a:pt x="5876" y="10101"/>
                    <a:pt x="6232" y="10101"/>
                  </a:cubicBezTo>
                  <a:cubicBezTo>
                    <a:pt x="6588" y="10101"/>
                    <a:pt x="6789" y="10096"/>
                    <a:pt x="6789" y="10096"/>
                  </a:cubicBezTo>
                  <a:cubicBezTo>
                    <a:pt x="6789" y="10096"/>
                    <a:pt x="6702" y="8007"/>
                    <a:pt x="6768" y="7180"/>
                  </a:cubicBezTo>
                  <a:cubicBezTo>
                    <a:pt x="6855" y="6201"/>
                    <a:pt x="6855" y="5440"/>
                    <a:pt x="6898" y="4874"/>
                  </a:cubicBezTo>
                  <a:cubicBezTo>
                    <a:pt x="6985" y="3873"/>
                    <a:pt x="6963" y="2764"/>
                    <a:pt x="6898" y="2502"/>
                  </a:cubicBezTo>
                  <a:cubicBezTo>
                    <a:pt x="6833" y="2263"/>
                    <a:pt x="6746" y="1610"/>
                    <a:pt x="6572" y="1306"/>
                  </a:cubicBezTo>
                  <a:cubicBezTo>
                    <a:pt x="6398" y="1001"/>
                    <a:pt x="5070" y="544"/>
                    <a:pt x="5070" y="544"/>
                  </a:cubicBezTo>
                  <a:lnTo>
                    <a:pt x="4679" y="1284"/>
                  </a:lnTo>
                  <a:lnTo>
                    <a:pt x="2525"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2" name="Google Shape;82;g39181ba8852_1_73"/>
            <p:cNvSpPr/>
            <p:nvPr/>
          </p:nvSpPr>
          <p:spPr>
            <a:xfrm>
              <a:off x="-101057" y="2738218"/>
              <a:ext cx="501977" cy="713458"/>
            </a:xfrm>
            <a:custGeom>
              <a:rect b="b" l="l" r="r" t="t"/>
              <a:pathLst>
                <a:path extrusionOk="0" h="9156" w="6442">
                  <a:moveTo>
                    <a:pt x="654" y="0"/>
                  </a:moveTo>
                  <a:lnTo>
                    <a:pt x="654" y="0"/>
                  </a:lnTo>
                  <a:cubicBezTo>
                    <a:pt x="653" y="0"/>
                    <a:pt x="1" y="1197"/>
                    <a:pt x="23" y="1632"/>
                  </a:cubicBezTo>
                  <a:cubicBezTo>
                    <a:pt x="23" y="2089"/>
                    <a:pt x="1132" y="4983"/>
                    <a:pt x="1350" y="5592"/>
                  </a:cubicBezTo>
                  <a:cubicBezTo>
                    <a:pt x="1568" y="6179"/>
                    <a:pt x="893" y="8507"/>
                    <a:pt x="1176" y="8899"/>
                  </a:cubicBezTo>
                  <a:cubicBezTo>
                    <a:pt x="1314" y="9106"/>
                    <a:pt x="1837" y="9155"/>
                    <a:pt x="2298" y="9155"/>
                  </a:cubicBezTo>
                  <a:cubicBezTo>
                    <a:pt x="2707" y="9155"/>
                    <a:pt x="3069" y="9117"/>
                    <a:pt x="3069" y="9117"/>
                  </a:cubicBezTo>
                  <a:cubicBezTo>
                    <a:pt x="3069" y="9117"/>
                    <a:pt x="2590" y="8573"/>
                    <a:pt x="2808" y="8246"/>
                  </a:cubicBezTo>
                  <a:cubicBezTo>
                    <a:pt x="3047" y="7920"/>
                    <a:pt x="6441" y="6810"/>
                    <a:pt x="6441" y="6810"/>
                  </a:cubicBezTo>
                  <a:cubicBezTo>
                    <a:pt x="6441" y="6810"/>
                    <a:pt x="3961" y="5418"/>
                    <a:pt x="3395" y="5309"/>
                  </a:cubicBezTo>
                  <a:cubicBezTo>
                    <a:pt x="2851" y="5200"/>
                    <a:pt x="1002" y="2459"/>
                    <a:pt x="545" y="1849"/>
                  </a:cubicBezTo>
                  <a:cubicBezTo>
                    <a:pt x="110" y="1240"/>
                    <a:pt x="654" y="0"/>
                    <a:pt x="654"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 name="Google Shape;83;g39181ba8852_1_73"/>
            <p:cNvSpPr/>
            <p:nvPr/>
          </p:nvSpPr>
          <p:spPr>
            <a:xfrm>
              <a:off x="66840" y="2548323"/>
              <a:ext cx="172988" cy="132312"/>
            </a:xfrm>
            <a:custGeom>
              <a:rect b="b" l="l" r="r" t="t"/>
              <a:pathLst>
                <a:path extrusionOk="0" h="1698" w="2220">
                  <a:moveTo>
                    <a:pt x="66" y="0"/>
                  </a:moveTo>
                  <a:lnTo>
                    <a:pt x="1" y="1284"/>
                  </a:lnTo>
                  <a:lnTo>
                    <a:pt x="675" y="1697"/>
                  </a:lnTo>
                  <a:lnTo>
                    <a:pt x="2220" y="1088"/>
                  </a:lnTo>
                  <a:lnTo>
                    <a:pt x="66"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 name="Google Shape;84;g39181ba8852_1_73"/>
            <p:cNvSpPr/>
            <p:nvPr/>
          </p:nvSpPr>
          <p:spPr>
            <a:xfrm>
              <a:off x="-163725" y="2754192"/>
              <a:ext cx="203534" cy="533457"/>
            </a:xfrm>
            <a:custGeom>
              <a:rect b="b" l="l" r="r" t="t"/>
              <a:pathLst>
                <a:path extrusionOk="0" h="6846" w="2612">
                  <a:moveTo>
                    <a:pt x="1127" y="1"/>
                  </a:moveTo>
                  <a:cubicBezTo>
                    <a:pt x="411" y="1"/>
                    <a:pt x="126" y="619"/>
                    <a:pt x="66" y="1405"/>
                  </a:cubicBezTo>
                  <a:cubicBezTo>
                    <a:pt x="0" y="2232"/>
                    <a:pt x="588" y="6540"/>
                    <a:pt x="784" y="6714"/>
                  </a:cubicBezTo>
                  <a:cubicBezTo>
                    <a:pt x="868" y="6798"/>
                    <a:pt x="1139" y="6846"/>
                    <a:pt x="1436" y="6846"/>
                  </a:cubicBezTo>
                  <a:cubicBezTo>
                    <a:pt x="1832" y="6846"/>
                    <a:pt x="2273" y="6761"/>
                    <a:pt x="2372" y="6562"/>
                  </a:cubicBezTo>
                  <a:cubicBezTo>
                    <a:pt x="2546" y="6214"/>
                    <a:pt x="2611" y="2471"/>
                    <a:pt x="2546" y="1775"/>
                  </a:cubicBezTo>
                  <a:cubicBezTo>
                    <a:pt x="2459" y="1101"/>
                    <a:pt x="2285" y="143"/>
                    <a:pt x="1306" y="13"/>
                  </a:cubicBezTo>
                  <a:cubicBezTo>
                    <a:pt x="1244" y="5"/>
                    <a:pt x="1184" y="1"/>
                    <a:pt x="112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 name="Google Shape;85;g39181ba8852_1_73"/>
            <p:cNvSpPr/>
            <p:nvPr/>
          </p:nvSpPr>
          <p:spPr>
            <a:xfrm>
              <a:off x="4115" y="2258222"/>
              <a:ext cx="332417" cy="373794"/>
            </a:xfrm>
            <a:custGeom>
              <a:rect b="b" l="l" r="r" t="t"/>
              <a:pathLst>
                <a:path extrusionOk="0" h="4797" w="4266">
                  <a:moveTo>
                    <a:pt x="2013" y="0"/>
                  </a:moveTo>
                  <a:cubicBezTo>
                    <a:pt x="1610" y="0"/>
                    <a:pt x="1209" y="133"/>
                    <a:pt x="893" y="481"/>
                  </a:cubicBezTo>
                  <a:cubicBezTo>
                    <a:pt x="0" y="1417"/>
                    <a:pt x="196" y="2505"/>
                    <a:pt x="523" y="3201"/>
                  </a:cubicBezTo>
                  <a:cubicBezTo>
                    <a:pt x="784" y="3745"/>
                    <a:pt x="1067" y="4050"/>
                    <a:pt x="1632" y="4419"/>
                  </a:cubicBezTo>
                  <a:cubicBezTo>
                    <a:pt x="1752" y="4479"/>
                    <a:pt x="2700" y="4797"/>
                    <a:pt x="3038" y="4797"/>
                  </a:cubicBezTo>
                  <a:cubicBezTo>
                    <a:pt x="3068" y="4797"/>
                    <a:pt x="3093" y="4795"/>
                    <a:pt x="3112" y="4789"/>
                  </a:cubicBezTo>
                  <a:cubicBezTo>
                    <a:pt x="3264" y="4768"/>
                    <a:pt x="3525" y="3614"/>
                    <a:pt x="3591" y="3614"/>
                  </a:cubicBezTo>
                  <a:cubicBezTo>
                    <a:pt x="3598" y="3618"/>
                    <a:pt x="3608" y="3620"/>
                    <a:pt x="3619" y="3620"/>
                  </a:cubicBezTo>
                  <a:cubicBezTo>
                    <a:pt x="3675" y="3620"/>
                    <a:pt x="3768" y="3574"/>
                    <a:pt x="3786" y="3484"/>
                  </a:cubicBezTo>
                  <a:cubicBezTo>
                    <a:pt x="3808" y="3353"/>
                    <a:pt x="3765" y="2505"/>
                    <a:pt x="3808" y="2418"/>
                  </a:cubicBezTo>
                  <a:cubicBezTo>
                    <a:pt x="3852" y="2331"/>
                    <a:pt x="4265" y="1395"/>
                    <a:pt x="3721" y="764"/>
                  </a:cubicBezTo>
                  <a:cubicBezTo>
                    <a:pt x="3431" y="404"/>
                    <a:pt x="2717" y="0"/>
                    <a:pt x="2013"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 name="Google Shape;86;g39181ba8852_1_73"/>
            <p:cNvSpPr/>
            <p:nvPr/>
          </p:nvSpPr>
          <p:spPr>
            <a:xfrm>
              <a:off x="-4379" y="2250975"/>
              <a:ext cx="318859" cy="302495"/>
            </a:xfrm>
            <a:custGeom>
              <a:rect b="b" l="l" r="r" t="t"/>
              <a:pathLst>
                <a:path extrusionOk="0" h="3882" w="4092">
                  <a:moveTo>
                    <a:pt x="2362" y="0"/>
                  </a:moveTo>
                  <a:cubicBezTo>
                    <a:pt x="1844" y="0"/>
                    <a:pt x="1024" y="197"/>
                    <a:pt x="588" y="1053"/>
                  </a:cubicBezTo>
                  <a:cubicBezTo>
                    <a:pt x="1" y="2228"/>
                    <a:pt x="697" y="3860"/>
                    <a:pt x="980" y="3881"/>
                  </a:cubicBezTo>
                  <a:cubicBezTo>
                    <a:pt x="1089" y="3881"/>
                    <a:pt x="1502" y="3337"/>
                    <a:pt x="1306" y="2228"/>
                  </a:cubicBezTo>
                  <a:cubicBezTo>
                    <a:pt x="1306" y="2221"/>
                    <a:pt x="1309" y="2218"/>
                    <a:pt x="1313" y="2218"/>
                  </a:cubicBezTo>
                  <a:cubicBezTo>
                    <a:pt x="1382" y="2218"/>
                    <a:pt x="1945" y="2908"/>
                    <a:pt x="2054" y="2908"/>
                  </a:cubicBezTo>
                  <a:cubicBezTo>
                    <a:pt x="2060" y="2908"/>
                    <a:pt x="2065" y="2906"/>
                    <a:pt x="2068" y="2902"/>
                  </a:cubicBezTo>
                  <a:cubicBezTo>
                    <a:pt x="2133" y="2837"/>
                    <a:pt x="1807" y="1858"/>
                    <a:pt x="2068" y="1662"/>
                  </a:cubicBezTo>
                  <a:cubicBezTo>
                    <a:pt x="2575" y="1299"/>
                    <a:pt x="3011" y="1194"/>
                    <a:pt x="3347" y="1194"/>
                  </a:cubicBezTo>
                  <a:cubicBezTo>
                    <a:pt x="3817" y="1194"/>
                    <a:pt x="4091" y="1401"/>
                    <a:pt x="4091" y="1401"/>
                  </a:cubicBezTo>
                  <a:cubicBezTo>
                    <a:pt x="3982" y="357"/>
                    <a:pt x="3069" y="161"/>
                    <a:pt x="2764" y="52"/>
                  </a:cubicBezTo>
                  <a:cubicBezTo>
                    <a:pt x="2685" y="24"/>
                    <a:pt x="2542" y="0"/>
                    <a:pt x="236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 name="Google Shape;87;g39181ba8852_1_73"/>
            <p:cNvSpPr/>
            <p:nvPr/>
          </p:nvSpPr>
          <p:spPr>
            <a:xfrm>
              <a:off x="85463" y="2414142"/>
              <a:ext cx="54390" cy="100442"/>
            </a:xfrm>
            <a:custGeom>
              <a:rect b="b" l="l" r="r" t="t"/>
              <a:pathLst>
                <a:path extrusionOk="0" h="1289" w="698">
                  <a:moveTo>
                    <a:pt x="329" y="1"/>
                  </a:moveTo>
                  <a:cubicBezTo>
                    <a:pt x="315" y="1"/>
                    <a:pt x="300" y="1"/>
                    <a:pt x="284" y="3"/>
                  </a:cubicBezTo>
                  <a:cubicBezTo>
                    <a:pt x="110" y="25"/>
                    <a:pt x="1" y="351"/>
                    <a:pt x="66" y="700"/>
                  </a:cubicBezTo>
                  <a:cubicBezTo>
                    <a:pt x="108" y="1034"/>
                    <a:pt x="311" y="1288"/>
                    <a:pt x="481" y="1288"/>
                  </a:cubicBezTo>
                  <a:cubicBezTo>
                    <a:pt x="488" y="1288"/>
                    <a:pt x="495" y="1288"/>
                    <a:pt x="501" y="1287"/>
                  </a:cubicBezTo>
                  <a:cubicBezTo>
                    <a:pt x="697" y="1265"/>
                    <a:pt x="697" y="787"/>
                    <a:pt x="632" y="438"/>
                  </a:cubicBezTo>
                  <a:cubicBezTo>
                    <a:pt x="592" y="118"/>
                    <a:pt x="497" y="1"/>
                    <a:pt x="329"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 name="Google Shape;88;g39181ba8852_1_73"/>
            <p:cNvSpPr/>
            <p:nvPr/>
          </p:nvSpPr>
          <p:spPr>
            <a:xfrm>
              <a:off x="141409" y="5055834"/>
              <a:ext cx="108624" cy="20416"/>
            </a:xfrm>
            <a:custGeom>
              <a:rect b="b" l="l" r="r" t="t"/>
              <a:pathLst>
                <a:path extrusionOk="0" h="262" w="1394">
                  <a:moveTo>
                    <a:pt x="1" y="0"/>
                  </a:moveTo>
                  <a:lnTo>
                    <a:pt x="1" y="261"/>
                  </a:lnTo>
                  <a:lnTo>
                    <a:pt x="1393" y="261"/>
                  </a:lnTo>
                  <a:lnTo>
                    <a:pt x="1393" y="0"/>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 name="Google Shape;89;g39181ba8852_1_73"/>
            <p:cNvSpPr/>
            <p:nvPr/>
          </p:nvSpPr>
          <p:spPr>
            <a:xfrm>
              <a:off x="119436" y="4912459"/>
              <a:ext cx="412054" cy="180780"/>
            </a:xfrm>
            <a:custGeom>
              <a:rect b="b" l="l" r="r" t="t"/>
              <a:pathLst>
                <a:path extrusionOk="0" h="2320" w="5288">
                  <a:moveTo>
                    <a:pt x="501" y="0"/>
                  </a:moveTo>
                  <a:cubicBezTo>
                    <a:pt x="411" y="0"/>
                    <a:pt x="353" y="4"/>
                    <a:pt x="348" y="13"/>
                  </a:cubicBezTo>
                  <a:cubicBezTo>
                    <a:pt x="152" y="274"/>
                    <a:pt x="44" y="752"/>
                    <a:pt x="22" y="992"/>
                  </a:cubicBezTo>
                  <a:cubicBezTo>
                    <a:pt x="0" y="1253"/>
                    <a:pt x="152" y="1840"/>
                    <a:pt x="348" y="1840"/>
                  </a:cubicBezTo>
                  <a:cubicBezTo>
                    <a:pt x="870" y="1840"/>
                    <a:pt x="1480" y="1862"/>
                    <a:pt x="2024" y="1927"/>
                  </a:cubicBezTo>
                  <a:cubicBezTo>
                    <a:pt x="2568" y="1993"/>
                    <a:pt x="2763" y="2319"/>
                    <a:pt x="4156" y="2319"/>
                  </a:cubicBezTo>
                  <a:cubicBezTo>
                    <a:pt x="4548" y="2319"/>
                    <a:pt x="5287" y="2276"/>
                    <a:pt x="5266" y="2123"/>
                  </a:cubicBezTo>
                  <a:cubicBezTo>
                    <a:pt x="5244" y="1949"/>
                    <a:pt x="3938" y="1666"/>
                    <a:pt x="3525" y="1275"/>
                  </a:cubicBezTo>
                  <a:cubicBezTo>
                    <a:pt x="2459" y="296"/>
                    <a:pt x="1741" y="56"/>
                    <a:pt x="1741" y="56"/>
                  </a:cubicBezTo>
                  <a:cubicBezTo>
                    <a:pt x="1741" y="56"/>
                    <a:pt x="863" y="0"/>
                    <a:pt x="5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 name="Google Shape;90;g39181ba8852_1_73"/>
            <p:cNvSpPr/>
            <p:nvPr/>
          </p:nvSpPr>
          <p:spPr>
            <a:xfrm>
              <a:off x="39724" y="3463978"/>
              <a:ext cx="359534" cy="1502502"/>
            </a:xfrm>
            <a:custGeom>
              <a:rect b="b" l="l" r="r" t="t"/>
              <a:pathLst>
                <a:path extrusionOk="0" h="19282" w="4614">
                  <a:moveTo>
                    <a:pt x="4380" y="0"/>
                  </a:moveTo>
                  <a:cubicBezTo>
                    <a:pt x="3680" y="0"/>
                    <a:pt x="262" y="999"/>
                    <a:pt x="262" y="999"/>
                  </a:cubicBezTo>
                  <a:cubicBezTo>
                    <a:pt x="262" y="999"/>
                    <a:pt x="174" y="1565"/>
                    <a:pt x="87" y="2370"/>
                  </a:cubicBezTo>
                  <a:cubicBezTo>
                    <a:pt x="0" y="3175"/>
                    <a:pt x="784" y="5743"/>
                    <a:pt x="1067" y="7766"/>
                  </a:cubicBezTo>
                  <a:cubicBezTo>
                    <a:pt x="1328" y="9790"/>
                    <a:pt x="1502" y="10203"/>
                    <a:pt x="1436" y="10682"/>
                  </a:cubicBezTo>
                  <a:cubicBezTo>
                    <a:pt x="1371" y="11160"/>
                    <a:pt x="762" y="13097"/>
                    <a:pt x="849" y="14381"/>
                  </a:cubicBezTo>
                  <a:cubicBezTo>
                    <a:pt x="914" y="15686"/>
                    <a:pt x="1175" y="19059"/>
                    <a:pt x="1175" y="19059"/>
                  </a:cubicBezTo>
                  <a:cubicBezTo>
                    <a:pt x="1175" y="19059"/>
                    <a:pt x="1567" y="19233"/>
                    <a:pt x="2220" y="19276"/>
                  </a:cubicBezTo>
                  <a:cubicBezTo>
                    <a:pt x="2257" y="19280"/>
                    <a:pt x="2293" y="19281"/>
                    <a:pt x="2328" y="19281"/>
                  </a:cubicBezTo>
                  <a:cubicBezTo>
                    <a:pt x="2943" y="19281"/>
                    <a:pt x="3351" y="18776"/>
                    <a:pt x="3351" y="18776"/>
                  </a:cubicBezTo>
                  <a:cubicBezTo>
                    <a:pt x="3351" y="18776"/>
                    <a:pt x="3873" y="11247"/>
                    <a:pt x="3960" y="10464"/>
                  </a:cubicBezTo>
                  <a:cubicBezTo>
                    <a:pt x="4026" y="9942"/>
                    <a:pt x="4439" y="6395"/>
                    <a:pt x="4570" y="3502"/>
                  </a:cubicBezTo>
                  <a:cubicBezTo>
                    <a:pt x="4613" y="2566"/>
                    <a:pt x="4504" y="412"/>
                    <a:pt x="4504" y="42"/>
                  </a:cubicBezTo>
                  <a:cubicBezTo>
                    <a:pt x="4504" y="13"/>
                    <a:pt x="4460" y="0"/>
                    <a:pt x="438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 name="Google Shape;91;g39181ba8852_1_73"/>
            <p:cNvSpPr/>
            <p:nvPr/>
          </p:nvSpPr>
          <p:spPr>
            <a:xfrm>
              <a:off x="-41624"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 name="Google Shape;92;g39181ba8852_1_73"/>
            <p:cNvSpPr/>
            <p:nvPr/>
          </p:nvSpPr>
          <p:spPr>
            <a:xfrm>
              <a:off x="-41637"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 name="Google Shape;93;g39181ba8852_1_73"/>
            <p:cNvSpPr/>
            <p:nvPr/>
          </p:nvSpPr>
          <p:spPr>
            <a:xfrm>
              <a:off x="-2677" y="5084665"/>
              <a:ext cx="108546" cy="28909"/>
            </a:xfrm>
            <a:custGeom>
              <a:rect b="b" l="l" r="r" t="t"/>
              <a:pathLst>
                <a:path extrusionOk="0" h="371" w="1393">
                  <a:moveTo>
                    <a:pt x="22" y="0"/>
                  </a:moveTo>
                  <a:lnTo>
                    <a:pt x="0" y="283"/>
                  </a:lnTo>
                  <a:lnTo>
                    <a:pt x="1371" y="370"/>
                  </a:lnTo>
                  <a:lnTo>
                    <a:pt x="1393" y="87"/>
                  </a:lnTo>
                  <a:lnTo>
                    <a:pt x="22"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 name="Google Shape;94;g39181ba8852_1_73"/>
            <p:cNvSpPr/>
            <p:nvPr/>
          </p:nvSpPr>
          <p:spPr>
            <a:xfrm>
              <a:off x="-21300"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 name="Google Shape;95;g39181ba8852_1_73"/>
            <p:cNvSpPr/>
            <p:nvPr/>
          </p:nvSpPr>
          <p:spPr>
            <a:xfrm>
              <a:off x="-2665" y="5084665"/>
              <a:ext cx="108546" cy="28909"/>
            </a:xfrm>
            <a:custGeom>
              <a:rect b="b" l="l" r="r" t="t"/>
              <a:pathLst>
                <a:path extrusionOk="0" h="371" w="1393">
                  <a:moveTo>
                    <a:pt x="22" y="0"/>
                  </a:moveTo>
                  <a:lnTo>
                    <a:pt x="0" y="283"/>
                  </a:lnTo>
                  <a:lnTo>
                    <a:pt x="1371" y="370"/>
                  </a:lnTo>
                  <a:lnTo>
                    <a:pt x="1393" y="87"/>
                  </a:lnTo>
                  <a:lnTo>
                    <a:pt x="2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 name="Google Shape;96;g39181ba8852_1_73"/>
            <p:cNvSpPr/>
            <p:nvPr/>
          </p:nvSpPr>
          <p:spPr>
            <a:xfrm>
              <a:off x="-21287"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 name="Google Shape;97;g39181ba8852_1_73"/>
            <p:cNvSpPr/>
            <p:nvPr/>
          </p:nvSpPr>
          <p:spPr>
            <a:xfrm>
              <a:off x="138059" y="2728010"/>
              <a:ext cx="88208" cy="52598"/>
            </a:xfrm>
            <a:custGeom>
              <a:rect b="b" l="l" r="r" t="t"/>
              <a:pathLst>
                <a:path extrusionOk="0" h="675" w="1132">
                  <a:moveTo>
                    <a:pt x="0" y="0"/>
                  </a:moveTo>
                  <a:lnTo>
                    <a:pt x="1132" y="675"/>
                  </a:lnTo>
                  <a:lnTo>
                    <a:pt x="1023" y="153"/>
                  </a:lnTo>
                  <a:lnTo>
                    <a:pt x="0"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 name="Google Shape;98;g39181ba8852_1_73"/>
            <p:cNvSpPr/>
            <p:nvPr/>
          </p:nvSpPr>
          <p:spPr>
            <a:xfrm>
              <a:off x="226186" y="2734789"/>
              <a:ext cx="33974" cy="45818"/>
            </a:xfrm>
            <a:custGeom>
              <a:rect b="b" l="l" r="r" t="t"/>
              <a:pathLst>
                <a:path extrusionOk="0" h="588" w="436">
                  <a:moveTo>
                    <a:pt x="262" y="1"/>
                  </a:moveTo>
                  <a:lnTo>
                    <a:pt x="1" y="588"/>
                  </a:lnTo>
                  <a:lnTo>
                    <a:pt x="1" y="588"/>
                  </a:lnTo>
                  <a:lnTo>
                    <a:pt x="436" y="153"/>
                  </a:lnTo>
                  <a:lnTo>
                    <a:pt x="262"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 name="Google Shape;99;g39181ba8852_1_73"/>
            <p:cNvSpPr/>
            <p:nvPr/>
          </p:nvSpPr>
          <p:spPr>
            <a:xfrm>
              <a:off x="-21287" y="3440056"/>
              <a:ext cx="413768" cy="62026"/>
            </a:xfrm>
            <a:custGeom>
              <a:rect b="b" l="l" r="r" t="t"/>
              <a:pathLst>
                <a:path extrusionOk="0" h="796" w="5310">
                  <a:moveTo>
                    <a:pt x="152" y="1"/>
                  </a:moveTo>
                  <a:lnTo>
                    <a:pt x="0" y="523"/>
                  </a:lnTo>
                  <a:cubicBezTo>
                    <a:pt x="0" y="523"/>
                    <a:pt x="849" y="654"/>
                    <a:pt x="2328" y="741"/>
                  </a:cubicBezTo>
                  <a:cubicBezTo>
                    <a:pt x="3090" y="784"/>
                    <a:pt x="3835" y="795"/>
                    <a:pt x="4390" y="795"/>
                  </a:cubicBezTo>
                  <a:cubicBezTo>
                    <a:pt x="4945" y="795"/>
                    <a:pt x="5309" y="784"/>
                    <a:pt x="5309" y="784"/>
                  </a:cubicBezTo>
                  <a:lnTo>
                    <a:pt x="5309" y="240"/>
                  </a:lnTo>
                  <a:cubicBezTo>
                    <a:pt x="5309" y="240"/>
                    <a:pt x="4439" y="197"/>
                    <a:pt x="3003" y="153"/>
                  </a:cubicBezTo>
                  <a:cubicBezTo>
                    <a:pt x="1588" y="88"/>
                    <a:pt x="152" y="1"/>
                    <a:pt x="152"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 name="Google Shape;100;g39181ba8852_1_73"/>
            <p:cNvSpPr/>
            <p:nvPr/>
          </p:nvSpPr>
          <p:spPr>
            <a:xfrm>
              <a:off x="339794" y="3457043"/>
              <a:ext cx="50961" cy="50961"/>
            </a:xfrm>
            <a:custGeom>
              <a:rect b="b" l="l" r="r" t="t"/>
              <a:pathLst>
                <a:path extrusionOk="0" h="654" w="654">
                  <a:moveTo>
                    <a:pt x="175" y="0"/>
                  </a:moveTo>
                  <a:cubicBezTo>
                    <a:pt x="66" y="0"/>
                    <a:pt x="1" y="88"/>
                    <a:pt x="1" y="175"/>
                  </a:cubicBezTo>
                  <a:lnTo>
                    <a:pt x="1" y="479"/>
                  </a:lnTo>
                  <a:cubicBezTo>
                    <a:pt x="1" y="566"/>
                    <a:pt x="66" y="653"/>
                    <a:pt x="175" y="653"/>
                  </a:cubicBezTo>
                  <a:lnTo>
                    <a:pt x="479" y="653"/>
                  </a:lnTo>
                  <a:cubicBezTo>
                    <a:pt x="588" y="653"/>
                    <a:pt x="653" y="566"/>
                    <a:pt x="653" y="479"/>
                  </a:cubicBezTo>
                  <a:lnTo>
                    <a:pt x="653" y="175"/>
                  </a:lnTo>
                  <a:cubicBezTo>
                    <a:pt x="653" y="88"/>
                    <a:pt x="588" y="0"/>
                    <a:pt x="479"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 name="Google Shape;101;g39181ba8852_1_73"/>
            <p:cNvSpPr/>
            <p:nvPr/>
          </p:nvSpPr>
          <p:spPr>
            <a:xfrm>
              <a:off x="194005" y="2746633"/>
              <a:ext cx="71299" cy="45896"/>
            </a:xfrm>
            <a:custGeom>
              <a:rect b="b" l="l" r="r" t="t"/>
              <a:pathLst>
                <a:path extrusionOk="0" h="589" w="915">
                  <a:moveTo>
                    <a:pt x="914" y="1"/>
                  </a:moveTo>
                  <a:lnTo>
                    <a:pt x="0" y="110"/>
                  </a:lnTo>
                  <a:lnTo>
                    <a:pt x="457" y="588"/>
                  </a:lnTo>
                  <a:lnTo>
                    <a:pt x="849" y="523"/>
                  </a:lnTo>
                  <a:lnTo>
                    <a:pt x="91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 name="Google Shape;102;g39181ba8852_1_73"/>
            <p:cNvSpPr/>
            <p:nvPr/>
          </p:nvSpPr>
          <p:spPr>
            <a:xfrm>
              <a:off x="229615" y="2787386"/>
              <a:ext cx="144157" cy="717199"/>
            </a:xfrm>
            <a:custGeom>
              <a:rect b="b" l="l" r="r" t="t"/>
              <a:pathLst>
                <a:path extrusionOk="0" h="9204" w="1850">
                  <a:moveTo>
                    <a:pt x="392" y="0"/>
                  </a:moveTo>
                  <a:lnTo>
                    <a:pt x="0" y="65"/>
                  </a:lnTo>
                  <a:cubicBezTo>
                    <a:pt x="0" y="65"/>
                    <a:pt x="610" y="3394"/>
                    <a:pt x="784" y="5004"/>
                  </a:cubicBezTo>
                  <a:cubicBezTo>
                    <a:pt x="979" y="6614"/>
                    <a:pt x="979" y="8703"/>
                    <a:pt x="979" y="8703"/>
                  </a:cubicBezTo>
                  <a:lnTo>
                    <a:pt x="1567" y="9204"/>
                  </a:lnTo>
                  <a:lnTo>
                    <a:pt x="1850" y="8747"/>
                  </a:lnTo>
                  <a:cubicBezTo>
                    <a:pt x="1850" y="8747"/>
                    <a:pt x="1632" y="7376"/>
                    <a:pt x="1349" y="4917"/>
                  </a:cubicBezTo>
                  <a:cubicBezTo>
                    <a:pt x="1045" y="2459"/>
                    <a:pt x="392" y="0"/>
                    <a:pt x="39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 name="Google Shape;103;g39181ba8852_1_73"/>
            <p:cNvSpPr/>
            <p:nvPr/>
          </p:nvSpPr>
          <p:spPr>
            <a:xfrm>
              <a:off x="36295" y="2648296"/>
              <a:ext cx="181559" cy="145949"/>
            </a:xfrm>
            <a:custGeom>
              <a:rect b="b" l="l" r="r" t="t"/>
              <a:pathLst>
                <a:path extrusionOk="0" h="1873" w="2330">
                  <a:moveTo>
                    <a:pt x="393" y="1"/>
                  </a:moveTo>
                  <a:lnTo>
                    <a:pt x="1" y="545"/>
                  </a:lnTo>
                  <a:lnTo>
                    <a:pt x="2024" y="1872"/>
                  </a:lnTo>
                  <a:lnTo>
                    <a:pt x="2329" y="1176"/>
                  </a:lnTo>
                  <a:lnTo>
                    <a:pt x="39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 name="Google Shape;104;g39181ba8852_1_73"/>
            <p:cNvSpPr/>
            <p:nvPr/>
          </p:nvSpPr>
          <p:spPr>
            <a:xfrm>
              <a:off x="136345" y="2875515"/>
              <a:ext cx="351041" cy="507042"/>
            </a:xfrm>
            <a:custGeom>
              <a:rect b="b" l="l" r="r" t="t"/>
              <a:pathLst>
                <a:path extrusionOk="0" h="6507" w="4505">
                  <a:moveTo>
                    <a:pt x="4265" y="0"/>
                  </a:moveTo>
                  <a:lnTo>
                    <a:pt x="1" y="566"/>
                  </a:lnTo>
                  <a:lnTo>
                    <a:pt x="262" y="6506"/>
                  </a:lnTo>
                  <a:lnTo>
                    <a:pt x="4505" y="5832"/>
                  </a:lnTo>
                  <a:lnTo>
                    <a:pt x="4265"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 name="Google Shape;105;g39181ba8852_1_73"/>
            <p:cNvSpPr/>
            <p:nvPr/>
          </p:nvSpPr>
          <p:spPr>
            <a:xfrm>
              <a:off x="246523" y="2704244"/>
              <a:ext cx="34052" cy="67948"/>
            </a:xfrm>
            <a:custGeom>
              <a:rect b="b" l="l" r="r" t="t"/>
              <a:pathLst>
                <a:path extrusionOk="0" h="872" w="437">
                  <a:moveTo>
                    <a:pt x="23" y="1"/>
                  </a:moveTo>
                  <a:lnTo>
                    <a:pt x="1" y="393"/>
                  </a:lnTo>
                  <a:lnTo>
                    <a:pt x="371" y="871"/>
                  </a:lnTo>
                  <a:lnTo>
                    <a:pt x="436" y="305"/>
                  </a:lnTo>
                  <a:lnTo>
                    <a:pt x="2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 name="Google Shape;106;g39181ba8852_1_73"/>
            <p:cNvSpPr/>
            <p:nvPr/>
          </p:nvSpPr>
          <p:spPr>
            <a:xfrm>
              <a:off x="-133180" y="3036579"/>
              <a:ext cx="498470" cy="250365"/>
            </a:xfrm>
            <a:custGeom>
              <a:rect b="b" l="l" r="r" t="t"/>
              <a:pathLst>
                <a:path extrusionOk="0" h="3213" w="6397">
                  <a:moveTo>
                    <a:pt x="6049" y="0"/>
                  </a:moveTo>
                  <a:cubicBezTo>
                    <a:pt x="6049" y="0"/>
                    <a:pt x="3568" y="305"/>
                    <a:pt x="1153" y="1175"/>
                  </a:cubicBezTo>
                  <a:cubicBezTo>
                    <a:pt x="914" y="1262"/>
                    <a:pt x="0" y="1850"/>
                    <a:pt x="239" y="2764"/>
                  </a:cubicBezTo>
                  <a:cubicBezTo>
                    <a:pt x="328" y="3093"/>
                    <a:pt x="627" y="3212"/>
                    <a:pt x="1013" y="3212"/>
                  </a:cubicBezTo>
                  <a:cubicBezTo>
                    <a:pt x="1672" y="3212"/>
                    <a:pt x="2585" y="2866"/>
                    <a:pt x="3133" y="2633"/>
                  </a:cubicBezTo>
                  <a:cubicBezTo>
                    <a:pt x="3982" y="2263"/>
                    <a:pt x="6397" y="958"/>
                    <a:pt x="6397" y="958"/>
                  </a:cubicBezTo>
                  <a:lnTo>
                    <a:pt x="6049" y="0"/>
                  </a:lnTo>
                  <a:close/>
                </a:path>
              </a:pathLst>
            </a:custGeom>
            <a:solidFill>
              <a:srgbClr val="CEE0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 name="Google Shape;107;g39181ba8852_1_73"/>
            <p:cNvSpPr/>
            <p:nvPr/>
          </p:nvSpPr>
          <p:spPr>
            <a:xfrm>
              <a:off x="407584" y="3075228"/>
              <a:ext cx="84858" cy="36000"/>
            </a:xfrm>
            <a:custGeom>
              <a:rect b="b" l="l" r="r" t="t"/>
              <a:pathLst>
                <a:path extrusionOk="0" h="462" w="1089">
                  <a:moveTo>
                    <a:pt x="913" y="1"/>
                  </a:moveTo>
                  <a:cubicBezTo>
                    <a:pt x="900" y="1"/>
                    <a:pt x="886" y="2"/>
                    <a:pt x="871" y="5"/>
                  </a:cubicBezTo>
                  <a:lnTo>
                    <a:pt x="153" y="114"/>
                  </a:lnTo>
                  <a:cubicBezTo>
                    <a:pt x="66" y="135"/>
                    <a:pt x="1" y="222"/>
                    <a:pt x="23" y="310"/>
                  </a:cubicBezTo>
                  <a:cubicBezTo>
                    <a:pt x="44" y="397"/>
                    <a:pt x="131" y="462"/>
                    <a:pt x="219" y="462"/>
                  </a:cubicBezTo>
                  <a:lnTo>
                    <a:pt x="937" y="331"/>
                  </a:lnTo>
                  <a:cubicBezTo>
                    <a:pt x="1024" y="331"/>
                    <a:pt x="1089" y="244"/>
                    <a:pt x="1067" y="135"/>
                  </a:cubicBezTo>
                  <a:cubicBezTo>
                    <a:pt x="1067" y="60"/>
                    <a:pt x="1001" y="1"/>
                    <a:pt x="913"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 name="Google Shape;108;g39181ba8852_1_73"/>
            <p:cNvSpPr/>
            <p:nvPr/>
          </p:nvSpPr>
          <p:spPr>
            <a:xfrm>
              <a:off x="405948" y="3050137"/>
              <a:ext cx="84858" cy="36000"/>
            </a:xfrm>
            <a:custGeom>
              <a:rect b="b" l="l" r="r" t="t"/>
              <a:pathLst>
                <a:path extrusionOk="0" h="462" w="1089">
                  <a:moveTo>
                    <a:pt x="871" y="1"/>
                  </a:moveTo>
                  <a:lnTo>
                    <a:pt x="152" y="131"/>
                  </a:lnTo>
                  <a:cubicBezTo>
                    <a:pt x="65" y="131"/>
                    <a:pt x="0" y="218"/>
                    <a:pt x="22" y="305"/>
                  </a:cubicBezTo>
                  <a:lnTo>
                    <a:pt x="22" y="327"/>
                  </a:lnTo>
                  <a:cubicBezTo>
                    <a:pt x="41" y="402"/>
                    <a:pt x="109" y="462"/>
                    <a:pt x="184" y="462"/>
                  </a:cubicBezTo>
                  <a:cubicBezTo>
                    <a:pt x="195" y="462"/>
                    <a:pt x="206" y="460"/>
                    <a:pt x="218" y="457"/>
                  </a:cubicBezTo>
                  <a:lnTo>
                    <a:pt x="936" y="349"/>
                  </a:lnTo>
                  <a:cubicBezTo>
                    <a:pt x="1023" y="327"/>
                    <a:pt x="1088" y="240"/>
                    <a:pt x="1066" y="153"/>
                  </a:cubicBezTo>
                  <a:cubicBezTo>
                    <a:pt x="1066" y="44"/>
                    <a:pt x="979" y="1"/>
                    <a:pt x="87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 name="Google Shape;109;g39181ba8852_1_73"/>
            <p:cNvSpPr/>
            <p:nvPr/>
          </p:nvSpPr>
          <p:spPr>
            <a:xfrm>
              <a:off x="404233" y="3026059"/>
              <a:ext cx="83143" cy="36000"/>
            </a:xfrm>
            <a:custGeom>
              <a:rect b="b" l="l" r="r" t="t"/>
              <a:pathLst>
                <a:path extrusionOk="0" h="462" w="1067">
                  <a:moveTo>
                    <a:pt x="905" y="1"/>
                  </a:moveTo>
                  <a:cubicBezTo>
                    <a:pt x="894" y="1"/>
                    <a:pt x="882" y="2"/>
                    <a:pt x="871" y="5"/>
                  </a:cubicBezTo>
                  <a:lnTo>
                    <a:pt x="153" y="114"/>
                  </a:lnTo>
                  <a:cubicBezTo>
                    <a:pt x="44" y="135"/>
                    <a:pt x="0" y="223"/>
                    <a:pt x="0" y="310"/>
                  </a:cubicBezTo>
                  <a:cubicBezTo>
                    <a:pt x="22" y="418"/>
                    <a:pt x="109" y="462"/>
                    <a:pt x="196" y="462"/>
                  </a:cubicBezTo>
                  <a:lnTo>
                    <a:pt x="914" y="331"/>
                  </a:lnTo>
                  <a:cubicBezTo>
                    <a:pt x="1001" y="331"/>
                    <a:pt x="1067" y="244"/>
                    <a:pt x="1067" y="135"/>
                  </a:cubicBezTo>
                  <a:cubicBezTo>
                    <a:pt x="1048" y="60"/>
                    <a:pt x="980" y="1"/>
                    <a:pt x="9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 name="Google Shape;110;g39181ba8852_1_73"/>
            <p:cNvSpPr/>
            <p:nvPr/>
          </p:nvSpPr>
          <p:spPr>
            <a:xfrm>
              <a:off x="399169" y="3004008"/>
              <a:ext cx="83143" cy="34676"/>
            </a:xfrm>
            <a:custGeom>
              <a:rect b="b" l="l" r="r" t="t"/>
              <a:pathLst>
                <a:path extrusionOk="0" h="445" w="1067">
                  <a:moveTo>
                    <a:pt x="905" y="1"/>
                  </a:moveTo>
                  <a:cubicBezTo>
                    <a:pt x="893" y="1"/>
                    <a:pt x="882" y="2"/>
                    <a:pt x="870" y="5"/>
                  </a:cubicBezTo>
                  <a:lnTo>
                    <a:pt x="152" y="114"/>
                  </a:lnTo>
                  <a:cubicBezTo>
                    <a:pt x="44" y="114"/>
                    <a:pt x="0" y="223"/>
                    <a:pt x="0" y="310"/>
                  </a:cubicBezTo>
                  <a:cubicBezTo>
                    <a:pt x="19" y="385"/>
                    <a:pt x="87" y="444"/>
                    <a:pt x="162" y="444"/>
                  </a:cubicBezTo>
                  <a:cubicBezTo>
                    <a:pt x="173" y="444"/>
                    <a:pt x="185" y="443"/>
                    <a:pt x="196" y="440"/>
                  </a:cubicBezTo>
                  <a:lnTo>
                    <a:pt x="914" y="331"/>
                  </a:lnTo>
                  <a:cubicBezTo>
                    <a:pt x="1001" y="310"/>
                    <a:pt x="1066" y="223"/>
                    <a:pt x="1066" y="136"/>
                  </a:cubicBezTo>
                  <a:cubicBezTo>
                    <a:pt x="1047" y="60"/>
                    <a:pt x="979" y="1"/>
                    <a:pt x="9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 name="Google Shape;111;g39181ba8852_1_73"/>
            <p:cNvSpPr/>
            <p:nvPr/>
          </p:nvSpPr>
          <p:spPr>
            <a:xfrm>
              <a:off x="287276" y="3003228"/>
              <a:ext cx="193326" cy="127871"/>
            </a:xfrm>
            <a:custGeom>
              <a:rect b="b" l="l" r="r" t="t"/>
              <a:pathLst>
                <a:path extrusionOk="0" h="1641" w="2481">
                  <a:moveTo>
                    <a:pt x="1777" y="1"/>
                  </a:moveTo>
                  <a:cubicBezTo>
                    <a:pt x="1555" y="1"/>
                    <a:pt x="1334" y="9"/>
                    <a:pt x="1240" y="37"/>
                  </a:cubicBezTo>
                  <a:cubicBezTo>
                    <a:pt x="1001" y="124"/>
                    <a:pt x="0" y="777"/>
                    <a:pt x="0" y="777"/>
                  </a:cubicBezTo>
                  <a:lnTo>
                    <a:pt x="653" y="1603"/>
                  </a:lnTo>
                  <a:cubicBezTo>
                    <a:pt x="653" y="1603"/>
                    <a:pt x="861" y="1640"/>
                    <a:pt x="1121" y="1640"/>
                  </a:cubicBezTo>
                  <a:cubicBezTo>
                    <a:pt x="1208" y="1640"/>
                    <a:pt x="1300" y="1636"/>
                    <a:pt x="1393" y="1625"/>
                  </a:cubicBezTo>
                  <a:cubicBezTo>
                    <a:pt x="1763" y="1582"/>
                    <a:pt x="2481" y="1255"/>
                    <a:pt x="2481" y="1255"/>
                  </a:cubicBezTo>
                  <a:cubicBezTo>
                    <a:pt x="2481" y="1255"/>
                    <a:pt x="2263" y="755"/>
                    <a:pt x="2219" y="559"/>
                  </a:cubicBezTo>
                  <a:cubicBezTo>
                    <a:pt x="2154" y="363"/>
                    <a:pt x="2372" y="15"/>
                    <a:pt x="2372" y="15"/>
                  </a:cubicBezTo>
                  <a:cubicBezTo>
                    <a:pt x="2372" y="15"/>
                    <a:pt x="2073" y="1"/>
                    <a:pt x="1777"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 name="Google Shape;112;g39181ba8852_1_73"/>
            <p:cNvSpPr/>
            <p:nvPr/>
          </p:nvSpPr>
          <p:spPr>
            <a:xfrm>
              <a:off x="261796" y="3024735"/>
              <a:ext cx="103481" cy="127247"/>
            </a:xfrm>
            <a:custGeom>
              <a:rect b="b" l="l" r="r" t="t"/>
              <a:pathLst>
                <a:path extrusionOk="0" h="1633" w="1328">
                  <a:moveTo>
                    <a:pt x="871" y="0"/>
                  </a:moveTo>
                  <a:lnTo>
                    <a:pt x="1" y="283"/>
                  </a:lnTo>
                  <a:lnTo>
                    <a:pt x="436" y="1632"/>
                  </a:lnTo>
                  <a:lnTo>
                    <a:pt x="1328" y="1327"/>
                  </a:lnTo>
                  <a:lnTo>
                    <a:pt x="87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 name="Google Shape;113;g39181ba8852_1_73"/>
            <p:cNvSpPr/>
            <p:nvPr/>
          </p:nvSpPr>
          <p:spPr>
            <a:xfrm>
              <a:off x="263510" y="3116526"/>
              <a:ext cx="371379" cy="233767"/>
            </a:xfrm>
            <a:custGeom>
              <a:rect b="b" l="l" r="r" t="t"/>
              <a:pathLst>
                <a:path extrusionOk="0" h="3000" w="4766">
                  <a:moveTo>
                    <a:pt x="3897" y="0"/>
                  </a:moveTo>
                  <a:cubicBezTo>
                    <a:pt x="3372" y="0"/>
                    <a:pt x="2639" y="458"/>
                    <a:pt x="2155" y="737"/>
                  </a:cubicBezTo>
                  <a:cubicBezTo>
                    <a:pt x="1437" y="1150"/>
                    <a:pt x="0" y="2086"/>
                    <a:pt x="0" y="2086"/>
                  </a:cubicBezTo>
                  <a:lnTo>
                    <a:pt x="392" y="3000"/>
                  </a:lnTo>
                  <a:cubicBezTo>
                    <a:pt x="392" y="3000"/>
                    <a:pt x="2611" y="2565"/>
                    <a:pt x="3830" y="2021"/>
                  </a:cubicBezTo>
                  <a:cubicBezTo>
                    <a:pt x="4026" y="1912"/>
                    <a:pt x="4766" y="1281"/>
                    <a:pt x="4461" y="389"/>
                  </a:cubicBezTo>
                  <a:cubicBezTo>
                    <a:pt x="4355" y="106"/>
                    <a:pt x="4150" y="0"/>
                    <a:pt x="389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 name="Google Shape;114;g39181ba8852_1_73"/>
            <p:cNvSpPr/>
            <p:nvPr/>
          </p:nvSpPr>
          <p:spPr>
            <a:xfrm>
              <a:off x="139773" y="3357381"/>
              <a:ext cx="81429" cy="48546"/>
            </a:xfrm>
            <a:custGeom>
              <a:rect b="b" l="l" r="r" t="t"/>
              <a:pathLst>
                <a:path extrusionOk="0" h="623" w="1045">
                  <a:moveTo>
                    <a:pt x="856" y="0"/>
                  </a:moveTo>
                  <a:cubicBezTo>
                    <a:pt x="832" y="0"/>
                    <a:pt x="807" y="6"/>
                    <a:pt x="783" y="18"/>
                  </a:cubicBezTo>
                  <a:lnTo>
                    <a:pt x="109" y="300"/>
                  </a:lnTo>
                  <a:cubicBezTo>
                    <a:pt x="44" y="344"/>
                    <a:pt x="0" y="431"/>
                    <a:pt x="22" y="518"/>
                  </a:cubicBezTo>
                  <a:cubicBezTo>
                    <a:pt x="54" y="582"/>
                    <a:pt x="121" y="622"/>
                    <a:pt x="188" y="622"/>
                  </a:cubicBezTo>
                  <a:cubicBezTo>
                    <a:pt x="213" y="622"/>
                    <a:pt x="238" y="617"/>
                    <a:pt x="261" y="605"/>
                  </a:cubicBezTo>
                  <a:lnTo>
                    <a:pt x="914" y="322"/>
                  </a:lnTo>
                  <a:cubicBezTo>
                    <a:pt x="1001" y="279"/>
                    <a:pt x="1045" y="192"/>
                    <a:pt x="1001" y="105"/>
                  </a:cubicBezTo>
                  <a:cubicBezTo>
                    <a:pt x="985" y="41"/>
                    <a:pt x="923" y="0"/>
                    <a:pt x="856"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 name="Google Shape;115;g39181ba8852_1_73"/>
            <p:cNvSpPr/>
            <p:nvPr/>
          </p:nvSpPr>
          <p:spPr>
            <a:xfrm>
              <a:off x="127851" y="3335329"/>
              <a:ext cx="81507" cy="49481"/>
            </a:xfrm>
            <a:custGeom>
              <a:rect b="b" l="l" r="r" t="t"/>
              <a:pathLst>
                <a:path extrusionOk="0" h="635" w="1046">
                  <a:moveTo>
                    <a:pt x="853" y="1"/>
                  </a:moveTo>
                  <a:cubicBezTo>
                    <a:pt x="831" y="1"/>
                    <a:pt x="807" y="6"/>
                    <a:pt x="784" y="18"/>
                  </a:cubicBezTo>
                  <a:lnTo>
                    <a:pt x="110" y="301"/>
                  </a:lnTo>
                  <a:cubicBezTo>
                    <a:pt x="23" y="344"/>
                    <a:pt x="1" y="453"/>
                    <a:pt x="23" y="540"/>
                  </a:cubicBezTo>
                  <a:cubicBezTo>
                    <a:pt x="56" y="606"/>
                    <a:pt x="127" y="635"/>
                    <a:pt x="198" y="635"/>
                  </a:cubicBezTo>
                  <a:cubicBezTo>
                    <a:pt x="220" y="635"/>
                    <a:pt x="241" y="632"/>
                    <a:pt x="262" y="627"/>
                  </a:cubicBezTo>
                  <a:lnTo>
                    <a:pt x="915" y="322"/>
                  </a:lnTo>
                  <a:cubicBezTo>
                    <a:pt x="1002" y="301"/>
                    <a:pt x="1045" y="192"/>
                    <a:pt x="1002" y="105"/>
                  </a:cubicBezTo>
                  <a:cubicBezTo>
                    <a:pt x="970" y="41"/>
                    <a:pt x="915" y="1"/>
                    <a:pt x="853"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 name="Google Shape;116;g39181ba8852_1_73"/>
            <p:cNvSpPr/>
            <p:nvPr/>
          </p:nvSpPr>
          <p:spPr>
            <a:xfrm>
              <a:off x="116008" y="3313278"/>
              <a:ext cx="83143" cy="50260"/>
            </a:xfrm>
            <a:custGeom>
              <a:rect b="b" l="l" r="r" t="t"/>
              <a:pathLst>
                <a:path extrusionOk="0" h="645" w="1067">
                  <a:moveTo>
                    <a:pt x="875" y="1"/>
                  </a:moveTo>
                  <a:cubicBezTo>
                    <a:pt x="852" y="1"/>
                    <a:pt x="829" y="6"/>
                    <a:pt x="806" y="18"/>
                  </a:cubicBezTo>
                  <a:lnTo>
                    <a:pt x="131" y="301"/>
                  </a:lnTo>
                  <a:cubicBezTo>
                    <a:pt x="44" y="344"/>
                    <a:pt x="1" y="453"/>
                    <a:pt x="44" y="540"/>
                  </a:cubicBezTo>
                  <a:cubicBezTo>
                    <a:pt x="76" y="604"/>
                    <a:pt x="143" y="644"/>
                    <a:pt x="202" y="644"/>
                  </a:cubicBezTo>
                  <a:cubicBezTo>
                    <a:pt x="224" y="644"/>
                    <a:pt x="244" y="639"/>
                    <a:pt x="262" y="627"/>
                  </a:cubicBezTo>
                  <a:lnTo>
                    <a:pt x="936" y="322"/>
                  </a:lnTo>
                  <a:cubicBezTo>
                    <a:pt x="1023" y="301"/>
                    <a:pt x="1067" y="192"/>
                    <a:pt x="1023" y="105"/>
                  </a:cubicBezTo>
                  <a:cubicBezTo>
                    <a:pt x="991" y="41"/>
                    <a:pt x="936" y="1"/>
                    <a:pt x="875"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 name="Google Shape;117;g39181ba8852_1_73"/>
            <p:cNvSpPr/>
            <p:nvPr/>
          </p:nvSpPr>
          <p:spPr>
            <a:xfrm>
              <a:off x="109229" y="3291226"/>
              <a:ext cx="81429" cy="50260"/>
            </a:xfrm>
            <a:custGeom>
              <a:rect b="b" l="l" r="r" t="t"/>
              <a:pathLst>
                <a:path extrusionOk="0" h="645" w="1045">
                  <a:moveTo>
                    <a:pt x="853" y="1"/>
                  </a:moveTo>
                  <a:cubicBezTo>
                    <a:pt x="830" y="1"/>
                    <a:pt x="807" y="6"/>
                    <a:pt x="784" y="18"/>
                  </a:cubicBezTo>
                  <a:lnTo>
                    <a:pt x="109" y="301"/>
                  </a:lnTo>
                  <a:cubicBezTo>
                    <a:pt x="22" y="344"/>
                    <a:pt x="1" y="453"/>
                    <a:pt x="22" y="540"/>
                  </a:cubicBezTo>
                  <a:cubicBezTo>
                    <a:pt x="54" y="604"/>
                    <a:pt x="121" y="644"/>
                    <a:pt x="189" y="644"/>
                  </a:cubicBezTo>
                  <a:cubicBezTo>
                    <a:pt x="213" y="644"/>
                    <a:pt x="238" y="639"/>
                    <a:pt x="262" y="627"/>
                  </a:cubicBezTo>
                  <a:lnTo>
                    <a:pt x="914" y="323"/>
                  </a:lnTo>
                  <a:cubicBezTo>
                    <a:pt x="1001" y="301"/>
                    <a:pt x="1045" y="192"/>
                    <a:pt x="1001" y="105"/>
                  </a:cubicBezTo>
                  <a:cubicBezTo>
                    <a:pt x="970" y="41"/>
                    <a:pt x="914" y="1"/>
                    <a:pt x="853"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 name="Google Shape;118;g39181ba8852_1_73"/>
            <p:cNvSpPr/>
            <p:nvPr/>
          </p:nvSpPr>
          <p:spPr>
            <a:xfrm>
              <a:off x="114293" y="3268629"/>
              <a:ext cx="186624" cy="135897"/>
            </a:xfrm>
            <a:custGeom>
              <a:rect b="b" l="l" r="r" t="t"/>
              <a:pathLst>
                <a:path extrusionOk="0" h="1744" w="2395">
                  <a:moveTo>
                    <a:pt x="2076" y="1"/>
                  </a:moveTo>
                  <a:cubicBezTo>
                    <a:pt x="1705" y="1"/>
                    <a:pt x="1125" y="11"/>
                    <a:pt x="980" y="69"/>
                  </a:cubicBezTo>
                  <a:cubicBezTo>
                    <a:pt x="741" y="134"/>
                    <a:pt x="1" y="656"/>
                    <a:pt x="1" y="656"/>
                  </a:cubicBezTo>
                  <a:cubicBezTo>
                    <a:pt x="1" y="656"/>
                    <a:pt x="371" y="808"/>
                    <a:pt x="436" y="1026"/>
                  </a:cubicBezTo>
                  <a:cubicBezTo>
                    <a:pt x="479" y="1222"/>
                    <a:pt x="588" y="1744"/>
                    <a:pt x="588" y="1744"/>
                  </a:cubicBezTo>
                  <a:cubicBezTo>
                    <a:pt x="588" y="1744"/>
                    <a:pt x="1372" y="1635"/>
                    <a:pt x="1698" y="1461"/>
                  </a:cubicBezTo>
                  <a:cubicBezTo>
                    <a:pt x="2024" y="1287"/>
                    <a:pt x="2307" y="1048"/>
                    <a:pt x="2307" y="1048"/>
                  </a:cubicBezTo>
                  <a:lnTo>
                    <a:pt x="2394" y="3"/>
                  </a:lnTo>
                  <a:cubicBezTo>
                    <a:pt x="2394" y="3"/>
                    <a:pt x="2261" y="1"/>
                    <a:pt x="2076"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 name="Google Shape;119;g39181ba8852_1_73"/>
            <p:cNvSpPr/>
            <p:nvPr/>
          </p:nvSpPr>
          <p:spPr>
            <a:xfrm>
              <a:off x="239744" y="3240032"/>
              <a:ext cx="105195" cy="127247"/>
            </a:xfrm>
            <a:custGeom>
              <a:rect b="b" l="l" r="r" t="t"/>
              <a:pathLst>
                <a:path extrusionOk="0" h="1633" w="1350">
                  <a:moveTo>
                    <a:pt x="893" y="0"/>
                  </a:moveTo>
                  <a:lnTo>
                    <a:pt x="1" y="305"/>
                  </a:lnTo>
                  <a:lnTo>
                    <a:pt x="458" y="1632"/>
                  </a:lnTo>
                  <a:lnTo>
                    <a:pt x="1350" y="1328"/>
                  </a:lnTo>
                  <a:lnTo>
                    <a:pt x="893"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0" name="Shape 120"/>
        <p:cNvGrpSpPr/>
        <p:nvPr/>
      </p:nvGrpSpPr>
      <p:grpSpPr>
        <a:xfrm>
          <a:off x="0" y="0"/>
          <a:ext cx="0" cy="0"/>
          <a:chOff x="0" y="0"/>
          <a:chExt cx="0" cy="0"/>
        </a:xfrm>
      </p:grpSpPr>
      <p:sp>
        <p:nvSpPr>
          <p:cNvPr id="121" name="Google Shape;121;g39181ba8852_1_166"/>
          <p:cNvSpPr txBox="1"/>
          <p:nvPr>
            <p:ph type="title"/>
          </p:nvPr>
        </p:nvSpPr>
        <p:spPr>
          <a:xfrm>
            <a:off x="950967" y="1470300"/>
            <a:ext cx="4848000" cy="763500"/>
          </a:xfrm>
          <a:prstGeom prst="rect">
            <a:avLst/>
          </a:prstGeom>
        </p:spPr>
        <p:txBody>
          <a:bodyPr anchorCtr="0" anchor="b"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122" name="Google Shape;122;g39181ba8852_1_166"/>
          <p:cNvSpPr txBox="1"/>
          <p:nvPr>
            <p:ph idx="1" type="subTitle"/>
          </p:nvPr>
        </p:nvSpPr>
        <p:spPr>
          <a:xfrm>
            <a:off x="950967" y="2233900"/>
            <a:ext cx="4848000" cy="23841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Clr>
                <a:schemeClr val="accent1"/>
              </a:buClr>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2100"/>
              </a:spcBef>
              <a:spcAft>
                <a:spcPts val="0"/>
              </a:spcAft>
              <a:buClr>
                <a:srgbClr val="E76A28"/>
              </a:buClr>
              <a:buSzPts val="1600"/>
              <a:buFont typeface="Nunito Light"/>
              <a:buChar char="■"/>
              <a:defRPr/>
            </a:lvl3pPr>
            <a:lvl4pPr lvl="3" rtl="0" algn="ctr">
              <a:lnSpc>
                <a:spcPct val="100000"/>
              </a:lnSpc>
              <a:spcBef>
                <a:spcPts val="2100"/>
              </a:spcBef>
              <a:spcAft>
                <a:spcPts val="0"/>
              </a:spcAft>
              <a:buClr>
                <a:srgbClr val="E76A28"/>
              </a:buClr>
              <a:buSzPts val="1600"/>
              <a:buFont typeface="Nunito Light"/>
              <a:buChar char="●"/>
              <a:defRPr/>
            </a:lvl4pPr>
            <a:lvl5pPr lvl="4" rtl="0" algn="ctr">
              <a:lnSpc>
                <a:spcPct val="100000"/>
              </a:lnSpc>
              <a:spcBef>
                <a:spcPts val="2100"/>
              </a:spcBef>
              <a:spcAft>
                <a:spcPts val="0"/>
              </a:spcAft>
              <a:buClr>
                <a:srgbClr val="E76A28"/>
              </a:buClr>
              <a:buSzPts val="1600"/>
              <a:buFont typeface="Nunito Light"/>
              <a:buChar char="○"/>
              <a:defRPr/>
            </a:lvl5pPr>
            <a:lvl6pPr lvl="5" rtl="0" algn="ctr">
              <a:lnSpc>
                <a:spcPct val="100000"/>
              </a:lnSpc>
              <a:spcBef>
                <a:spcPts val="2100"/>
              </a:spcBef>
              <a:spcAft>
                <a:spcPts val="0"/>
              </a:spcAft>
              <a:buClr>
                <a:srgbClr val="999999"/>
              </a:buClr>
              <a:buSzPts val="1600"/>
              <a:buFont typeface="Nunito Light"/>
              <a:buChar char="■"/>
              <a:defRPr/>
            </a:lvl6pPr>
            <a:lvl7pPr lvl="6" rtl="0" algn="ctr">
              <a:lnSpc>
                <a:spcPct val="100000"/>
              </a:lnSpc>
              <a:spcBef>
                <a:spcPts val="2100"/>
              </a:spcBef>
              <a:spcAft>
                <a:spcPts val="0"/>
              </a:spcAft>
              <a:buClr>
                <a:srgbClr val="999999"/>
              </a:buClr>
              <a:buSzPts val="1600"/>
              <a:buFont typeface="Nunito Light"/>
              <a:buChar char="●"/>
              <a:defRPr/>
            </a:lvl7pPr>
            <a:lvl8pPr lvl="7" rtl="0" algn="ctr">
              <a:lnSpc>
                <a:spcPct val="100000"/>
              </a:lnSpc>
              <a:spcBef>
                <a:spcPts val="2100"/>
              </a:spcBef>
              <a:spcAft>
                <a:spcPts val="0"/>
              </a:spcAft>
              <a:buClr>
                <a:srgbClr val="999999"/>
              </a:buClr>
              <a:buSzPts val="1600"/>
              <a:buFont typeface="Nunito Light"/>
              <a:buChar char="○"/>
              <a:defRPr/>
            </a:lvl8pPr>
            <a:lvl9pPr lvl="8" rtl="0" algn="ctr">
              <a:lnSpc>
                <a:spcPct val="100000"/>
              </a:lnSpc>
              <a:spcBef>
                <a:spcPts val="2100"/>
              </a:spcBef>
              <a:spcAft>
                <a:spcPts val="2100"/>
              </a:spcAft>
              <a:buClr>
                <a:srgbClr val="999999"/>
              </a:buClr>
              <a:buSzPts val="1600"/>
              <a:buFont typeface="Nunito Light"/>
              <a:buChar char="■"/>
              <a:defRPr/>
            </a:lvl9pPr>
          </a:lstStyle>
          <a:p/>
        </p:txBody>
      </p:sp>
      <p:sp>
        <p:nvSpPr>
          <p:cNvPr id="123" name="Google Shape;123;g39181ba8852_1_166"/>
          <p:cNvSpPr/>
          <p:nvPr>
            <p:ph idx="2" type="pic"/>
          </p:nvPr>
        </p:nvSpPr>
        <p:spPr>
          <a:xfrm>
            <a:off x="6095967" y="497900"/>
            <a:ext cx="5145300" cy="5862300"/>
          </a:xfrm>
          <a:prstGeom prst="rect">
            <a:avLst/>
          </a:prstGeom>
          <a:noFill/>
          <a:ln>
            <a:noFill/>
          </a:ln>
        </p:spPr>
      </p:sp>
      <p:sp>
        <p:nvSpPr>
          <p:cNvPr id="124" name="Google Shape;124;g39181ba8852_1_166"/>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5" name="Shape 125"/>
        <p:cNvGrpSpPr/>
        <p:nvPr/>
      </p:nvGrpSpPr>
      <p:grpSpPr>
        <a:xfrm>
          <a:off x="0" y="0"/>
          <a:ext cx="0" cy="0"/>
          <a:chOff x="0" y="0"/>
          <a:chExt cx="0" cy="0"/>
        </a:xfrm>
      </p:grpSpPr>
      <p:sp>
        <p:nvSpPr>
          <p:cNvPr id="126" name="Google Shape;126;g39181ba8852_1_171"/>
          <p:cNvSpPr txBox="1"/>
          <p:nvPr>
            <p:ph type="title"/>
          </p:nvPr>
        </p:nvSpPr>
        <p:spPr>
          <a:xfrm>
            <a:off x="3090600" y="1742800"/>
            <a:ext cx="6010800" cy="3372300"/>
          </a:xfrm>
          <a:prstGeom prst="rect">
            <a:avLst/>
          </a:prstGeom>
        </p:spPr>
        <p:txBody>
          <a:bodyPr anchorCtr="0" anchor="ctr" bIns="121900" lIns="121900" spcFirstLastPara="1" rIns="121900" wrap="square" tIns="121900">
            <a:noAutofit/>
          </a:bodyPr>
          <a:lstStyle>
            <a:lvl1pPr lvl="0" algn="ctr">
              <a:lnSpc>
                <a:spcPct val="80000"/>
              </a:lnSpc>
              <a:spcBef>
                <a:spcPts val="0"/>
              </a:spcBef>
              <a:spcAft>
                <a:spcPts val="0"/>
              </a:spcAft>
              <a:buSzPts val="6400"/>
              <a:buNone/>
              <a:defRPr sz="133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sp>
        <p:nvSpPr>
          <p:cNvPr id="128" name="Google Shape;128;g39181ba8852_1_173"/>
          <p:cNvSpPr txBox="1"/>
          <p:nvPr>
            <p:ph type="title"/>
          </p:nvPr>
        </p:nvSpPr>
        <p:spPr>
          <a:xfrm>
            <a:off x="2847400" y="1585467"/>
            <a:ext cx="6497100" cy="2619300"/>
          </a:xfrm>
          <a:prstGeom prst="rect">
            <a:avLst/>
          </a:prstGeom>
        </p:spPr>
        <p:txBody>
          <a:bodyPr anchorCtr="0" anchor="ctr" bIns="121900" lIns="121900" spcFirstLastPara="1" rIns="121900" wrap="square" tIns="121900">
            <a:noAutofit/>
          </a:bodyPr>
          <a:lstStyle>
            <a:lvl1pPr lvl="0" rtl="0" algn="ctr">
              <a:spcBef>
                <a:spcPts val="0"/>
              </a:spcBef>
              <a:spcAft>
                <a:spcPts val="0"/>
              </a:spcAft>
              <a:buSzPts val="4700"/>
              <a:buNone/>
              <a:defRPr sz="20000"/>
            </a:lvl1pPr>
            <a:lvl2pPr lvl="1" rtl="0" algn="ctr">
              <a:spcBef>
                <a:spcPts val="0"/>
              </a:spcBef>
              <a:spcAft>
                <a:spcPts val="0"/>
              </a:spcAft>
              <a:buSzPts val="4700"/>
              <a:buNone/>
              <a:defRPr/>
            </a:lvl2pPr>
            <a:lvl3pPr lvl="2" rtl="0" algn="ctr">
              <a:spcBef>
                <a:spcPts val="0"/>
              </a:spcBef>
              <a:spcAft>
                <a:spcPts val="0"/>
              </a:spcAft>
              <a:buSzPts val="4700"/>
              <a:buNone/>
              <a:defRPr/>
            </a:lvl3pPr>
            <a:lvl4pPr lvl="3" rtl="0" algn="ctr">
              <a:spcBef>
                <a:spcPts val="0"/>
              </a:spcBef>
              <a:spcAft>
                <a:spcPts val="0"/>
              </a:spcAft>
              <a:buSzPts val="4700"/>
              <a:buNone/>
              <a:defRPr/>
            </a:lvl4pPr>
            <a:lvl5pPr lvl="4" rtl="0" algn="ctr">
              <a:spcBef>
                <a:spcPts val="0"/>
              </a:spcBef>
              <a:spcAft>
                <a:spcPts val="0"/>
              </a:spcAft>
              <a:buSzPts val="4700"/>
              <a:buNone/>
              <a:defRPr/>
            </a:lvl5pPr>
            <a:lvl6pPr lvl="5" rtl="0" algn="ctr">
              <a:spcBef>
                <a:spcPts val="0"/>
              </a:spcBef>
              <a:spcAft>
                <a:spcPts val="0"/>
              </a:spcAft>
              <a:buSzPts val="4700"/>
              <a:buNone/>
              <a:defRPr/>
            </a:lvl6pPr>
            <a:lvl7pPr lvl="6" rtl="0" algn="ctr">
              <a:spcBef>
                <a:spcPts val="0"/>
              </a:spcBef>
              <a:spcAft>
                <a:spcPts val="0"/>
              </a:spcAft>
              <a:buSzPts val="4700"/>
              <a:buNone/>
              <a:defRPr/>
            </a:lvl7pPr>
            <a:lvl8pPr lvl="7" rtl="0" algn="ctr">
              <a:spcBef>
                <a:spcPts val="0"/>
              </a:spcBef>
              <a:spcAft>
                <a:spcPts val="0"/>
              </a:spcAft>
              <a:buSzPts val="4700"/>
              <a:buNone/>
              <a:defRPr/>
            </a:lvl8pPr>
            <a:lvl9pPr lvl="8" rtl="0" algn="ctr">
              <a:spcBef>
                <a:spcPts val="0"/>
              </a:spcBef>
              <a:spcAft>
                <a:spcPts val="0"/>
              </a:spcAft>
              <a:buSzPts val="4700"/>
              <a:buNone/>
              <a:defRPr/>
            </a:lvl9pPr>
          </a:lstStyle>
          <a:p/>
        </p:txBody>
      </p:sp>
      <p:sp>
        <p:nvSpPr>
          <p:cNvPr id="129" name="Google Shape;129;g39181ba8852_1_173"/>
          <p:cNvSpPr txBox="1"/>
          <p:nvPr>
            <p:ph idx="1" type="subTitle"/>
          </p:nvPr>
        </p:nvSpPr>
        <p:spPr>
          <a:xfrm>
            <a:off x="2847400" y="4204667"/>
            <a:ext cx="6497100" cy="894900"/>
          </a:xfrm>
          <a:prstGeom prst="rect">
            <a:avLst/>
          </a:prstGeom>
        </p:spPr>
        <p:txBody>
          <a:bodyPr anchorCtr="0" anchor="t" bIns="121900" lIns="121900" spcFirstLastPara="1" rIns="121900" wrap="square" tIns="121900">
            <a:noAutofit/>
          </a:bodyPr>
          <a:lstStyle>
            <a:lvl1pPr lvl="0" rtl="0" algn="ctr">
              <a:lnSpc>
                <a:spcPct val="100000"/>
              </a:lnSpc>
              <a:spcBef>
                <a:spcPts val="0"/>
              </a:spcBef>
              <a:spcAft>
                <a:spcPts val="0"/>
              </a:spcAft>
              <a:buSzPts val="1600"/>
              <a:buNone/>
              <a:defRPr sz="2100"/>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0" name="Shape 130"/>
        <p:cNvGrpSpPr/>
        <p:nvPr/>
      </p:nvGrpSpPr>
      <p:grpSpPr>
        <a:xfrm>
          <a:off x="0" y="0"/>
          <a:ext cx="0" cy="0"/>
          <a:chOff x="0" y="0"/>
          <a:chExt cx="0" cy="0"/>
        </a:xfrm>
      </p:grpSpPr>
      <p:sp>
        <p:nvSpPr>
          <p:cNvPr id="131" name="Google Shape;131;g39181ba8852_1_176"/>
          <p:cNvSpPr/>
          <p:nvPr>
            <p:ph idx="2" type="pic"/>
          </p:nvPr>
        </p:nvSpPr>
        <p:spPr>
          <a:xfrm>
            <a:off x="0" y="-9567"/>
            <a:ext cx="12192000" cy="6858000"/>
          </a:xfrm>
          <a:prstGeom prst="rect">
            <a:avLst/>
          </a:prstGeom>
          <a:noFill/>
          <a:ln>
            <a:noFill/>
          </a:ln>
        </p:spPr>
      </p:sp>
      <p:sp>
        <p:nvSpPr>
          <p:cNvPr id="132" name="Google Shape;132;g39181ba8852_1_176"/>
          <p:cNvSpPr txBox="1"/>
          <p:nvPr>
            <p:ph type="title"/>
          </p:nvPr>
        </p:nvSpPr>
        <p:spPr>
          <a:xfrm>
            <a:off x="960000" y="5352600"/>
            <a:ext cx="10272000" cy="763500"/>
          </a:xfrm>
          <a:prstGeom prst="rect">
            <a:avLst/>
          </a:prstGeom>
          <a:solidFill>
            <a:schemeClr val="lt1"/>
          </a:solidFill>
        </p:spPr>
        <p:txBody>
          <a:bodyPr anchorCtr="0" anchor="ctr" bIns="121900" lIns="121900" spcFirstLastPara="1" rIns="121900" wrap="square" tIns="121900">
            <a:noAutofit/>
          </a:bodyPr>
          <a:lstStyle>
            <a:lvl1pPr lvl="0" rtl="0" algn="ctr">
              <a:spcBef>
                <a:spcPts val="0"/>
              </a:spcBef>
              <a:spcAft>
                <a:spcPts val="0"/>
              </a:spcAft>
              <a:buSzPts val="4700"/>
              <a:buNone/>
              <a:defRPr/>
            </a:lvl1pPr>
            <a:lvl2pPr lvl="1" rtl="0" algn="ctr">
              <a:spcBef>
                <a:spcPts val="0"/>
              </a:spcBef>
              <a:spcAft>
                <a:spcPts val="0"/>
              </a:spcAft>
              <a:buSzPts val="4700"/>
              <a:buNone/>
              <a:defRPr/>
            </a:lvl2pPr>
            <a:lvl3pPr lvl="2" rtl="0" algn="ctr">
              <a:spcBef>
                <a:spcPts val="0"/>
              </a:spcBef>
              <a:spcAft>
                <a:spcPts val="0"/>
              </a:spcAft>
              <a:buSzPts val="4700"/>
              <a:buNone/>
              <a:defRPr/>
            </a:lvl3pPr>
            <a:lvl4pPr lvl="3" rtl="0" algn="ctr">
              <a:spcBef>
                <a:spcPts val="0"/>
              </a:spcBef>
              <a:spcAft>
                <a:spcPts val="0"/>
              </a:spcAft>
              <a:buSzPts val="4700"/>
              <a:buNone/>
              <a:defRPr/>
            </a:lvl4pPr>
            <a:lvl5pPr lvl="4" rtl="0" algn="ctr">
              <a:spcBef>
                <a:spcPts val="0"/>
              </a:spcBef>
              <a:spcAft>
                <a:spcPts val="0"/>
              </a:spcAft>
              <a:buSzPts val="4700"/>
              <a:buNone/>
              <a:defRPr/>
            </a:lvl5pPr>
            <a:lvl6pPr lvl="5" rtl="0" algn="ctr">
              <a:spcBef>
                <a:spcPts val="0"/>
              </a:spcBef>
              <a:spcAft>
                <a:spcPts val="0"/>
              </a:spcAft>
              <a:buSzPts val="4700"/>
              <a:buNone/>
              <a:defRPr/>
            </a:lvl6pPr>
            <a:lvl7pPr lvl="6" rtl="0" algn="ctr">
              <a:spcBef>
                <a:spcPts val="0"/>
              </a:spcBef>
              <a:spcAft>
                <a:spcPts val="0"/>
              </a:spcAft>
              <a:buSzPts val="4700"/>
              <a:buNone/>
              <a:defRPr/>
            </a:lvl7pPr>
            <a:lvl8pPr lvl="7" rtl="0" algn="ctr">
              <a:spcBef>
                <a:spcPts val="0"/>
              </a:spcBef>
              <a:spcAft>
                <a:spcPts val="0"/>
              </a:spcAft>
              <a:buSzPts val="4700"/>
              <a:buNone/>
              <a:defRPr/>
            </a:lvl8pPr>
            <a:lvl9pPr lvl="8" rtl="0" algn="ctr">
              <a:spcBef>
                <a:spcPts val="0"/>
              </a:spcBef>
              <a:spcAft>
                <a:spcPts val="0"/>
              </a:spcAft>
              <a:buSzPts val="47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3" name="Shape 133"/>
        <p:cNvGrpSpPr/>
        <p:nvPr/>
      </p:nvGrpSpPr>
      <p:grpSpPr>
        <a:xfrm>
          <a:off x="0" y="0"/>
          <a:ext cx="0" cy="0"/>
          <a:chOff x="0" y="0"/>
          <a:chExt cx="0" cy="0"/>
        </a:xfrm>
      </p:grpSpPr>
      <p:sp>
        <p:nvSpPr>
          <p:cNvPr id="134" name="Google Shape;134;g39181ba8852_1_179"/>
          <p:cNvSpPr txBox="1"/>
          <p:nvPr>
            <p:ph hasCustomPrompt="1" type="title"/>
          </p:nvPr>
        </p:nvSpPr>
        <p:spPr>
          <a:xfrm>
            <a:off x="1711917" y="1077950"/>
            <a:ext cx="8768100" cy="14499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12800"/>
              <a:buNone/>
              <a:defRPr sz="8000"/>
            </a:lvl1pPr>
            <a:lvl2pPr lvl="1" algn="ctr">
              <a:spcBef>
                <a:spcPts val="0"/>
              </a:spcBef>
              <a:spcAft>
                <a:spcPts val="0"/>
              </a:spcAft>
              <a:buSzPts val="12800"/>
              <a:buNone/>
              <a:defRPr sz="12800"/>
            </a:lvl2pPr>
            <a:lvl3pPr lvl="2" algn="ctr">
              <a:spcBef>
                <a:spcPts val="0"/>
              </a:spcBef>
              <a:spcAft>
                <a:spcPts val="0"/>
              </a:spcAft>
              <a:buSzPts val="12800"/>
              <a:buNone/>
              <a:defRPr sz="12800"/>
            </a:lvl3pPr>
            <a:lvl4pPr lvl="3" algn="ctr">
              <a:spcBef>
                <a:spcPts val="0"/>
              </a:spcBef>
              <a:spcAft>
                <a:spcPts val="0"/>
              </a:spcAft>
              <a:buSzPts val="12800"/>
              <a:buNone/>
              <a:defRPr sz="12800"/>
            </a:lvl4pPr>
            <a:lvl5pPr lvl="4" algn="ctr">
              <a:spcBef>
                <a:spcPts val="0"/>
              </a:spcBef>
              <a:spcAft>
                <a:spcPts val="0"/>
              </a:spcAft>
              <a:buSzPts val="12800"/>
              <a:buNone/>
              <a:defRPr sz="12800"/>
            </a:lvl5pPr>
            <a:lvl6pPr lvl="5" algn="ctr">
              <a:spcBef>
                <a:spcPts val="0"/>
              </a:spcBef>
              <a:spcAft>
                <a:spcPts val="0"/>
              </a:spcAft>
              <a:buSzPts val="12800"/>
              <a:buNone/>
              <a:defRPr sz="12800"/>
            </a:lvl6pPr>
            <a:lvl7pPr lvl="6" algn="ctr">
              <a:spcBef>
                <a:spcPts val="0"/>
              </a:spcBef>
              <a:spcAft>
                <a:spcPts val="0"/>
              </a:spcAft>
              <a:buSzPts val="12800"/>
              <a:buNone/>
              <a:defRPr sz="12800"/>
            </a:lvl7pPr>
            <a:lvl8pPr lvl="7" algn="ctr">
              <a:spcBef>
                <a:spcPts val="0"/>
              </a:spcBef>
              <a:spcAft>
                <a:spcPts val="0"/>
              </a:spcAft>
              <a:buSzPts val="12800"/>
              <a:buNone/>
              <a:defRPr sz="12800"/>
            </a:lvl8pPr>
            <a:lvl9pPr lvl="8" algn="ctr">
              <a:spcBef>
                <a:spcPts val="0"/>
              </a:spcBef>
              <a:spcAft>
                <a:spcPts val="0"/>
              </a:spcAft>
              <a:buSzPts val="12800"/>
              <a:buNone/>
              <a:defRPr sz="12800"/>
            </a:lvl9pPr>
          </a:lstStyle>
          <a:p>
            <a:r>
              <a:t>xx%</a:t>
            </a:r>
          </a:p>
        </p:txBody>
      </p:sp>
      <p:sp>
        <p:nvSpPr>
          <p:cNvPr id="135" name="Google Shape;135;g39181ba8852_1_179"/>
          <p:cNvSpPr txBox="1"/>
          <p:nvPr>
            <p:ph idx="1" type="subTitle"/>
          </p:nvPr>
        </p:nvSpPr>
        <p:spPr>
          <a:xfrm>
            <a:off x="1711917" y="2527983"/>
            <a:ext cx="8768100" cy="662700"/>
          </a:xfrm>
          <a:prstGeom prst="rect">
            <a:avLst/>
          </a:prstGeom>
        </p:spPr>
        <p:txBody>
          <a:bodyPr anchorCtr="0" anchor="t" bIns="121900" lIns="121900" spcFirstLastPara="1" rIns="121900" wrap="square" tIns="121900">
            <a:noAutofit/>
          </a:bodyPr>
          <a:lstStyle>
            <a:lvl1pPr lvl="0" rtl="0" algn="ctr">
              <a:lnSpc>
                <a:spcPct val="100000"/>
              </a:lnSpc>
              <a:spcBef>
                <a:spcPts val="0"/>
              </a:spcBef>
              <a:spcAft>
                <a:spcPts val="0"/>
              </a:spcAft>
              <a:buSzPts val="2100"/>
              <a:buNone/>
              <a:defRPr sz="2500"/>
            </a:lvl1pPr>
            <a:lvl2pPr lvl="1" rtl="0" algn="ctr">
              <a:lnSpc>
                <a:spcPct val="100000"/>
              </a:lnSpc>
              <a:spcBef>
                <a:spcPts val="0"/>
              </a:spcBef>
              <a:spcAft>
                <a:spcPts val="0"/>
              </a:spcAft>
              <a:buSzPts val="2100"/>
              <a:buNone/>
              <a:defRPr sz="2100"/>
            </a:lvl2pPr>
            <a:lvl3pPr lvl="2" rtl="0" algn="ctr">
              <a:lnSpc>
                <a:spcPct val="100000"/>
              </a:lnSpc>
              <a:spcBef>
                <a:spcPts val="2100"/>
              </a:spcBef>
              <a:spcAft>
                <a:spcPts val="0"/>
              </a:spcAft>
              <a:buSzPts val="2100"/>
              <a:buNone/>
              <a:defRPr sz="2100"/>
            </a:lvl3pPr>
            <a:lvl4pPr lvl="3" rtl="0" algn="ctr">
              <a:lnSpc>
                <a:spcPct val="100000"/>
              </a:lnSpc>
              <a:spcBef>
                <a:spcPts val="2100"/>
              </a:spcBef>
              <a:spcAft>
                <a:spcPts val="0"/>
              </a:spcAft>
              <a:buSzPts val="2100"/>
              <a:buNone/>
              <a:defRPr sz="2100"/>
            </a:lvl4pPr>
            <a:lvl5pPr lvl="4" rtl="0" algn="ctr">
              <a:lnSpc>
                <a:spcPct val="100000"/>
              </a:lnSpc>
              <a:spcBef>
                <a:spcPts val="2100"/>
              </a:spcBef>
              <a:spcAft>
                <a:spcPts val="0"/>
              </a:spcAft>
              <a:buSzPts val="2100"/>
              <a:buNone/>
              <a:defRPr sz="2100"/>
            </a:lvl5pPr>
            <a:lvl6pPr lvl="5" rtl="0" algn="ctr">
              <a:lnSpc>
                <a:spcPct val="100000"/>
              </a:lnSpc>
              <a:spcBef>
                <a:spcPts val="2100"/>
              </a:spcBef>
              <a:spcAft>
                <a:spcPts val="0"/>
              </a:spcAft>
              <a:buSzPts val="2100"/>
              <a:buNone/>
              <a:defRPr sz="2100"/>
            </a:lvl6pPr>
            <a:lvl7pPr lvl="6" rtl="0" algn="ctr">
              <a:lnSpc>
                <a:spcPct val="100000"/>
              </a:lnSpc>
              <a:spcBef>
                <a:spcPts val="2100"/>
              </a:spcBef>
              <a:spcAft>
                <a:spcPts val="0"/>
              </a:spcAft>
              <a:buSzPts val="2100"/>
              <a:buNone/>
              <a:defRPr sz="2100"/>
            </a:lvl7pPr>
            <a:lvl8pPr lvl="7" rtl="0" algn="ctr">
              <a:lnSpc>
                <a:spcPct val="100000"/>
              </a:lnSpc>
              <a:spcBef>
                <a:spcPts val="2100"/>
              </a:spcBef>
              <a:spcAft>
                <a:spcPts val="0"/>
              </a:spcAft>
              <a:buSzPts val="2100"/>
              <a:buNone/>
              <a:defRPr sz="2100"/>
            </a:lvl8pPr>
            <a:lvl9pPr lvl="8" rtl="0" algn="ctr">
              <a:lnSpc>
                <a:spcPct val="100000"/>
              </a:lnSpc>
              <a:spcBef>
                <a:spcPts val="2100"/>
              </a:spcBef>
              <a:spcAft>
                <a:spcPts val="2100"/>
              </a:spcAft>
              <a:buSzPts val="2100"/>
              <a:buNone/>
              <a:defRPr sz="2100"/>
            </a:lvl9pPr>
          </a:lstStyle>
          <a:p/>
        </p:txBody>
      </p:sp>
      <p:sp>
        <p:nvSpPr>
          <p:cNvPr id="136" name="Google Shape;136;g39181ba8852_1_179"/>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137" name="Shape 137"/>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38" name="Shape 138"/>
        <p:cNvGrpSpPr/>
        <p:nvPr/>
      </p:nvGrpSpPr>
      <p:grpSpPr>
        <a:xfrm>
          <a:off x="0" y="0"/>
          <a:ext cx="0" cy="0"/>
          <a:chOff x="0" y="0"/>
          <a:chExt cx="0" cy="0"/>
        </a:xfrm>
      </p:grpSpPr>
      <p:sp>
        <p:nvSpPr>
          <p:cNvPr id="139" name="Google Shape;139;g39181ba8852_1_184"/>
          <p:cNvSpPr txBox="1"/>
          <p:nvPr>
            <p:ph type="title"/>
          </p:nvPr>
        </p:nvSpPr>
        <p:spPr>
          <a:xfrm>
            <a:off x="960000" y="593367"/>
            <a:ext cx="102813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140" name="Google Shape;140;g39181ba8852_1_184"/>
          <p:cNvSpPr txBox="1"/>
          <p:nvPr>
            <p:ph hasCustomPrompt="1" idx="2" type="title"/>
          </p:nvPr>
        </p:nvSpPr>
        <p:spPr>
          <a:xfrm>
            <a:off x="1091203" y="2001411"/>
            <a:ext cx="979500" cy="596700"/>
          </a:xfrm>
          <a:prstGeom prst="rect">
            <a:avLst/>
          </a:prstGeom>
          <a:noFill/>
        </p:spPr>
        <p:txBody>
          <a:bodyPr anchorCtr="0" anchor="ctr" bIns="121900" lIns="121900" spcFirstLastPara="1" rIns="121900" wrap="square" tIns="12190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141" name="Google Shape;141;g39181ba8852_1_184"/>
          <p:cNvSpPr txBox="1"/>
          <p:nvPr>
            <p:ph hasCustomPrompt="1" idx="3" type="title"/>
          </p:nvPr>
        </p:nvSpPr>
        <p:spPr>
          <a:xfrm>
            <a:off x="1091203" y="3530588"/>
            <a:ext cx="979500" cy="596700"/>
          </a:xfrm>
          <a:prstGeom prst="rect">
            <a:avLst/>
          </a:prstGeom>
          <a:noFill/>
        </p:spPr>
        <p:txBody>
          <a:bodyPr anchorCtr="0" anchor="ctr" bIns="121900" lIns="121900" spcFirstLastPara="1" rIns="121900" wrap="square" tIns="12190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142" name="Google Shape;142;g39181ba8852_1_184"/>
          <p:cNvSpPr txBox="1"/>
          <p:nvPr>
            <p:ph hasCustomPrompt="1" idx="4" type="title"/>
          </p:nvPr>
        </p:nvSpPr>
        <p:spPr>
          <a:xfrm>
            <a:off x="4964020" y="2001411"/>
            <a:ext cx="979500" cy="596700"/>
          </a:xfrm>
          <a:prstGeom prst="rect">
            <a:avLst/>
          </a:prstGeom>
          <a:noFill/>
        </p:spPr>
        <p:txBody>
          <a:bodyPr anchorCtr="0" anchor="ctr" bIns="121900" lIns="121900" spcFirstLastPara="1" rIns="121900" wrap="square" tIns="12190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143" name="Google Shape;143;g39181ba8852_1_184"/>
          <p:cNvSpPr txBox="1"/>
          <p:nvPr>
            <p:ph hasCustomPrompt="1" idx="5" type="title"/>
          </p:nvPr>
        </p:nvSpPr>
        <p:spPr>
          <a:xfrm>
            <a:off x="4964020" y="3530588"/>
            <a:ext cx="979500" cy="596700"/>
          </a:xfrm>
          <a:prstGeom prst="rect">
            <a:avLst/>
          </a:prstGeom>
          <a:noFill/>
        </p:spPr>
        <p:txBody>
          <a:bodyPr anchorCtr="0" anchor="ctr" bIns="121900" lIns="121900" spcFirstLastPara="1" rIns="121900" wrap="square" tIns="121900">
            <a:noAutofit/>
          </a:bodyPr>
          <a:lstStyle>
            <a:lvl1pPr lvl="0" rtl="0">
              <a:spcBef>
                <a:spcPts val="0"/>
              </a:spcBef>
              <a:spcAft>
                <a:spcPts val="0"/>
              </a:spcAft>
              <a:buSzPts val="4000"/>
              <a:buNone/>
              <a:defRPr sz="4000"/>
            </a:lvl1pPr>
            <a:lvl2pPr lvl="1" rtl="0">
              <a:spcBef>
                <a:spcPts val="0"/>
              </a:spcBef>
              <a:spcAft>
                <a:spcPts val="0"/>
              </a:spcAft>
              <a:buSzPts val="4000"/>
              <a:buNone/>
              <a:defRPr sz="4000"/>
            </a:lvl2pPr>
            <a:lvl3pPr lvl="2" rtl="0">
              <a:spcBef>
                <a:spcPts val="0"/>
              </a:spcBef>
              <a:spcAft>
                <a:spcPts val="0"/>
              </a:spcAft>
              <a:buSzPts val="4000"/>
              <a:buNone/>
              <a:defRPr sz="4000"/>
            </a:lvl3pPr>
            <a:lvl4pPr lvl="3" rtl="0">
              <a:spcBef>
                <a:spcPts val="0"/>
              </a:spcBef>
              <a:spcAft>
                <a:spcPts val="0"/>
              </a:spcAft>
              <a:buSzPts val="4000"/>
              <a:buNone/>
              <a:defRPr sz="4000"/>
            </a:lvl4pPr>
            <a:lvl5pPr lvl="4" rtl="0">
              <a:spcBef>
                <a:spcPts val="0"/>
              </a:spcBef>
              <a:spcAft>
                <a:spcPts val="0"/>
              </a:spcAft>
              <a:buSzPts val="4000"/>
              <a:buNone/>
              <a:defRPr sz="4000"/>
            </a:lvl5pPr>
            <a:lvl6pPr lvl="5" rtl="0">
              <a:spcBef>
                <a:spcPts val="0"/>
              </a:spcBef>
              <a:spcAft>
                <a:spcPts val="0"/>
              </a:spcAft>
              <a:buSzPts val="4000"/>
              <a:buNone/>
              <a:defRPr sz="4000"/>
            </a:lvl6pPr>
            <a:lvl7pPr lvl="6" rtl="0">
              <a:spcBef>
                <a:spcPts val="0"/>
              </a:spcBef>
              <a:spcAft>
                <a:spcPts val="0"/>
              </a:spcAft>
              <a:buSzPts val="4000"/>
              <a:buNone/>
              <a:defRPr sz="4000"/>
            </a:lvl7pPr>
            <a:lvl8pPr lvl="7" rtl="0">
              <a:spcBef>
                <a:spcPts val="0"/>
              </a:spcBef>
              <a:spcAft>
                <a:spcPts val="0"/>
              </a:spcAft>
              <a:buSzPts val="4000"/>
              <a:buNone/>
              <a:defRPr sz="4000"/>
            </a:lvl8pPr>
            <a:lvl9pPr lvl="8" rtl="0">
              <a:spcBef>
                <a:spcPts val="0"/>
              </a:spcBef>
              <a:spcAft>
                <a:spcPts val="0"/>
              </a:spcAft>
              <a:buSzPts val="4000"/>
              <a:buNone/>
              <a:defRPr sz="4000"/>
            </a:lvl9pPr>
          </a:lstStyle>
          <a:p>
            <a:r>
              <a:t>xx%</a:t>
            </a:r>
          </a:p>
        </p:txBody>
      </p:sp>
      <p:sp>
        <p:nvSpPr>
          <p:cNvPr id="144" name="Google Shape;144;g39181ba8852_1_184"/>
          <p:cNvSpPr txBox="1"/>
          <p:nvPr>
            <p:ph idx="1" type="subTitle"/>
          </p:nvPr>
        </p:nvSpPr>
        <p:spPr>
          <a:xfrm>
            <a:off x="960000" y="2801400"/>
            <a:ext cx="2232900" cy="5259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45" name="Google Shape;145;g39181ba8852_1_184"/>
          <p:cNvSpPr txBox="1"/>
          <p:nvPr>
            <p:ph idx="6" type="subTitle"/>
          </p:nvPr>
        </p:nvSpPr>
        <p:spPr>
          <a:xfrm>
            <a:off x="4832817" y="2801400"/>
            <a:ext cx="2232900" cy="5259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46" name="Google Shape;146;g39181ba8852_1_184"/>
          <p:cNvSpPr txBox="1"/>
          <p:nvPr>
            <p:ph idx="7" type="subTitle"/>
          </p:nvPr>
        </p:nvSpPr>
        <p:spPr>
          <a:xfrm>
            <a:off x="960000" y="4330600"/>
            <a:ext cx="2232900" cy="5259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47" name="Google Shape;147;g39181ba8852_1_184"/>
          <p:cNvSpPr txBox="1"/>
          <p:nvPr>
            <p:ph idx="8" type="subTitle"/>
          </p:nvPr>
        </p:nvSpPr>
        <p:spPr>
          <a:xfrm>
            <a:off x="4832817" y="4330600"/>
            <a:ext cx="2232900" cy="5259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48" name="Google Shape;148;g39181ba8852_1_184"/>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9" name="Shape 149"/>
        <p:cNvGrpSpPr/>
        <p:nvPr/>
      </p:nvGrpSpPr>
      <p:grpSpPr>
        <a:xfrm>
          <a:off x="0" y="0"/>
          <a:ext cx="0" cy="0"/>
          <a:chOff x="0" y="0"/>
          <a:chExt cx="0" cy="0"/>
        </a:xfrm>
      </p:grpSpPr>
      <p:sp>
        <p:nvSpPr>
          <p:cNvPr id="150" name="Google Shape;150;g39181ba8852_1_195"/>
          <p:cNvSpPr txBox="1"/>
          <p:nvPr>
            <p:ph type="title"/>
          </p:nvPr>
        </p:nvSpPr>
        <p:spPr>
          <a:xfrm>
            <a:off x="5427433" y="2852483"/>
            <a:ext cx="5813700" cy="709200"/>
          </a:xfrm>
          <a:prstGeom prst="rect">
            <a:avLst/>
          </a:prstGeom>
        </p:spPr>
        <p:txBody>
          <a:bodyPr anchorCtr="0" anchor="ctr" bIns="121900" lIns="121900" spcFirstLastPara="1" rIns="121900" wrap="square" tIns="121900">
            <a:noAutofit/>
          </a:bodyPr>
          <a:lstStyle>
            <a:lvl1pPr lvl="0" rtl="0" algn="r">
              <a:spcBef>
                <a:spcPts val="0"/>
              </a:spcBef>
              <a:spcAft>
                <a:spcPts val="0"/>
              </a:spcAft>
              <a:buSzPts val="4000"/>
              <a:buNone/>
              <a:defRPr sz="3200">
                <a:solidFill>
                  <a:schemeClr val="accent1"/>
                </a:solidFill>
              </a:defRPr>
            </a:lvl1pPr>
            <a:lvl2pPr lvl="1" rtl="0" algn="ctr">
              <a:spcBef>
                <a:spcPts val="0"/>
              </a:spcBef>
              <a:spcAft>
                <a:spcPts val="0"/>
              </a:spcAft>
              <a:buSzPts val="4000"/>
              <a:buNone/>
              <a:defRPr sz="4000"/>
            </a:lvl2pPr>
            <a:lvl3pPr lvl="2" rtl="0" algn="ctr">
              <a:spcBef>
                <a:spcPts val="0"/>
              </a:spcBef>
              <a:spcAft>
                <a:spcPts val="0"/>
              </a:spcAft>
              <a:buSzPts val="4000"/>
              <a:buNone/>
              <a:defRPr sz="4000"/>
            </a:lvl3pPr>
            <a:lvl4pPr lvl="3" rtl="0" algn="ctr">
              <a:spcBef>
                <a:spcPts val="0"/>
              </a:spcBef>
              <a:spcAft>
                <a:spcPts val="0"/>
              </a:spcAft>
              <a:buSzPts val="4000"/>
              <a:buNone/>
              <a:defRPr sz="4000"/>
            </a:lvl4pPr>
            <a:lvl5pPr lvl="4" rtl="0" algn="ctr">
              <a:spcBef>
                <a:spcPts val="0"/>
              </a:spcBef>
              <a:spcAft>
                <a:spcPts val="0"/>
              </a:spcAft>
              <a:buSzPts val="4000"/>
              <a:buNone/>
              <a:defRPr sz="4000"/>
            </a:lvl5pPr>
            <a:lvl6pPr lvl="5" rtl="0" algn="ctr">
              <a:spcBef>
                <a:spcPts val="0"/>
              </a:spcBef>
              <a:spcAft>
                <a:spcPts val="0"/>
              </a:spcAft>
              <a:buSzPts val="4000"/>
              <a:buNone/>
              <a:defRPr sz="4000"/>
            </a:lvl6pPr>
            <a:lvl7pPr lvl="6" rtl="0" algn="ctr">
              <a:spcBef>
                <a:spcPts val="0"/>
              </a:spcBef>
              <a:spcAft>
                <a:spcPts val="0"/>
              </a:spcAft>
              <a:buSzPts val="4000"/>
              <a:buNone/>
              <a:defRPr sz="4000"/>
            </a:lvl7pPr>
            <a:lvl8pPr lvl="7" rtl="0" algn="ctr">
              <a:spcBef>
                <a:spcPts val="0"/>
              </a:spcBef>
              <a:spcAft>
                <a:spcPts val="0"/>
              </a:spcAft>
              <a:buSzPts val="4000"/>
              <a:buNone/>
              <a:defRPr sz="4000"/>
            </a:lvl8pPr>
            <a:lvl9pPr lvl="8" rtl="0" algn="ctr">
              <a:spcBef>
                <a:spcPts val="0"/>
              </a:spcBef>
              <a:spcAft>
                <a:spcPts val="0"/>
              </a:spcAft>
              <a:buSzPts val="4000"/>
              <a:buNone/>
              <a:defRPr sz="4000"/>
            </a:lvl9pPr>
          </a:lstStyle>
          <a:p/>
        </p:txBody>
      </p:sp>
      <p:sp>
        <p:nvSpPr>
          <p:cNvPr id="151" name="Google Shape;151;g39181ba8852_1_195"/>
          <p:cNvSpPr txBox="1"/>
          <p:nvPr>
            <p:ph idx="1" type="subTitle"/>
          </p:nvPr>
        </p:nvSpPr>
        <p:spPr>
          <a:xfrm>
            <a:off x="2319433" y="1128432"/>
            <a:ext cx="8921700" cy="1825500"/>
          </a:xfrm>
          <a:prstGeom prst="rect">
            <a:avLst/>
          </a:prstGeom>
        </p:spPr>
        <p:txBody>
          <a:bodyPr anchorCtr="0" anchor="ctr" bIns="121900" lIns="121900" spcFirstLastPara="1" rIns="121900" wrap="square" tIns="121900">
            <a:noAutofit/>
          </a:bodyPr>
          <a:lstStyle>
            <a:lvl1pPr lvl="0" rtl="0" algn="r">
              <a:lnSpc>
                <a:spcPct val="100000"/>
              </a:lnSpc>
              <a:spcBef>
                <a:spcPts val="0"/>
              </a:spcBef>
              <a:spcAft>
                <a:spcPts val="0"/>
              </a:spcAft>
              <a:buSzPts val="4000"/>
              <a:buNone/>
              <a:defRPr sz="3200"/>
            </a:lvl1pPr>
            <a:lvl2pPr lvl="1" rtl="0" algn="ctr">
              <a:lnSpc>
                <a:spcPct val="100000"/>
              </a:lnSpc>
              <a:spcBef>
                <a:spcPts val="0"/>
              </a:spcBef>
              <a:spcAft>
                <a:spcPts val="0"/>
              </a:spcAft>
              <a:buSzPts val="4000"/>
              <a:buNone/>
              <a:defRPr sz="4000"/>
            </a:lvl2pPr>
            <a:lvl3pPr lvl="2" rtl="0" algn="ctr">
              <a:lnSpc>
                <a:spcPct val="100000"/>
              </a:lnSpc>
              <a:spcBef>
                <a:spcPts val="2100"/>
              </a:spcBef>
              <a:spcAft>
                <a:spcPts val="0"/>
              </a:spcAft>
              <a:buSzPts val="4000"/>
              <a:buNone/>
              <a:defRPr sz="4000"/>
            </a:lvl3pPr>
            <a:lvl4pPr lvl="3" rtl="0" algn="ctr">
              <a:lnSpc>
                <a:spcPct val="100000"/>
              </a:lnSpc>
              <a:spcBef>
                <a:spcPts val="2100"/>
              </a:spcBef>
              <a:spcAft>
                <a:spcPts val="0"/>
              </a:spcAft>
              <a:buSzPts val="4000"/>
              <a:buNone/>
              <a:defRPr sz="4000"/>
            </a:lvl4pPr>
            <a:lvl5pPr lvl="4" rtl="0" algn="ctr">
              <a:lnSpc>
                <a:spcPct val="100000"/>
              </a:lnSpc>
              <a:spcBef>
                <a:spcPts val="2100"/>
              </a:spcBef>
              <a:spcAft>
                <a:spcPts val="0"/>
              </a:spcAft>
              <a:buSzPts val="4000"/>
              <a:buNone/>
              <a:defRPr sz="4000"/>
            </a:lvl5pPr>
            <a:lvl6pPr lvl="5" rtl="0" algn="ctr">
              <a:lnSpc>
                <a:spcPct val="100000"/>
              </a:lnSpc>
              <a:spcBef>
                <a:spcPts val="2100"/>
              </a:spcBef>
              <a:spcAft>
                <a:spcPts val="0"/>
              </a:spcAft>
              <a:buSzPts val="4000"/>
              <a:buNone/>
              <a:defRPr sz="4000"/>
            </a:lvl6pPr>
            <a:lvl7pPr lvl="6" rtl="0" algn="ctr">
              <a:lnSpc>
                <a:spcPct val="100000"/>
              </a:lnSpc>
              <a:spcBef>
                <a:spcPts val="2100"/>
              </a:spcBef>
              <a:spcAft>
                <a:spcPts val="0"/>
              </a:spcAft>
              <a:buSzPts val="4000"/>
              <a:buNone/>
              <a:defRPr sz="4000"/>
            </a:lvl7pPr>
            <a:lvl8pPr lvl="7" rtl="0" algn="ctr">
              <a:lnSpc>
                <a:spcPct val="100000"/>
              </a:lnSpc>
              <a:spcBef>
                <a:spcPts val="2100"/>
              </a:spcBef>
              <a:spcAft>
                <a:spcPts val="0"/>
              </a:spcAft>
              <a:buSzPts val="4000"/>
              <a:buNone/>
              <a:defRPr sz="4000"/>
            </a:lvl8pPr>
            <a:lvl9pPr lvl="8" rtl="0" algn="ctr">
              <a:lnSpc>
                <a:spcPct val="100000"/>
              </a:lnSpc>
              <a:spcBef>
                <a:spcPts val="2100"/>
              </a:spcBef>
              <a:spcAft>
                <a:spcPts val="2100"/>
              </a:spcAft>
              <a:buSzPts val="4000"/>
              <a:buNone/>
              <a:defRPr sz="4000"/>
            </a:lvl9pPr>
          </a:lstStyle>
          <a:p/>
        </p:txBody>
      </p:sp>
      <p:sp>
        <p:nvSpPr>
          <p:cNvPr id="152" name="Google Shape;152;g39181ba8852_1_195"/>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153" name="Shape 153"/>
        <p:cNvGrpSpPr/>
        <p:nvPr/>
      </p:nvGrpSpPr>
      <p:grpSpPr>
        <a:xfrm>
          <a:off x="0" y="0"/>
          <a:ext cx="0" cy="0"/>
          <a:chOff x="0" y="0"/>
          <a:chExt cx="0" cy="0"/>
        </a:xfrm>
      </p:grpSpPr>
      <p:sp>
        <p:nvSpPr>
          <p:cNvPr id="154" name="Google Shape;154;g39181ba8852_1_199"/>
          <p:cNvSpPr txBox="1"/>
          <p:nvPr>
            <p:ph type="title"/>
          </p:nvPr>
        </p:nvSpPr>
        <p:spPr>
          <a:xfrm>
            <a:off x="7506233" y="849733"/>
            <a:ext cx="3734700" cy="15288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155" name="Google Shape;155;g39181ba8852_1_199"/>
          <p:cNvSpPr txBox="1"/>
          <p:nvPr>
            <p:ph idx="1" type="subTitle"/>
          </p:nvPr>
        </p:nvSpPr>
        <p:spPr>
          <a:xfrm>
            <a:off x="7506233" y="2378533"/>
            <a:ext cx="3734700" cy="13692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56" name="Google Shape;156;g39181ba8852_1_199"/>
          <p:cNvSpPr/>
          <p:nvPr>
            <p:ph idx="2" type="pic"/>
          </p:nvPr>
        </p:nvSpPr>
        <p:spPr>
          <a:xfrm>
            <a:off x="950967" y="735433"/>
            <a:ext cx="3282900" cy="5403300"/>
          </a:xfrm>
          <a:prstGeom prst="rect">
            <a:avLst/>
          </a:prstGeom>
          <a:noFill/>
          <a:ln>
            <a:noFill/>
          </a:ln>
        </p:spPr>
      </p:sp>
      <p:sp>
        <p:nvSpPr>
          <p:cNvPr id="157" name="Google Shape;157;g39181ba8852_1_199"/>
          <p:cNvSpPr/>
          <p:nvPr>
            <p:ph idx="3" type="pic"/>
          </p:nvPr>
        </p:nvSpPr>
        <p:spPr>
          <a:xfrm>
            <a:off x="4413167" y="735433"/>
            <a:ext cx="2637300" cy="3028500"/>
          </a:xfrm>
          <a:prstGeom prst="rect">
            <a:avLst/>
          </a:prstGeom>
          <a:noFill/>
          <a:ln>
            <a:noFill/>
          </a:ln>
        </p:spPr>
      </p:sp>
      <p:sp>
        <p:nvSpPr>
          <p:cNvPr id="158" name="Google Shape;158;g39181ba8852_1_199"/>
          <p:cNvSpPr/>
          <p:nvPr>
            <p:ph idx="4" type="pic"/>
          </p:nvPr>
        </p:nvSpPr>
        <p:spPr>
          <a:xfrm>
            <a:off x="4413167" y="3938200"/>
            <a:ext cx="6828000" cy="2200500"/>
          </a:xfrm>
          <a:prstGeom prst="rect">
            <a:avLst/>
          </a:prstGeom>
          <a:noFill/>
          <a:ln>
            <a:noFill/>
          </a:ln>
        </p:spPr>
      </p:sp>
      <p:sp>
        <p:nvSpPr>
          <p:cNvPr id="159" name="Google Shape;159;g39181ba8852_1_199"/>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60" name="Shape 160"/>
        <p:cNvGrpSpPr/>
        <p:nvPr/>
      </p:nvGrpSpPr>
      <p:grpSpPr>
        <a:xfrm>
          <a:off x="0" y="0"/>
          <a:ext cx="0" cy="0"/>
          <a:chOff x="0" y="0"/>
          <a:chExt cx="0" cy="0"/>
        </a:xfrm>
      </p:grpSpPr>
      <p:sp>
        <p:nvSpPr>
          <p:cNvPr id="161" name="Google Shape;161;g39181ba8852_1_206"/>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162" name="Google Shape;162;g39181ba8852_1_206"/>
          <p:cNvSpPr txBox="1"/>
          <p:nvPr>
            <p:ph idx="1" type="subTitle"/>
          </p:nvPr>
        </p:nvSpPr>
        <p:spPr>
          <a:xfrm>
            <a:off x="1250167" y="2449064"/>
            <a:ext cx="2900400" cy="20025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63" name="Google Shape;163;g39181ba8852_1_206"/>
          <p:cNvSpPr txBox="1"/>
          <p:nvPr>
            <p:ph idx="2" type="subTitle"/>
          </p:nvPr>
        </p:nvSpPr>
        <p:spPr>
          <a:xfrm>
            <a:off x="4645795" y="2449064"/>
            <a:ext cx="2900400" cy="20025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64" name="Google Shape;164;g39181ba8852_1_206"/>
          <p:cNvSpPr txBox="1"/>
          <p:nvPr>
            <p:ph idx="3" type="subTitle"/>
          </p:nvPr>
        </p:nvSpPr>
        <p:spPr>
          <a:xfrm>
            <a:off x="8041433" y="2449064"/>
            <a:ext cx="2900400" cy="20025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65" name="Google Shape;165;g39181ba8852_1_206"/>
          <p:cNvSpPr txBox="1"/>
          <p:nvPr>
            <p:ph idx="4" type="subTitle"/>
          </p:nvPr>
        </p:nvSpPr>
        <p:spPr>
          <a:xfrm>
            <a:off x="1250167" y="1847067"/>
            <a:ext cx="2900400" cy="7035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66" name="Google Shape;166;g39181ba8852_1_206"/>
          <p:cNvSpPr txBox="1"/>
          <p:nvPr>
            <p:ph idx="5" type="subTitle"/>
          </p:nvPr>
        </p:nvSpPr>
        <p:spPr>
          <a:xfrm>
            <a:off x="4645800" y="1847067"/>
            <a:ext cx="2900400" cy="7035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67" name="Google Shape;167;g39181ba8852_1_206"/>
          <p:cNvSpPr txBox="1"/>
          <p:nvPr>
            <p:ph idx="6" type="subTitle"/>
          </p:nvPr>
        </p:nvSpPr>
        <p:spPr>
          <a:xfrm>
            <a:off x="8041433" y="1847067"/>
            <a:ext cx="2900400" cy="7035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68" name="Google Shape;168;g39181ba8852_1_206"/>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69" name="Shape 169"/>
        <p:cNvGrpSpPr/>
        <p:nvPr/>
      </p:nvGrpSpPr>
      <p:grpSpPr>
        <a:xfrm>
          <a:off x="0" y="0"/>
          <a:ext cx="0" cy="0"/>
          <a:chOff x="0" y="0"/>
          <a:chExt cx="0" cy="0"/>
        </a:xfrm>
      </p:grpSpPr>
      <p:sp>
        <p:nvSpPr>
          <p:cNvPr id="170" name="Google Shape;170;g39181ba8852_1_215"/>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171" name="Google Shape;171;g39181ba8852_1_215"/>
          <p:cNvSpPr txBox="1"/>
          <p:nvPr>
            <p:ph idx="1" type="subTitle"/>
          </p:nvPr>
        </p:nvSpPr>
        <p:spPr>
          <a:xfrm>
            <a:off x="1670965" y="2331867"/>
            <a:ext cx="3747900" cy="12732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72" name="Google Shape;172;g39181ba8852_1_215"/>
          <p:cNvSpPr txBox="1"/>
          <p:nvPr>
            <p:ph idx="2" type="subTitle"/>
          </p:nvPr>
        </p:nvSpPr>
        <p:spPr>
          <a:xfrm>
            <a:off x="6773035" y="2331867"/>
            <a:ext cx="3747900" cy="12732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73" name="Google Shape;173;g39181ba8852_1_215"/>
          <p:cNvSpPr txBox="1"/>
          <p:nvPr>
            <p:ph idx="3" type="subTitle"/>
          </p:nvPr>
        </p:nvSpPr>
        <p:spPr>
          <a:xfrm>
            <a:off x="1670965" y="4283533"/>
            <a:ext cx="3747900" cy="12732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74" name="Google Shape;174;g39181ba8852_1_215"/>
          <p:cNvSpPr txBox="1"/>
          <p:nvPr>
            <p:ph idx="4" type="subTitle"/>
          </p:nvPr>
        </p:nvSpPr>
        <p:spPr>
          <a:xfrm>
            <a:off x="6773035" y="4283533"/>
            <a:ext cx="3747900" cy="12732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175" name="Google Shape;175;g39181ba8852_1_215"/>
          <p:cNvSpPr txBox="1"/>
          <p:nvPr>
            <p:ph idx="5" type="subTitle"/>
          </p:nvPr>
        </p:nvSpPr>
        <p:spPr>
          <a:xfrm>
            <a:off x="1670965" y="1940733"/>
            <a:ext cx="37479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76" name="Google Shape;176;g39181ba8852_1_215"/>
          <p:cNvSpPr txBox="1"/>
          <p:nvPr>
            <p:ph idx="6" type="subTitle"/>
          </p:nvPr>
        </p:nvSpPr>
        <p:spPr>
          <a:xfrm>
            <a:off x="1670965" y="3892500"/>
            <a:ext cx="37479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77" name="Google Shape;177;g39181ba8852_1_215"/>
          <p:cNvSpPr txBox="1"/>
          <p:nvPr>
            <p:ph idx="7" type="subTitle"/>
          </p:nvPr>
        </p:nvSpPr>
        <p:spPr>
          <a:xfrm>
            <a:off x="6772999" y="1940733"/>
            <a:ext cx="37479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78" name="Google Shape;178;g39181ba8852_1_215"/>
          <p:cNvSpPr txBox="1"/>
          <p:nvPr>
            <p:ph idx="8" type="subTitle"/>
          </p:nvPr>
        </p:nvSpPr>
        <p:spPr>
          <a:xfrm>
            <a:off x="6772999" y="3892500"/>
            <a:ext cx="37479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179" name="Google Shape;179;g39181ba8852_1_215"/>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0" name="Shape 180"/>
        <p:cNvGrpSpPr/>
        <p:nvPr/>
      </p:nvGrpSpPr>
      <p:grpSpPr>
        <a:xfrm>
          <a:off x="0" y="0"/>
          <a:ext cx="0" cy="0"/>
          <a:chOff x="0" y="0"/>
          <a:chExt cx="0" cy="0"/>
        </a:xfrm>
      </p:grpSpPr>
      <p:sp>
        <p:nvSpPr>
          <p:cNvPr id="181" name="Google Shape;181;g39181ba8852_1_226"/>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 name="Google Shape;182;g39181ba8852_1_226"/>
          <p:cNvSpPr/>
          <p:nvPr/>
        </p:nvSpPr>
        <p:spPr>
          <a:xfrm flipH="1">
            <a:off x="-499094"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83" name="Google Shape;183;g39181ba8852_1_226"/>
          <p:cNvGrpSpPr/>
          <p:nvPr/>
        </p:nvGrpSpPr>
        <p:grpSpPr>
          <a:xfrm>
            <a:off x="-305938" y="4144031"/>
            <a:ext cx="1066721" cy="2526602"/>
            <a:chOff x="7131700" y="3058575"/>
            <a:chExt cx="800061" cy="1894999"/>
          </a:xfrm>
        </p:grpSpPr>
        <p:sp>
          <p:nvSpPr>
            <p:cNvPr id="184" name="Google Shape;184;g39181ba8852_1_226"/>
            <p:cNvSpPr/>
            <p:nvPr/>
          </p:nvSpPr>
          <p:spPr>
            <a:xfrm>
              <a:off x="7385008" y="3940203"/>
              <a:ext cx="101721" cy="80042"/>
            </a:xfrm>
            <a:custGeom>
              <a:rect b="b" l="l" r="r" t="t"/>
              <a:pathLst>
                <a:path extrusionOk="0" h="1045" w="1328">
                  <a:moveTo>
                    <a:pt x="0" y="0"/>
                  </a:moveTo>
                  <a:lnTo>
                    <a:pt x="0" y="1045"/>
                  </a:lnTo>
                  <a:lnTo>
                    <a:pt x="1328" y="1045"/>
                  </a:lnTo>
                  <a:lnTo>
                    <a:pt x="132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5" name="Google Shape;185;g39181ba8852_1_226"/>
            <p:cNvSpPr/>
            <p:nvPr/>
          </p:nvSpPr>
          <p:spPr>
            <a:xfrm>
              <a:off x="7495003" y="4095158"/>
              <a:ext cx="101721" cy="716699"/>
            </a:xfrm>
            <a:custGeom>
              <a:rect b="b" l="l" r="r" t="t"/>
              <a:pathLst>
                <a:path extrusionOk="0" h="9357" w="1328">
                  <a:moveTo>
                    <a:pt x="0" y="1"/>
                  </a:moveTo>
                  <a:lnTo>
                    <a:pt x="0" y="9357"/>
                  </a:lnTo>
                  <a:lnTo>
                    <a:pt x="1328" y="9357"/>
                  </a:lnTo>
                  <a:lnTo>
                    <a:pt x="1328"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6" name="Google Shape;186;g39181ba8852_1_226"/>
            <p:cNvSpPr/>
            <p:nvPr/>
          </p:nvSpPr>
          <p:spPr>
            <a:xfrm>
              <a:off x="7746626" y="4835158"/>
              <a:ext cx="116735" cy="118416"/>
            </a:xfrm>
            <a:custGeom>
              <a:rect b="b" l="l" r="r" t="t"/>
              <a:pathLst>
                <a:path extrusionOk="0" h="1546" w="1524">
                  <a:moveTo>
                    <a:pt x="762" y="1"/>
                  </a:moveTo>
                  <a:cubicBezTo>
                    <a:pt x="327" y="1"/>
                    <a:pt x="1" y="349"/>
                    <a:pt x="1" y="784"/>
                  </a:cubicBezTo>
                  <a:cubicBezTo>
                    <a:pt x="1" y="1197"/>
                    <a:pt x="327" y="1545"/>
                    <a:pt x="762" y="1545"/>
                  </a:cubicBezTo>
                  <a:cubicBezTo>
                    <a:pt x="1176" y="1545"/>
                    <a:pt x="1524" y="1197"/>
                    <a:pt x="1524" y="784"/>
                  </a:cubicBezTo>
                  <a:cubicBezTo>
                    <a:pt x="1524" y="349"/>
                    <a:pt x="1176"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 name="Google Shape;187;g39181ba8852_1_226"/>
            <p:cNvSpPr/>
            <p:nvPr/>
          </p:nvSpPr>
          <p:spPr>
            <a:xfrm>
              <a:off x="7215038" y="4835158"/>
              <a:ext cx="116735" cy="118416"/>
            </a:xfrm>
            <a:custGeom>
              <a:rect b="b" l="l" r="r" t="t"/>
              <a:pathLst>
                <a:path extrusionOk="0" h="1546" w="1524">
                  <a:moveTo>
                    <a:pt x="762" y="1"/>
                  </a:moveTo>
                  <a:cubicBezTo>
                    <a:pt x="348" y="1"/>
                    <a:pt x="0" y="349"/>
                    <a:pt x="0" y="784"/>
                  </a:cubicBezTo>
                  <a:cubicBezTo>
                    <a:pt x="0" y="1197"/>
                    <a:pt x="348" y="1545"/>
                    <a:pt x="762" y="1545"/>
                  </a:cubicBezTo>
                  <a:cubicBezTo>
                    <a:pt x="1197" y="1545"/>
                    <a:pt x="1523" y="1197"/>
                    <a:pt x="1523" y="784"/>
                  </a:cubicBezTo>
                  <a:cubicBezTo>
                    <a:pt x="1523" y="349"/>
                    <a:pt x="1197"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 name="Google Shape;188;g39181ba8852_1_226"/>
            <p:cNvSpPr/>
            <p:nvPr/>
          </p:nvSpPr>
          <p:spPr>
            <a:xfrm>
              <a:off x="7196655" y="4811796"/>
              <a:ext cx="698416" cy="48408"/>
            </a:xfrm>
            <a:custGeom>
              <a:rect b="b" l="l" r="r" t="t"/>
              <a:pathLst>
                <a:path extrusionOk="0" h="632" w="9118">
                  <a:moveTo>
                    <a:pt x="632" y="1"/>
                  </a:moveTo>
                  <a:cubicBezTo>
                    <a:pt x="284" y="1"/>
                    <a:pt x="1" y="284"/>
                    <a:pt x="1" y="632"/>
                  </a:cubicBezTo>
                  <a:lnTo>
                    <a:pt x="9117" y="632"/>
                  </a:lnTo>
                  <a:cubicBezTo>
                    <a:pt x="9117" y="284"/>
                    <a:pt x="8834" y="1"/>
                    <a:pt x="8486"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 name="Google Shape;189;g39181ba8852_1_226"/>
            <p:cNvSpPr/>
            <p:nvPr/>
          </p:nvSpPr>
          <p:spPr>
            <a:xfrm>
              <a:off x="7511624" y="4158503"/>
              <a:ext cx="25124" cy="653355"/>
            </a:xfrm>
            <a:custGeom>
              <a:rect b="b" l="l" r="r" t="t"/>
              <a:pathLst>
                <a:path extrusionOk="0" h="8530" w="328">
                  <a:moveTo>
                    <a:pt x="1" y="1"/>
                  </a:moveTo>
                  <a:lnTo>
                    <a:pt x="1" y="8530"/>
                  </a:lnTo>
                  <a:lnTo>
                    <a:pt x="327" y="8530"/>
                  </a:lnTo>
                  <a:lnTo>
                    <a:pt x="32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 name="Google Shape;190;g39181ba8852_1_226"/>
            <p:cNvSpPr/>
            <p:nvPr/>
          </p:nvSpPr>
          <p:spPr>
            <a:xfrm>
              <a:off x="7160041" y="4015191"/>
              <a:ext cx="771720" cy="145071"/>
            </a:xfrm>
            <a:custGeom>
              <a:rect b="b" l="l" r="r" t="t"/>
              <a:pathLst>
                <a:path extrusionOk="0" h="1894" w="10075">
                  <a:moveTo>
                    <a:pt x="740" y="1"/>
                  </a:moveTo>
                  <a:cubicBezTo>
                    <a:pt x="326" y="1"/>
                    <a:pt x="0" y="327"/>
                    <a:pt x="0" y="740"/>
                  </a:cubicBezTo>
                  <a:lnTo>
                    <a:pt x="0" y="1154"/>
                  </a:lnTo>
                  <a:cubicBezTo>
                    <a:pt x="0" y="1567"/>
                    <a:pt x="326" y="1893"/>
                    <a:pt x="740" y="1893"/>
                  </a:cubicBezTo>
                  <a:lnTo>
                    <a:pt x="9334" y="1893"/>
                  </a:lnTo>
                  <a:cubicBezTo>
                    <a:pt x="9748" y="1893"/>
                    <a:pt x="10074" y="1567"/>
                    <a:pt x="10074" y="1154"/>
                  </a:cubicBezTo>
                  <a:lnTo>
                    <a:pt x="10074" y="740"/>
                  </a:lnTo>
                  <a:cubicBezTo>
                    <a:pt x="10074" y="327"/>
                    <a:pt x="9748" y="1"/>
                    <a:pt x="93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 name="Google Shape;191;g39181ba8852_1_226"/>
            <p:cNvSpPr/>
            <p:nvPr/>
          </p:nvSpPr>
          <p:spPr>
            <a:xfrm>
              <a:off x="7131700" y="3058575"/>
              <a:ext cx="601673" cy="890034"/>
            </a:xfrm>
            <a:custGeom>
              <a:rect b="b" l="l" r="r" t="t"/>
              <a:pathLst>
                <a:path extrusionOk="0" h="11620" w="7855">
                  <a:moveTo>
                    <a:pt x="3917" y="0"/>
                  </a:moveTo>
                  <a:cubicBezTo>
                    <a:pt x="1763" y="0"/>
                    <a:pt x="0" y="1785"/>
                    <a:pt x="0" y="3939"/>
                  </a:cubicBezTo>
                  <a:lnTo>
                    <a:pt x="0" y="9835"/>
                  </a:lnTo>
                  <a:cubicBezTo>
                    <a:pt x="0" y="10814"/>
                    <a:pt x="805" y="11619"/>
                    <a:pt x="1784" y="11619"/>
                  </a:cubicBezTo>
                  <a:lnTo>
                    <a:pt x="6071" y="11619"/>
                  </a:lnTo>
                  <a:cubicBezTo>
                    <a:pt x="7050" y="11619"/>
                    <a:pt x="7855" y="10814"/>
                    <a:pt x="7855" y="9835"/>
                  </a:cubicBezTo>
                  <a:lnTo>
                    <a:pt x="7855" y="3939"/>
                  </a:lnTo>
                  <a:cubicBezTo>
                    <a:pt x="7855" y="1785"/>
                    <a:pt x="6071" y="0"/>
                    <a:pt x="391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 name="Google Shape;192;g39181ba8852_1_226"/>
            <p:cNvSpPr/>
            <p:nvPr/>
          </p:nvSpPr>
          <p:spPr>
            <a:xfrm>
              <a:off x="7238324" y="3111886"/>
              <a:ext cx="468394" cy="785022"/>
            </a:xfrm>
            <a:custGeom>
              <a:rect b="b" l="l" r="r" t="t"/>
              <a:pathLst>
                <a:path extrusionOk="0" h="10249" w="6115">
                  <a:moveTo>
                    <a:pt x="3069" y="1"/>
                  </a:moveTo>
                  <a:cubicBezTo>
                    <a:pt x="1371" y="1"/>
                    <a:pt x="1" y="1371"/>
                    <a:pt x="1" y="3047"/>
                  </a:cubicBezTo>
                  <a:lnTo>
                    <a:pt x="1" y="8856"/>
                  </a:lnTo>
                  <a:cubicBezTo>
                    <a:pt x="1" y="9618"/>
                    <a:pt x="632" y="10249"/>
                    <a:pt x="1393" y="10249"/>
                  </a:cubicBezTo>
                  <a:lnTo>
                    <a:pt x="4722" y="10249"/>
                  </a:lnTo>
                  <a:cubicBezTo>
                    <a:pt x="5484" y="10249"/>
                    <a:pt x="6115" y="9618"/>
                    <a:pt x="6115" y="8856"/>
                  </a:cubicBezTo>
                  <a:lnTo>
                    <a:pt x="6115" y="3047"/>
                  </a:lnTo>
                  <a:cubicBezTo>
                    <a:pt x="6115" y="1371"/>
                    <a:pt x="4744" y="1"/>
                    <a:pt x="306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93" name="Google Shape;193;g39181ba8852_1_226"/>
          <p:cNvSpPr/>
          <p:nvPr/>
        </p:nvSpPr>
        <p:spPr>
          <a:xfrm>
            <a:off x="107349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94" name="Google Shape;194;g39181ba8852_1_226"/>
          <p:cNvGrpSpPr/>
          <p:nvPr/>
        </p:nvGrpSpPr>
        <p:grpSpPr>
          <a:xfrm>
            <a:off x="11241148" y="3001228"/>
            <a:ext cx="1157665" cy="3856600"/>
            <a:chOff x="-1434450" y="2250977"/>
            <a:chExt cx="868271" cy="2892522"/>
          </a:xfrm>
        </p:grpSpPr>
        <p:sp>
          <p:nvSpPr>
            <p:cNvPr id="195" name="Google Shape;195;g39181ba8852_1_226"/>
            <p:cNvSpPr/>
            <p:nvPr/>
          </p:nvSpPr>
          <p:spPr>
            <a:xfrm>
              <a:off x="-1301572" y="2770032"/>
              <a:ext cx="359138" cy="275989"/>
            </a:xfrm>
            <a:custGeom>
              <a:rect b="b" l="l" r="r" t="t"/>
              <a:pathLst>
                <a:path extrusionOk="0" h="3479" w="4527">
                  <a:moveTo>
                    <a:pt x="4178" y="0"/>
                  </a:moveTo>
                  <a:cubicBezTo>
                    <a:pt x="4178" y="0"/>
                    <a:pt x="2046" y="1001"/>
                    <a:pt x="1023" y="1654"/>
                  </a:cubicBezTo>
                  <a:cubicBezTo>
                    <a:pt x="23" y="2329"/>
                    <a:pt x="1" y="2742"/>
                    <a:pt x="218" y="3112"/>
                  </a:cubicBezTo>
                  <a:cubicBezTo>
                    <a:pt x="375" y="3377"/>
                    <a:pt x="593" y="3479"/>
                    <a:pt x="839" y="3479"/>
                  </a:cubicBezTo>
                  <a:cubicBezTo>
                    <a:pt x="1480" y="3479"/>
                    <a:pt x="2305" y="2786"/>
                    <a:pt x="2699" y="2503"/>
                  </a:cubicBezTo>
                  <a:cubicBezTo>
                    <a:pt x="3243" y="2133"/>
                    <a:pt x="4527" y="610"/>
                    <a:pt x="4527" y="610"/>
                  </a:cubicBezTo>
                  <a:lnTo>
                    <a:pt x="4178" y="0"/>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6" name="Google Shape;196;g39181ba8852_1_226"/>
            <p:cNvSpPr/>
            <p:nvPr/>
          </p:nvSpPr>
          <p:spPr>
            <a:xfrm>
              <a:off x="-1325689" y="2782090"/>
              <a:ext cx="367706" cy="285350"/>
            </a:xfrm>
            <a:custGeom>
              <a:rect b="b" l="l" r="r" t="t"/>
              <a:pathLst>
                <a:path extrusionOk="0" h="3597" w="4635">
                  <a:moveTo>
                    <a:pt x="3873" y="1"/>
                  </a:moveTo>
                  <a:cubicBezTo>
                    <a:pt x="3873" y="1"/>
                    <a:pt x="2002" y="893"/>
                    <a:pt x="1001" y="1546"/>
                  </a:cubicBezTo>
                  <a:cubicBezTo>
                    <a:pt x="0" y="2177"/>
                    <a:pt x="44" y="2851"/>
                    <a:pt x="261" y="3221"/>
                  </a:cubicBezTo>
                  <a:cubicBezTo>
                    <a:pt x="416" y="3493"/>
                    <a:pt x="636" y="3596"/>
                    <a:pt x="883" y="3596"/>
                  </a:cubicBezTo>
                  <a:cubicBezTo>
                    <a:pt x="1506" y="3596"/>
                    <a:pt x="2303" y="2942"/>
                    <a:pt x="2676" y="2677"/>
                  </a:cubicBezTo>
                  <a:cubicBezTo>
                    <a:pt x="3220" y="2307"/>
                    <a:pt x="4635" y="1284"/>
                    <a:pt x="4635" y="1284"/>
                  </a:cubicBezTo>
                  <a:lnTo>
                    <a:pt x="3873" y="1"/>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 name="Google Shape;197;g39181ba8852_1_226"/>
            <p:cNvSpPr/>
            <p:nvPr/>
          </p:nvSpPr>
          <p:spPr>
            <a:xfrm>
              <a:off x="-987426" y="2766303"/>
              <a:ext cx="129550" cy="74967"/>
            </a:xfrm>
            <a:custGeom>
              <a:rect b="b" l="l" r="r" t="t"/>
              <a:pathLst>
                <a:path extrusionOk="0" h="945" w="1633">
                  <a:moveTo>
                    <a:pt x="562" y="0"/>
                  </a:moveTo>
                  <a:cubicBezTo>
                    <a:pt x="289" y="0"/>
                    <a:pt x="1" y="156"/>
                    <a:pt x="1" y="156"/>
                  </a:cubicBezTo>
                  <a:lnTo>
                    <a:pt x="284" y="809"/>
                  </a:lnTo>
                  <a:cubicBezTo>
                    <a:pt x="284" y="809"/>
                    <a:pt x="1067" y="918"/>
                    <a:pt x="1176" y="939"/>
                  </a:cubicBezTo>
                  <a:cubicBezTo>
                    <a:pt x="1184" y="943"/>
                    <a:pt x="1194" y="944"/>
                    <a:pt x="1205" y="944"/>
                  </a:cubicBezTo>
                  <a:cubicBezTo>
                    <a:pt x="1336" y="944"/>
                    <a:pt x="1633" y="722"/>
                    <a:pt x="1633" y="722"/>
                  </a:cubicBezTo>
                  <a:cubicBezTo>
                    <a:pt x="1633" y="722"/>
                    <a:pt x="1132" y="265"/>
                    <a:pt x="828" y="69"/>
                  </a:cubicBezTo>
                  <a:cubicBezTo>
                    <a:pt x="749" y="19"/>
                    <a:pt x="657" y="0"/>
                    <a:pt x="562"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 name="Google Shape;198;g39181ba8852_1_226"/>
            <p:cNvSpPr/>
            <p:nvPr/>
          </p:nvSpPr>
          <p:spPr>
            <a:xfrm>
              <a:off x="-964975" y="2742425"/>
              <a:ext cx="100197" cy="55610"/>
            </a:xfrm>
            <a:custGeom>
              <a:rect b="b" l="l" r="r" t="t"/>
              <a:pathLst>
                <a:path extrusionOk="0" h="701" w="1263">
                  <a:moveTo>
                    <a:pt x="1219" y="0"/>
                  </a:moveTo>
                  <a:cubicBezTo>
                    <a:pt x="1176" y="0"/>
                    <a:pt x="849" y="196"/>
                    <a:pt x="740" y="196"/>
                  </a:cubicBezTo>
                  <a:cubicBezTo>
                    <a:pt x="109" y="240"/>
                    <a:pt x="1" y="392"/>
                    <a:pt x="1" y="392"/>
                  </a:cubicBezTo>
                  <a:cubicBezTo>
                    <a:pt x="1" y="392"/>
                    <a:pt x="348" y="700"/>
                    <a:pt x="588" y="700"/>
                  </a:cubicBezTo>
                  <a:cubicBezTo>
                    <a:pt x="603" y="700"/>
                    <a:pt x="618" y="699"/>
                    <a:pt x="632" y="697"/>
                  </a:cubicBezTo>
                  <a:cubicBezTo>
                    <a:pt x="849" y="653"/>
                    <a:pt x="871" y="566"/>
                    <a:pt x="914" y="479"/>
                  </a:cubicBezTo>
                  <a:cubicBezTo>
                    <a:pt x="958" y="392"/>
                    <a:pt x="1045" y="370"/>
                    <a:pt x="1154" y="261"/>
                  </a:cubicBezTo>
                  <a:cubicBezTo>
                    <a:pt x="1241" y="174"/>
                    <a:pt x="1263" y="0"/>
                    <a:pt x="1219"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 name="Google Shape;199;g39181ba8852_1_226"/>
            <p:cNvSpPr/>
            <p:nvPr/>
          </p:nvSpPr>
          <p:spPr>
            <a:xfrm>
              <a:off x="-933878" y="2795655"/>
              <a:ext cx="157158" cy="55055"/>
            </a:xfrm>
            <a:custGeom>
              <a:rect b="b" l="l" r="r" t="t"/>
              <a:pathLst>
                <a:path extrusionOk="0" h="694" w="1981">
                  <a:moveTo>
                    <a:pt x="1867" y="1"/>
                  </a:moveTo>
                  <a:cubicBezTo>
                    <a:pt x="1811" y="1"/>
                    <a:pt x="1736" y="21"/>
                    <a:pt x="1654" y="91"/>
                  </a:cubicBezTo>
                  <a:cubicBezTo>
                    <a:pt x="1522" y="185"/>
                    <a:pt x="1358" y="295"/>
                    <a:pt x="1344" y="295"/>
                  </a:cubicBezTo>
                  <a:cubicBezTo>
                    <a:pt x="1342" y="295"/>
                    <a:pt x="1343" y="293"/>
                    <a:pt x="1349" y="287"/>
                  </a:cubicBezTo>
                  <a:lnTo>
                    <a:pt x="1349" y="287"/>
                  </a:lnTo>
                  <a:cubicBezTo>
                    <a:pt x="1284" y="308"/>
                    <a:pt x="1219" y="352"/>
                    <a:pt x="1153" y="352"/>
                  </a:cubicBezTo>
                  <a:cubicBezTo>
                    <a:pt x="1001" y="330"/>
                    <a:pt x="675" y="113"/>
                    <a:pt x="675" y="113"/>
                  </a:cubicBezTo>
                  <a:cubicBezTo>
                    <a:pt x="675" y="113"/>
                    <a:pt x="675" y="91"/>
                    <a:pt x="653" y="91"/>
                  </a:cubicBezTo>
                  <a:cubicBezTo>
                    <a:pt x="615" y="166"/>
                    <a:pt x="561" y="226"/>
                    <a:pt x="505" y="226"/>
                  </a:cubicBezTo>
                  <a:cubicBezTo>
                    <a:pt x="496" y="226"/>
                    <a:pt x="488" y="224"/>
                    <a:pt x="479" y="221"/>
                  </a:cubicBezTo>
                  <a:cubicBezTo>
                    <a:pt x="461" y="210"/>
                    <a:pt x="424" y="203"/>
                    <a:pt x="378" y="203"/>
                  </a:cubicBezTo>
                  <a:cubicBezTo>
                    <a:pt x="254" y="203"/>
                    <a:pt x="64" y="253"/>
                    <a:pt x="0" y="395"/>
                  </a:cubicBezTo>
                  <a:cubicBezTo>
                    <a:pt x="0" y="395"/>
                    <a:pt x="218" y="526"/>
                    <a:pt x="522" y="591"/>
                  </a:cubicBezTo>
                  <a:cubicBezTo>
                    <a:pt x="566" y="591"/>
                    <a:pt x="610" y="613"/>
                    <a:pt x="653" y="635"/>
                  </a:cubicBezTo>
                  <a:lnTo>
                    <a:pt x="762" y="635"/>
                  </a:lnTo>
                  <a:cubicBezTo>
                    <a:pt x="784" y="635"/>
                    <a:pt x="805" y="657"/>
                    <a:pt x="827" y="657"/>
                  </a:cubicBezTo>
                  <a:cubicBezTo>
                    <a:pt x="842" y="657"/>
                    <a:pt x="866" y="647"/>
                    <a:pt x="893" y="647"/>
                  </a:cubicBezTo>
                  <a:cubicBezTo>
                    <a:pt x="907" y="647"/>
                    <a:pt x="921" y="649"/>
                    <a:pt x="936" y="657"/>
                  </a:cubicBezTo>
                  <a:cubicBezTo>
                    <a:pt x="958" y="657"/>
                    <a:pt x="1001" y="678"/>
                    <a:pt x="1023" y="678"/>
                  </a:cubicBezTo>
                  <a:cubicBezTo>
                    <a:pt x="1045" y="689"/>
                    <a:pt x="1062" y="693"/>
                    <a:pt x="1077" y="693"/>
                  </a:cubicBezTo>
                  <a:cubicBezTo>
                    <a:pt x="1121" y="693"/>
                    <a:pt x="1137" y="657"/>
                    <a:pt x="1153" y="657"/>
                  </a:cubicBezTo>
                  <a:cubicBezTo>
                    <a:pt x="1241" y="678"/>
                    <a:pt x="1284" y="678"/>
                    <a:pt x="1306" y="678"/>
                  </a:cubicBezTo>
                  <a:cubicBezTo>
                    <a:pt x="1371" y="657"/>
                    <a:pt x="1676" y="417"/>
                    <a:pt x="1697" y="374"/>
                  </a:cubicBezTo>
                  <a:cubicBezTo>
                    <a:pt x="1741" y="308"/>
                    <a:pt x="1980" y="69"/>
                    <a:pt x="1959" y="26"/>
                  </a:cubicBezTo>
                  <a:cubicBezTo>
                    <a:pt x="1948" y="15"/>
                    <a:pt x="1915" y="1"/>
                    <a:pt x="1867" y="1"/>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 name="Google Shape;200;g39181ba8852_1_226"/>
            <p:cNvSpPr/>
            <p:nvPr/>
          </p:nvSpPr>
          <p:spPr>
            <a:xfrm>
              <a:off x="-882075" y="2783835"/>
              <a:ext cx="65608" cy="39744"/>
            </a:xfrm>
            <a:custGeom>
              <a:rect b="b" l="l" r="r" t="t"/>
              <a:pathLst>
                <a:path extrusionOk="0" h="501" w="827">
                  <a:moveTo>
                    <a:pt x="718" y="0"/>
                  </a:moveTo>
                  <a:cubicBezTo>
                    <a:pt x="675" y="0"/>
                    <a:pt x="544" y="131"/>
                    <a:pt x="544" y="131"/>
                  </a:cubicBezTo>
                  <a:cubicBezTo>
                    <a:pt x="544" y="131"/>
                    <a:pt x="500" y="22"/>
                    <a:pt x="479" y="22"/>
                  </a:cubicBezTo>
                  <a:cubicBezTo>
                    <a:pt x="472" y="21"/>
                    <a:pt x="466" y="20"/>
                    <a:pt x="459" y="20"/>
                  </a:cubicBezTo>
                  <a:cubicBezTo>
                    <a:pt x="382" y="20"/>
                    <a:pt x="323" y="133"/>
                    <a:pt x="283" y="153"/>
                  </a:cubicBezTo>
                  <a:cubicBezTo>
                    <a:pt x="280" y="158"/>
                    <a:pt x="278" y="161"/>
                    <a:pt x="276" y="161"/>
                  </a:cubicBezTo>
                  <a:cubicBezTo>
                    <a:pt x="260" y="161"/>
                    <a:pt x="256" y="44"/>
                    <a:pt x="218" y="44"/>
                  </a:cubicBezTo>
                  <a:cubicBezTo>
                    <a:pt x="131" y="44"/>
                    <a:pt x="65" y="153"/>
                    <a:pt x="0" y="240"/>
                  </a:cubicBezTo>
                  <a:cubicBezTo>
                    <a:pt x="22" y="240"/>
                    <a:pt x="22" y="262"/>
                    <a:pt x="22" y="262"/>
                  </a:cubicBezTo>
                  <a:cubicBezTo>
                    <a:pt x="22" y="262"/>
                    <a:pt x="348" y="479"/>
                    <a:pt x="500" y="501"/>
                  </a:cubicBezTo>
                  <a:cubicBezTo>
                    <a:pt x="566" y="501"/>
                    <a:pt x="631" y="457"/>
                    <a:pt x="696" y="436"/>
                  </a:cubicBezTo>
                  <a:cubicBezTo>
                    <a:pt x="718" y="414"/>
                    <a:pt x="805" y="196"/>
                    <a:pt x="805" y="87"/>
                  </a:cubicBezTo>
                  <a:cubicBezTo>
                    <a:pt x="827" y="22"/>
                    <a:pt x="762" y="0"/>
                    <a:pt x="718"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 name="Google Shape;201;g39181ba8852_1_226"/>
            <p:cNvSpPr/>
            <p:nvPr/>
          </p:nvSpPr>
          <p:spPr>
            <a:xfrm>
              <a:off x="-973622" y="2275252"/>
              <a:ext cx="184765" cy="339612"/>
            </a:xfrm>
            <a:custGeom>
              <a:rect b="b" l="l" r="r" t="t"/>
              <a:pathLst>
                <a:path extrusionOk="0" h="4281" w="2329">
                  <a:moveTo>
                    <a:pt x="1216" y="0"/>
                  </a:moveTo>
                  <a:cubicBezTo>
                    <a:pt x="753" y="0"/>
                    <a:pt x="393" y="515"/>
                    <a:pt x="393" y="515"/>
                  </a:cubicBezTo>
                  <a:lnTo>
                    <a:pt x="305" y="1821"/>
                  </a:lnTo>
                  <a:cubicBezTo>
                    <a:pt x="305" y="1821"/>
                    <a:pt x="480" y="2408"/>
                    <a:pt x="240" y="3170"/>
                  </a:cubicBezTo>
                  <a:cubicBezTo>
                    <a:pt x="1" y="3931"/>
                    <a:pt x="675" y="4236"/>
                    <a:pt x="915" y="4279"/>
                  </a:cubicBezTo>
                  <a:cubicBezTo>
                    <a:pt x="925" y="4280"/>
                    <a:pt x="935" y="4281"/>
                    <a:pt x="945" y="4281"/>
                  </a:cubicBezTo>
                  <a:cubicBezTo>
                    <a:pt x="1165" y="4281"/>
                    <a:pt x="1281" y="4060"/>
                    <a:pt x="1198" y="4018"/>
                  </a:cubicBezTo>
                  <a:cubicBezTo>
                    <a:pt x="1089" y="3996"/>
                    <a:pt x="1633" y="2473"/>
                    <a:pt x="1959" y="2125"/>
                  </a:cubicBezTo>
                  <a:cubicBezTo>
                    <a:pt x="2285" y="1777"/>
                    <a:pt x="2329" y="667"/>
                    <a:pt x="1654" y="167"/>
                  </a:cubicBezTo>
                  <a:cubicBezTo>
                    <a:pt x="1504" y="46"/>
                    <a:pt x="1356" y="0"/>
                    <a:pt x="121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 name="Google Shape;202;g39181ba8852_1_226"/>
            <p:cNvSpPr/>
            <p:nvPr/>
          </p:nvSpPr>
          <p:spPr>
            <a:xfrm>
              <a:off x="-1220418" y="4837604"/>
              <a:ext cx="260687" cy="252587"/>
            </a:xfrm>
            <a:custGeom>
              <a:rect b="b" l="l" r="r" t="t"/>
              <a:pathLst>
                <a:path extrusionOk="0" h="3184" w="3286">
                  <a:moveTo>
                    <a:pt x="2838" y="0"/>
                  </a:moveTo>
                  <a:cubicBezTo>
                    <a:pt x="2714" y="0"/>
                    <a:pt x="1763" y="330"/>
                    <a:pt x="1763" y="330"/>
                  </a:cubicBezTo>
                  <a:cubicBezTo>
                    <a:pt x="1763" y="330"/>
                    <a:pt x="1676" y="983"/>
                    <a:pt x="697" y="2375"/>
                  </a:cubicBezTo>
                  <a:cubicBezTo>
                    <a:pt x="697" y="2375"/>
                    <a:pt x="0" y="2941"/>
                    <a:pt x="66" y="3071"/>
                  </a:cubicBezTo>
                  <a:cubicBezTo>
                    <a:pt x="88" y="3151"/>
                    <a:pt x="290" y="3183"/>
                    <a:pt x="517" y="3183"/>
                  </a:cubicBezTo>
                  <a:cubicBezTo>
                    <a:pt x="724" y="3183"/>
                    <a:pt x="953" y="3157"/>
                    <a:pt x="1088" y="3115"/>
                  </a:cubicBezTo>
                  <a:cubicBezTo>
                    <a:pt x="1393" y="3028"/>
                    <a:pt x="1872" y="2179"/>
                    <a:pt x="2220" y="1940"/>
                  </a:cubicBezTo>
                  <a:cubicBezTo>
                    <a:pt x="2568" y="1701"/>
                    <a:pt x="2916" y="1788"/>
                    <a:pt x="3177" y="1483"/>
                  </a:cubicBezTo>
                  <a:cubicBezTo>
                    <a:pt x="3286" y="1374"/>
                    <a:pt x="3286" y="1004"/>
                    <a:pt x="3155" y="787"/>
                  </a:cubicBezTo>
                  <a:cubicBezTo>
                    <a:pt x="3047" y="613"/>
                    <a:pt x="2894" y="373"/>
                    <a:pt x="2851" y="4"/>
                  </a:cubicBezTo>
                  <a:cubicBezTo>
                    <a:pt x="2850" y="1"/>
                    <a:pt x="2845" y="0"/>
                    <a:pt x="2838"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 name="Google Shape;203;g39181ba8852_1_226"/>
            <p:cNvSpPr/>
            <p:nvPr/>
          </p:nvSpPr>
          <p:spPr>
            <a:xfrm>
              <a:off x="-1232476" y="4875841"/>
              <a:ext cx="276236" cy="225377"/>
            </a:xfrm>
            <a:custGeom>
              <a:rect b="b" l="l" r="r" t="t"/>
              <a:pathLst>
                <a:path extrusionOk="0" h="2841" w="3482">
                  <a:moveTo>
                    <a:pt x="3133" y="0"/>
                  </a:moveTo>
                  <a:cubicBezTo>
                    <a:pt x="3133" y="0"/>
                    <a:pt x="3133" y="283"/>
                    <a:pt x="2937" y="566"/>
                  </a:cubicBezTo>
                  <a:cubicBezTo>
                    <a:pt x="2763" y="827"/>
                    <a:pt x="1828" y="1676"/>
                    <a:pt x="1132" y="2111"/>
                  </a:cubicBezTo>
                  <a:cubicBezTo>
                    <a:pt x="1077" y="2138"/>
                    <a:pt x="934" y="2166"/>
                    <a:pt x="826" y="2166"/>
                  </a:cubicBezTo>
                  <a:cubicBezTo>
                    <a:pt x="764" y="2166"/>
                    <a:pt x="712" y="2157"/>
                    <a:pt x="696" y="2133"/>
                  </a:cubicBezTo>
                  <a:cubicBezTo>
                    <a:pt x="653" y="2067"/>
                    <a:pt x="849" y="1893"/>
                    <a:pt x="849" y="1893"/>
                  </a:cubicBezTo>
                  <a:lnTo>
                    <a:pt x="849" y="1893"/>
                  </a:lnTo>
                  <a:cubicBezTo>
                    <a:pt x="522" y="2133"/>
                    <a:pt x="0" y="2633"/>
                    <a:pt x="44" y="2742"/>
                  </a:cubicBezTo>
                  <a:cubicBezTo>
                    <a:pt x="64" y="2812"/>
                    <a:pt x="290" y="2840"/>
                    <a:pt x="556" y="2840"/>
                  </a:cubicBezTo>
                  <a:cubicBezTo>
                    <a:pt x="870" y="2840"/>
                    <a:pt x="1240" y="2801"/>
                    <a:pt x="1393" y="2742"/>
                  </a:cubicBezTo>
                  <a:cubicBezTo>
                    <a:pt x="1697" y="2655"/>
                    <a:pt x="2132" y="1828"/>
                    <a:pt x="2481" y="1589"/>
                  </a:cubicBezTo>
                  <a:cubicBezTo>
                    <a:pt x="2633" y="1480"/>
                    <a:pt x="3177" y="1175"/>
                    <a:pt x="3329" y="1001"/>
                  </a:cubicBezTo>
                  <a:cubicBezTo>
                    <a:pt x="3373" y="958"/>
                    <a:pt x="3438" y="784"/>
                    <a:pt x="3438" y="718"/>
                  </a:cubicBezTo>
                  <a:cubicBezTo>
                    <a:pt x="3481" y="414"/>
                    <a:pt x="3199" y="0"/>
                    <a:pt x="313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 name="Google Shape;204;g39181ba8852_1_226"/>
            <p:cNvSpPr/>
            <p:nvPr/>
          </p:nvSpPr>
          <p:spPr>
            <a:xfrm>
              <a:off x="-1040894" y="4927643"/>
              <a:ext cx="81157" cy="136368"/>
            </a:xfrm>
            <a:custGeom>
              <a:rect b="b" l="l" r="r" t="t"/>
              <a:pathLst>
                <a:path extrusionOk="0" h="1719" w="1023">
                  <a:moveTo>
                    <a:pt x="1023" y="0"/>
                  </a:moveTo>
                  <a:cubicBezTo>
                    <a:pt x="1023" y="0"/>
                    <a:pt x="1" y="944"/>
                    <a:pt x="49" y="944"/>
                  </a:cubicBezTo>
                  <a:cubicBezTo>
                    <a:pt x="52" y="944"/>
                    <a:pt x="57" y="941"/>
                    <a:pt x="66" y="936"/>
                  </a:cubicBezTo>
                  <a:cubicBezTo>
                    <a:pt x="155" y="875"/>
                    <a:pt x="229" y="849"/>
                    <a:pt x="291" y="849"/>
                  </a:cubicBezTo>
                  <a:cubicBezTo>
                    <a:pt x="645" y="849"/>
                    <a:pt x="566" y="1719"/>
                    <a:pt x="566" y="1719"/>
                  </a:cubicBezTo>
                  <a:lnTo>
                    <a:pt x="697" y="1719"/>
                  </a:lnTo>
                  <a:cubicBezTo>
                    <a:pt x="697" y="1719"/>
                    <a:pt x="718" y="1088"/>
                    <a:pt x="805" y="805"/>
                  </a:cubicBezTo>
                  <a:cubicBezTo>
                    <a:pt x="849" y="588"/>
                    <a:pt x="1023" y="0"/>
                    <a:pt x="102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 name="Google Shape;205;g39181ba8852_1_226"/>
            <p:cNvSpPr/>
            <p:nvPr/>
          </p:nvSpPr>
          <p:spPr>
            <a:xfrm>
              <a:off x="-1138311" y="4121018"/>
              <a:ext cx="220068" cy="762282"/>
            </a:xfrm>
            <a:custGeom>
              <a:rect b="b" l="l" r="r" t="t"/>
              <a:pathLst>
                <a:path extrusionOk="0" h="9609" w="2774">
                  <a:moveTo>
                    <a:pt x="554" y="1"/>
                  </a:moveTo>
                  <a:cubicBezTo>
                    <a:pt x="240" y="1"/>
                    <a:pt x="0" y="152"/>
                    <a:pt x="10" y="573"/>
                  </a:cubicBezTo>
                  <a:cubicBezTo>
                    <a:pt x="10" y="747"/>
                    <a:pt x="227" y="2683"/>
                    <a:pt x="293" y="3097"/>
                  </a:cubicBezTo>
                  <a:cubicBezTo>
                    <a:pt x="358" y="3510"/>
                    <a:pt x="815" y="7775"/>
                    <a:pt x="728" y="9363"/>
                  </a:cubicBezTo>
                  <a:cubicBezTo>
                    <a:pt x="728" y="9476"/>
                    <a:pt x="1199" y="9608"/>
                    <a:pt x="1509" y="9608"/>
                  </a:cubicBezTo>
                  <a:cubicBezTo>
                    <a:pt x="1675" y="9608"/>
                    <a:pt x="1795" y="9570"/>
                    <a:pt x="1772" y="9472"/>
                  </a:cubicBezTo>
                  <a:cubicBezTo>
                    <a:pt x="1729" y="9189"/>
                    <a:pt x="2686" y="4990"/>
                    <a:pt x="2730" y="4185"/>
                  </a:cubicBezTo>
                  <a:cubicBezTo>
                    <a:pt x="2773" y="3401"/>
                    <a:pt x="2599" y="1334"/>
                    <a:pt x="1794" y="529"/>
                  </a:cubicBezTo>
                  <a:cubicBezTo>
                    <a:pt x="1521" y="268"/>
                    <a:pt x="971" y="1"/>
                    <a:pt x="5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 name="Google Shape;206;g39181ba8852_1_226"/>
            <p:cNvSpPr/>
            <p:nvPr/>
          </p:nvSpPr>
          <p:spPr>
            <a:xfrm>
              <a:off x="-685337" y="4967308"/>
              <a:ext cx="119157" cy="176192"/>
            </a:xfrm>
            <a:custGeom>
              <a:rect b="b" l="l" r="r" t="t"/>
              <a:pathLst>
                <a:path extrusionOk="0" h="2221" w="1502">
                  <a:moveTo>
                    <a:pt x="1088" y="0"/>
                  </a:moveTo>
                  <a:lnTo>
                    <a:pt x="0" y="327"/>
                  </a:lnTo>
                  <a:cubicBezTo>
                    <a:pt x="0" y="327"/>
                    <a:pt x="22" y="1241"/>
                    <a:pt x="370" y="1676"/>
                  </a:cubicBezTo>
                  <a:cubicBezTo>
                    <a:pt x="434" y="1761"/>
                    <a:pt x="935" y="2220"/>
                    <a:pt x="1140" y="2220"/>
                  </a:cubicBezTo>
                  <a:cubicBezTo>
                    <a:pt x="1145" y="2220"/>
                    <a:pt x="1149" y="2220"/>
                    <a:pt x="1154" y="2220"/>
                  </a:cubicBezTo>
                  <a:cubicBezTo>
                    <a:pt x="1371" y="2176"/>
                    <a:pt x="1502" y="1545"/>
                    <a:pt x="1502" y="1262"/>
                  </a:cubicBezTo>
                  <a:cubicBezTo>
                    <a:pt x="1502" y="1001"/>
                    <a:pt x="1088" y="0"/>
                    <a:pt x="108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7" name="Google Shape;207;g39181ba8852_1_226"/>
            <p:cNvSpPr/>
            <p:nvPr/>
          </p:nvSpPr>
          <p:spPr>
            <a:xfrm>
              <a:off x="-687082" y="4922407"/>
              <a:ext cx="103688" cy="164134"/>
            </a:xfrm>
            <a:custGeom>
              <a:rect b="b" l="l" r="r" t="t"/>
              <a:pathLst>
                <a:path extrusionOk="0" h="2069" w="1307">
                  <a:moveTo>
                    <a:pt x="893" y="1"/>
                  </a:moveTo>
                  <a:lnTo>
                    <a:pt x="44" y="88"/>
                  </a:lnTo>
                  <a:cubicBezTo>
                    <a:pt x="44" y="88"/>
                    <a:pt x="44" y="458"/>
                    <a:pt x="22" y="784"/>
                  </a:cubicBezTo>
                  <a:cubicBezTo>
                    <a:pt x="1" y="1128"/>
                    <a:pt x="447" y="2068"/>
                    <a:pt x="983" y="2068"/>
                  </a:cubicBezTo>
                  <a:cubicBezTo>
                    <a:pt x="989" y="2068"/>
                    <a:pt x="995" y="2068"/>
                    <a:pt x="1002" y="2068"/>
                  </a:cubicBezTo>
                  <a:cubicBezTo>
                    <a:pt x="1219" y="2068"/>
                    <a:pt x="1306" y="1502"/>
                    <a:pt x="1284" y="1350"/>
                  </a:cubicBezTo>
                  <a:cubicBezTo>
                    <a:pt x="1219" y="741"/>
                    <a:pt x="893" y="1"/>
                    <a:pt x="893"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8" name="Google Shape;208;g39181ba8852_1_226"/>
            <p:cNvSpPr/>
            <p:nvPr/>
          </p:nvSpPr>
          <p:spPr>
            <a:xfrm>
              <a:off x="-852803" y="4153067"/>
              <a:ext cx="252119" cy="847086"/>
            </a:xfrm>
            <a:custGeom>
              <a:rect b="b" l="l" r="r" t="t"/>
              <a:pathLst>
                <a:path extrusionOk="0" h="10678" w="3178">
                  <a:moveTo>
                    <a:pt x="1071" y="0"/>
                  </a:moveTo>
                  <a:cubicBezTo>
                    <a:pt x="1020" y="0"/>
                    <a:pt x="968" y="5"/>
                    <a:pt x="915" y="16"/>
                  </a:cubicBezTo>
                  <a:cubicBezTo>
                    <a:pt x="175" y="147"/>
                    <a:pt x="1" y="669"/>
                    <a:pt x="349" y="2801"/>
                  </a:cubicBezTo>
                  <a:cubicBezTo>
                    <a:pt x="632" y="4433"/>
                    <a:pt x="1633" y="8089"/>
                    <a:pt x="2111" y="9786"/>
                  </a:cubicBezTo>
                  <a:cubicBezTo>
                    <a:pt x="2286" y="10330"/>
                    <a:pt x="2220" y="10678"/>
                    <a:pt x="2264" y="10678"/>
                  </a:cubicBezTo>
                  <a:cubicBezTo>
                    <a:pt x="2481" y="10678"/>
                    <a:pt x="3091" y="10678"/>
                    <a:pt x="3156" y="10199"/>
                  </a:cubicBezTo>
                  <a:cubicBezTo>
                    <a:pt x="3178" y="10090"/>
                    <a:pt x="2938" y="9720"/>
                    <a:pt x="2938" y="9438"/>
                  </a:cubicBezTo>
                  <a:cubicBezTo>
                    <a:pt x="2938" y="7762"/>
                    <a:pt x="2917" y="3541"/>
                    <a:pt x="2829" y="2932"/>
                  </a:cubicBezTo>
                  <a:cubicBezTo>
                    <a:pt x="2705" y="2268"/>
                    <a:pt x="2125" y="0"/>
                    <a:pt x="1071"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9" name="Google Shape;209;g39181ba8852_1_226"/>
            <p:cNvSpPr/>
            <p:nvPr/>
          </p:nvSpPr>
          <p:spPr>
            <a:xfrm>
              <a:off x="-1434450" y="2706965"/>
              <a:ext cx="347000" cy="513503"/>
            </a:xfrm>
            <a:custGeom>
              <a:rect b="b" l="l" r="r" t="t"/>
              <a:pathLst>
                <a:path extrusionOk="0" h="6473" w="4374">
                  <a:moveTo>
                    <a:pt x="3338" y="0"/>
                  </a:moveTo>
                  <a:cubicBezTo>
                    <a:pt x="2854" y="0"/>
                    <a:pt x="2108" y="1267"/>
                    <a:pt x="1654" y="2710"/>
                  </a:cubicBezTo>
                  <a:cubicBezTo>
                    <a:pt x="805" y="5386"/>
                    <a:pt x="0" y="5822"/>
                    <a:pt x="893" y="6322"/>
                  </a:cubicBezTo>
                  <a:cubicBezTo>
                    <a:pt x="1088" y="6424"/>
                    <a:pt x="1251" y="6473"/>
                    <a:pt x="1391" y="6473"/>
                  </a:cubicBezTo>
                  <a:cubicBezTo>
                    <a:pt x="2061" y="6473"/>
                    <a:pt x="2223" y="5358"/>
                    <a:pt x="3068" y="3559"/>
                  </a:cubicBezTo>
                  <a:cubicBezTo>
                    <a:pt x="3852" y="1840"/>
                    <a:pt x="4374" y="338"/>
                    <a:pt x="3416" y="12"/>
                  </a:cubicBezTo>
                  <a:cubicBezTo>
                    <a:pt x="3391" y="4"/>
                    <a:pt x="3365" y="0"/>
                    <a:pt x="333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0" name="Google Shape;210;g39181ba8852_1_226"/>
            <p:cNvSpPr/>
            <p:nvPr/>
          </p:nvSpPr>
          <p:spPr>
            <a:xfrm>
              <a:off x="-1229065" y="3487490"/>
              <a:ext cx="274570" cy="812657"/>
            </a:xfrm>
            <a:custGeom>
              <a:rect b="b" l="l" r="r" t="t"/>
              <a:pathLst>
                <a:path extrusionOk="0" h="10244" w="3461">
                  <a:moveTo>
                    <a:pt x="1571" y="0"/>
                  </a:moveTo>
                  <a:cubicBezTo>
                    <a:pt x="1113" y="0"/>
                    <a:pt x="614" y="197"/>
                    <a:pt x="349" y="682"/>
                  </a:cubicBezTo>
                  <a:cubicBezTo>
                    <a:pt x="1" y="1313"/>
                    <a:pt x="22" y="2423"/>
                    <a:pt x="196" y="3881"/>
                  </a:cubicBezTo>
                  <a:cubicBezTo>
                    <a:pt x="414" y="5861"/>
                    <a:pt x="1067" y="8994"/>
                    <a:pt x="1154" y="9277"/>
                  </a:cubicBezTo>
                  <a:cubicBezTo>
                    <a:pt x="1334" y="9940"/>
                    <a:pt x="1758" y="10243"/>
                    <a:pt x="2152" y="10243"/>
                  </a:cubicBezTo>
                  <a:cubicBezTo>
                    <a:pt x="2521" y="10243"/>
                    <a:pt x="2865" y="9978"/>
                    <a:pt x="2960" y="9494"/>
                  </a:cubicBezTo>
                  <a:cubicBezTo>
                    <a:pt x="3025" y="9211"/>
                    <a:pt x="3460" y="3533"/>
                    <a:pt x="3373" y="2902"/>
                  </a:cubicBezTo>
                  <a:cubicBezTo>
                    <a:pt x="3308" y="2271"/>
                    <a:pt x="2960" y="1117"/>
                    <a:pt x="2503" y="399"/>
                  </a:cubicBezTo>
                  <a:cubicBezTo>
                    <a:pt x="2350" y="154"/>
                    <a:pt x="1976" y="0"/>
                    <a:pt x="15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1" name="Google Shape;211;g39181ba8852_1_226"/>
            <p:cNvSpPr/>
            <p:nvPr/>
          </p:nvSpPr>
          <p:spPr>
            <a:xfrm>
              <a:off x="-970132" y="3505102"/>
              <a:ext cx="300432" cy="796156"/>
            </a:xfrm>
            <a:custGeom>
              <a:rect b="b" l="l" r="r" t="t"/>
              <a:pathLst>
                <a:path extrusionOk="0" h="10036" w="3787">
                  <a:moveTo>
                    <a:pt x="1536" y="0"/>
                  </a:moveTo>
                  <a:cubicBezTo>
                    <a:pt x="966" y="0"/>
                    <a:pt x="434" y="209"/>
                    <a:pt x="305" y="526"/>
                  </a:cubicBezTo>
                  <a:cubicBezTo>
                    <a:pt x="0" y="1309"/>
                    <a:pt x="153" y="2462"/>
                    <a:pt x="218" y="3093"/>
                  </a:cubicBezTo>
                  <a:cubicBezTo>
                    <a:pt x="261" y="3724"/>
                    <a:pt x="1589" y="9185"/>
                    <a:pt x="1698" y="9446"/>
                  </a:cubicBezTo>
                  <a:cubicBezTo>
                    <a:pt x="1859" y="9841"/>
                    <a:pt x="2209" y="10036"/>
                    <a:pt x="2572" y="10036"/>
                  </a:cubicBezTo>
                  <a:cubicBezTo>
                    <a:pt x="3090" y="10036"/>
                    <a:pt x="3635" y="9639"/>
                    <a:pt x="3699" y="8859"/>
                  </a:cubicBezTo>
                  <a:cubicBezTo>
                    <a:pt x="3721" y="8576"/>
                    <a:pt x="3786" y="5595"/>
                    <a:pt x="3634" y="3615"/>
                  </a:cubicBezTo>
                  <a:cubicBezTo>
                    <a:pt x="3503" y="2157"/>
                    <a:pt x="3308" y="1048"/>
                    <a:pt x="2851" y="526"/>
                  </a:cubicBezTo>
                  <a:cubicBezTo>
                    <a:pt x="2539" y="154"/>
                    <a:pt x="2024" y="0"/>
                    <a:pt x="1536"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2" name="Google Shape;212;g39181ba8852_1_226"/>
            <p:cNvSpPr/>
            <p:nvPr/>
          </p:nvSpPr>
          <p:spPr>
            <a:xfrm>
              <a:off x="-1218672" y="3469086"/>
              <a:ext cx="250373" cy="248620"/>
            </a:xfrm>
            <a:custGeom>
              <a:rect b="b" l="l" r="r" t="t"/>
              <a:pathLst>
                <a:path extrusionOk="0" h="3134" w="3156">
                  <a:moveTo>
                    <a:pt x="414" y="0"/>
                  </a:moveTo>
                  <a:cubicBezTo>
                    <a:pt x="174" y="610"/>
                    <a:pt x="0" y="1154"/>
                    <a:pt x="87" y="1458"/>
                  </a:cubicBezTo>
                  <a:cubicBezTo>
                    <a:pt x="327" y="2372"/>
                    <a:pt x="2981" y="3134"/>
                    <a:pt x="2981" y="3134"/>
                  </a:cubicBezTo>
                  <a:lnTo>
                    <a:pt x="3155" y="3134"/>
                  </a:lnTo>
                  <a:lnTo>
                    <a:pt x="3155" y="218"/>
                  </a:lnTo>
                  <a:cubicBezTo>
                    <a:pt x="2133" y="218"/>
                    <a:pt x="1436" y="0"/>
                    <a:pt x="414"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3" name="Google Shape;213;g39181ba8852_1_226"/>
            <p:cNvSpPr/>
            <p:nvPr/>
          </p:nvSpPr>
          <p:spPr>
            <a:xfrm>
              <a:off x="-1268730" y="2694113"/>
              <a:ext cx="581745" cy="792269"/>
            </a:xfrm>
            <a:custGeom>
              <a:rect b="b" l="l" r="r" t="t"/>
              <a:pathLst>
                <a:path extrusionOk="0" h="9987" w="7333">
                  <a:moveTo>
                    <a:pt x="3786" y="0"/>
                  </a:moveTo>
                  <a:cubicBezTo>
                    <a:pt x="3786" y="0"/>
                    <a:pt x="1931" y="176"/>
                    <a:pt x="1366" y="176"/>
                  </a:cubicBezTo>
                  <a:cubicBezTo>
                    <a:pt x="1334" y="176"/>
                    <a:pt x="1307" y="175"/>
                    <a:pt x="1284" y="174"/>
                  </a:cubicBezTo>
                  <a:cubicBezTo>
                    <a:pt x="1088" y="174"/>
                    <a:pt x="958" y="849"/>
                    <a:pt x="892" y="1044"/>
                  </a:cubicBezTo>
                  <a:cubicBezTo>
                    <a:pt x="479" y="2132"/>
                    <a:pt x="0" y="3394"/>
                    <a:pt x="1023" y="4265"/>
                  </a:cubicBezTo>
                  <a:cubicBezTo>
                    <a:pt x="1240" y="4460"/>
                    <a:pt x="1458" y="6745"/>
                    <a:pt x="1458" y="7811"/>
                  </a:cubicBezTo>
                  <a:cubicBezTo>
                    <a:pt x="1458" y="8246"/>
                    <a:pt x="1349" y="8943"/>
                    <a:pt x="1045" y="9769"/>
                  </a:cubicBezTo>
                  <a:cubicBezTo>
                    <a:pt x="2067" y="9769"/>
                    <a:pt x="2764" y="9987"/>
                    <a:pt x="3786" y="9987"/>
                  </a:cubicBezTo>
                  <a:lnTo>
                    <a:pt x="6854" y="9987"/>
                  </a:lnTo>
                  <a:cubicBezTo>
                    <a:pt x="6528" y="9160"/>
                    <a:pt x="6201" y="8246"/>
                    <a:pt x="6114" y="7811"/>
                  </a:cubicBezTo>
                  <a:cubicBezTo>
                    <a:pt x="5527" y="4547"/>
                    <a:pt x="7333" y="1501"/>
                    <a:pt x="7072" y="892"/>
                  </a:cubicBezTo>
                  <a:cubicBezTo>
                    <a:pt x="6876" y="479"/>
                    <a:pt x="5940" y="305"/>
                    <a:pt x="5527" y="174"/>
                  </a:cubicBezTo>
                  <a:cubicBezTo>
                    <a:pt x="5070" y="44"/>
                    <a:pt x="3786" y="0"/>
                    <a:pt x="3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4" name="Google Shape;214;g39181ba8852_1_226"/>
            <p:cNvSpPr/>
            <p:nvPr/>
          </p:nvSpPr>
          <p:spPr>
            <a:xfrm>
              <a:off x="-968386" y="3486380"/>
              <a:ext cx="274490" cy="231326"/>
            </a:xfrm>
            <a:custGeom>
              <a:rect b="b" l="l" r="r" t="t"/>
              <a:pathLst>
                <a:path extrusionOk="0" h="2916" w="3460">
                  <a:moveTo>
                    <a:pt x="0" y="0"/>
                  </a:moveTo>
                  <a:lnTo>
                    <a:pt x="0" y="2916"/>
                  </a:lnTo>
                  <a:lnTo>
                    <a:pt x="174" y="2916"/>
                  </a:lnTo>
                  <a:cubicBezTo>
                    <a:pt x="174" y="2916"/>
                    <a:pt x="3155" y="2350"/>
                    <a:pt x="3394" y="1458"/>
                  </a:cubicBezTo>
                  <a:cubicBezTo>
                    <a:pt x="3460" y="1153"/>
                    <a:pt x="3286" y="587"/>
                    <a:pt x="3068"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5" name="Google Shape;215;g39181ba8852_1_226"/>
            <p:cNvSpPr/>
            <p:nvPr/>
          </p:nvSpPr>
          <p:spPr>
            <a:xfrm>
              <a:off x="-1094442" y="2511100"/>
              <a:ext cx="233158" cy="234817"/>
            </a:xfrm>
            <a:custGeom>
              <a:rect b="b" l="l" r="r" t="t"/>
              <a:pathLst>
                <a:path extrusionOk="0" h="2960" w="2939">
                  <a:moveTo>
                    <a:pt x="762" y="1"/>
                  </a:moveTo>
                  <a:cubicBezTo>
                    <a:pt x="762" y="1"/>
                    <a:pt x="784" y="1284"/>
                    <a:pt x="654" y="1633"/>
                  </a:cubicBezTo>
                  <a:cubicBezTo>
                    <a:pt x="523" y="1981"/>
                    <a:pt x="1" y="2394"/>
                    <a:pt x="1" y="2394"/>
                  </a:cubicBezTo>
                  <a:lnTo>
                    <a:pt x="1197" y="2960"/>
                  </a:lnTo>
                  <a:lnTo>
                    <a:pt x="2938" y="2307"/>
                  </a:lnTo>
                  <a:cubicBezTo>
                    <a:pt x="2938" y="2307"/>
                    <a:pt x="2655" y="1981"/>
                    <a:pt x="2525" y="1633"/>
                  </a:cubicBezTo>
                  <a:cubicBezTo>
                    <a:pt x="2394" y="1284"/>
                    <a:pt x="2394" y="1"/>
                    <a:pt x="239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6" name="Google Shape;216;g39181ba8852_1_226"/>
            <p:cNvSpPr/>
            <p:nvPr/>
          </p:nvSpPr>
          <p:spPr>
            <a:xfrm>
              <a:off x="-1106500" y="2511100"/>
              <a:ext cx="203726" cy="196897"/>
            </a:xfrm>
            <a:custGeom>
              <a:rect b="b" l="l" r="r" t="t"/>
              <a:pathLst>
                <a:path extrusionOk="0" h="2482" w="2568">
                  <a:moveTo>
                    <a:pt x="914" y="1"/>
                  </a:moveTo>
                  <a:cubicBezTo>
                    <a:pt x="914" y="1"/>
                    <a:pt x="936" y="1284"/>
                    <a:pt x="806" y="1633"/>
                  </a:cubicBezTo>
                  <a:cubicBezTo>
                    <a:pt x="675" y="1981"/>
                    <a:pt x="0" y="2481"/>
                    <a:pt x="0" y="2481"/>
                  </a:cubicBezTo>
                  <a:lnTo>
                    <a:pt x="2568" y="653"/>
                  </a:lnTo>
                  <a:cubicBezTo>
                    <a:pt x="2546" y="305"/>
                    <a:pt x="2546" y="1"/>
                    <a:pt x="254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7" name="Google Shape;217;g39181ba8852_1_226"/>
            <p:cNvSpPr/>
            <p:nvPr/>
          </p:nvSpPr>
          <p:spPr>
            <a:xfrm>
              <a:off x="-1132361" y="2262083"/>
              <a:ext cx="307334" cy="346672"/>
            </a:xfrm>
            <a:custGeom>
              <a:rect b="b" l="l" r="r" t="t"/>
              <a:pathLst>
                <a:path extrusionOk="0" h="4370" w="3874">
                  <a:moveTo>
                    <a:pt x="1962" y="0"/>
                  </a:moveTo>
                  <a:cubicBezTo>
                    <a:pt x="1191" y="0"/>
                    <a:pt x="478" y="568"/>
                    <a:pt x="261" y="1617"/>
                  </a:cubicBezTo>
                  <a:cubicBezTo>
                    <a:pt x="0" y="2900"/>
                    <a:pt x="522" y="4162"/>
                    <a:pt x="1132" y="4336"/>
                  </a:cubicBezTo>
                  <a:cubicBezTo>
                    <a:pt x="1204" y="4359"/>
                    <a:pt x="1286" y="4370"/>
                    <a:pt x="1375" y="4370"/>
                  </a:cubicBezTo>
                  <a:cubicBezTo>
                    <a:pt x="2064" y="4370"/>
                    <a:pt x="3176" y="3715"/>
                    <a:pt x="3503" y="2617"/>
                  </a:cubicBezTo>
                  <a:cubicBezTo>
                    <a:pt x="3873" y="1399"/>
                    <a:pt x="3373" y="355"/>
                    <a:pt x="2437" y="72"/>
                  </a:cubicBezTo>
                  <a:cubicBezTo>
                    <a:pt x="2279" y="24"/>
                    <a:pt x="2119" y="0"/>
                    <a:pt x="1962"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8" name="Google Shape;218;g39181ba8852_1_226"/>
            <p:cNvSpPr/>
            <p:nvPr/>
          </p:nvSpPr>
          <p:spPr>
            <a:xfrm>
              <a:off x="-1035737" y="2250977"/>
              <a:ext cx="252119" cy="287809"/>
            </a:xfrm>
            <a:custGeom>
              <a:rect b="b" l="l" r="r" t="t"/>
              <a:pathLst>
                <a:path extrusionOk="0" h="3628" w="3178">
                  <a:moveTo>
                    <a:pt x="773" y="0"/>
                  </a:moveTo>
                  <a:cubicBezTo>
                    <a:pt x="351" y="0"/>
                    <a:pt x="33" y="172"/>
                    <a:pt x="22" y="234"/>
                  </a:cubicBezTo>
                  <a:cubicBezTo>
                    <a:pt x="1" y="342"/>
                    <a:pt x="109" y="778"/>
                    <a:pt x="153" y="952"/>
                  </a:cubicBezTo>
                  <a:cubicBezTo>
                    <a:pt x="240" y="1321"/>
                    <a:pt x="566" y="1583"/>
                    <a:pt x="1328" y="1757"/>
                  </a:cubicBezTo>
                  <a:cubicBezTo>
                    <a:pt x="1850" y="1865"/>
                    <a:pt x="2111" y="2692"/>
                    <a:pt x="2068" y="2975"/>
                  </a:cubicBezTo>
                  <a:cubicBezTo>
                    <a:pt x="2046" y="3106"/>
                    <a:pt x="1828" y="3628"/>
                    <a:pt x="1828" y="3628"/>
                  </a:cubicBezTo>
                  <a:cubicBezTo>
                    <a:pt x="1828" y="3628"/>
                    <a:pt x="3177" y="2670"/>
                    <a:pt x="2307" y="1060"/>
                  </a:cubicBezTo>
                  <a:cubicBezTo>
                    <a:pt x="1857" y="219"/>
                    <a:pt x="1249" y="0"/>
                    <a:pt x="77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19" name="Google Shape;219;g39181ba8852_1_226"/>
            <p:cNvSpPr/>
            <p:nvPr/>
          </p:nvSpPr>
          <p:spPr>
            <a:xfrm>
              <a:off x="-1113402" y="2267557"/>
              <a:ext cx="144702" cy="112490"/>
            </a:xfrm>
            <a:custGeom>
              <a:rect b="b" l="l" r="r" t="t"/>
              <a:pathLst>
                <a:path extrusionOk="0" h="1418" w="1824">
                  <a:moveTo>
                    <a:pt x="1258" y="0"/>
                  </a:moveTo>
                  <a:cubicBezTo>
                    <a:pt x="1188" y="0"/>
                    <a:pt x="1103" y="8"/>
                    <a:pt x="1001" y="25"/>
                  </a:cubicBezTo>
                  <a:cubicBezTo>
                    <a:pt x="87" y="155"/>
                    <a:pt x="0" y="1417"/>
                    <a:pt x="0" y="1417"/>
                  </a:cubicBezTo>
                  <a:cubicBezTo>
                    <a:pt x="0" y="1417"/>
                    <a:pt x="479" y="1112"/>
                    <a:pt x="936" y="1069"/>
                  </a:cubicBezTo>
                  <a:cubicBezTo>
                    <a:pt x="1415" y="1025"/>
                    <a:pt x="1480" y="481"/>
                    <a:pt x="1480" y="481"/>
                  </a:cubicBezTo>
                  <a:cubicBezTo>
                    <a:pt x="1480" y="481"/>
                    <a:pt x="1824" y="0"/>
                    <a:pt x="125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0" name="Google Shape;220;g39181ba8852_1_226"/>
            <p:cNvSpPr/>
            <p:nvPr/>
          </p:nvSpPr>
          <p:spPr>
            <a:xfrm>
              <a:off x="-1246279" y="2849441"/>
              <a:ext cx="474726" cy="631784"/>
            </a:xfrm>
            <a:custGeom>
              <a:rect b="b" l="l" r="r" t="t"/>
              <a:pathLst>
                <a:path extrusionOk="0" h="7964" w="5984">
                  <a:moveTo>
                    <a:pt x="283" y="0"/>
                  </a:moveTo>
                  <a:cubicBezTo>
                    <a:pt x="44" y="827"/>
                    <a:pt x="0" y="1676"/>
                    <a:pt x="740" y="2307"/>
                  </a:cubicBezTo>
                  <a:cubicBezTo>
                    <a:pt x="957" y="2502"/>
                    <a:pt x="1175" y="4787"/>
                    <a:pt x="1175" y="5853"/>
                  </a:cubicBezTo>
                  <a:cubicBezTo>
                    <a:pt x="1175" y="6288"/>
                    <a:pt x="1066" y="6985"/>
                    <a:pt x="762" y="7811"/>
                  </a:cubicBezTo>
                  <a:cubicBezTo>
                    <a:pt x="1414" y="7811"/>
                    <a:pt x="1915" y="7898"/>
                    <a:pt x="2481" y="7964"/>
                  </a:cubicBezTo>
                  <a:cubicBezTo>
                    <a:pt x="2481" y="7964"/>
                    <a:pt x="2285" y="7202"/>
                    <a:pt x="2285" y="6789"/>
                  </a:cubicBezTo>
                  <a:cubicBezTo>
                    <a:pt x="2296" y="6007"/>
                    <a:pt x="3098" y="5907"/>
                    <a:pt x="3921" y="5907"/>
                  </a:cubicBezTo>
                  <a:cubicBezTo>
                    <a:pt x="4202" y="5907"/>
                    <a:pt x="4485" y="5919"/>
                    <a:pt x="4740" y="5919"/>
                  </a:cubicBezTo>
                  <a:cubicBezTo>
                    <a:pt x="5192" y="5919"/>
                    <a:pt x="5556" y="5882"/>
                    <a:pt x="5657" y="5679"/>
                  </a:cubicBezTo>
                  <a:cubicBezTo>
                    <a:pt x="5984" y="5026"/>
                    <a:pt x="4482" y="3438"/>
                    <a:pt x="4635" y="3220"/>
                  </a:cubicBezTo>
                  <a:cubicBezTo>
                    <a:pt x="4809" y="3003"/>
                    <a:pt x="4635" y="2720"/>
                    <a:pt x="4373" y="2589"/>
                  </a:cubicBezTo>
                  <a:cubicBezTo>
                    <a:pt x="4091" y="2481"/>
                    <a:pt x="3503" y="2524"/>
                    <a:pt x="2089" y="2459"/>
                  </a:cubicBezTo>
                  <a:cubicBezTo>
                    <a:pt x="696" y="2372"/>
                    <a:pt x="501" y="1676"/>
                    <a:pt x="283" y="1371"/>
                  </a:cubicBezTo>
                  <a:cubicBezTo>
                    <a:pt x="87" y="1066"/>
                    <a:pt x="283" y="66"/>
                    <a:pt x="28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1" name="Google Shape;221;g39181ba8852_1_226"/>
            <p:cNvSpPr/>
            <p:nvPr/>
          </p:nvSpPr>
          <p:spPr>
            <a:xfrm>
              <a:off x="-1059933" y="2711328"/>
              <a:ext cx="60531" cy="34588"/>
            </a:xfrm>
            <a:custGeom>
              <a:rect b="b" l="l" r="r" t="t"/>
              <a:pathLst>
                <a:path extrusionOk="0" h="436" w="763">
                  <a:moveTo>
                    <a:pt x="610" y="1"/>
                  </a:moveTo>
                  <a:lnTo>
                    <a:pt x="1" y="109"/>
                  </a:lnTo>
                  <a:lnTo>
                    <a:pt x="762" y="436"/>
                  </a:lnTo>
                  <a:lnTo>
                    <a:pt x="61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2" name="Google Shape;222;g39181ba8852_1_226"/>
            <p:cNvSpPr/>
            <p:nvPr/>
          </p:nvSpPr>
          <p:spPr>
            <a:xfrm>
              <a:off x="-999484" y="2711328"/>
              <a:ext cx="48393" cy="34588"/>
            </a:xfrm>
            <a:custGeom>
              <a:rect b="b" l="l" r="r" t="t"/>
              <a:pathLst>
                <a:path extrusionOk="0" h="436" w="610">
                  <a:moveTo>
                    <a:pt x="153" y="1"/>
                  </a:moveTo>
                  <a:lnTo>
                    <a:pt x="0" y="436"/>
                  </a:lnTo>
                  <a:lnTo>
                    <a:pt x="610" y="218"/>
                  </a:lnTo>
                  <a:lnTo>
                    <a:pt x="15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3" name="Google Shape;223;g39181ba8852_1_226"/>
            <p:cNvSpPr/>
            <p:nvPr/>
          </p:nvSpPr>
          <p:spPr>
            <a:xfrm>
              <a:off x="-1235966" y="3469086"/>
              <a:ext cx="576589" cy="785446"/>
            </a:xfrm>
            <a:custGeom>
              <a:rect b="b" l="l" r="r" t="t"/>
              <a:pathLst>
                <a:path extrusionOk="0" h="9901" w="7268">
                  <a:moveTo>
                    <a:pt x="632" y="0"/>
                  </a:moveTo>
                  <a:cubicBezTo>
                    <a:pt x="632" y="0"/>
                    <a:pt x="175" y="762"/>
                    <a:pt x="88" y="2111"/>
                  </a:cubicBezTo>
                  <a:cubicBezTo>
                    <a:pt x="1" y="3482"/>
                    <a:pt x="980" y="9748"/>
                    <a:pt x="980" y="9748"/>
                  </a:cubicBezTo>
                  <a:lnTo>
                    <a:pt x="3678" y="9900"/>
                  </a:lnTo>
                  <a:lnTo>
                    <a:pt x="7268" y="9618"/>
                  </a:lnTo>
                  <a:cubicBezTo>
                    <a:pt x="7268" y="9618"/>
                    <a:pt x="7181" y="3895"/>
                    <a:pt x="7029" y="2176"/>
                  </a:cubicBezTo>
                  <a:cubicBezTo>
                    <a:pt x="6854" y="479"/>
                    <a:pt x="6376" y="44"/>
                    <a:pt x="6376" y="44"/>
                  </a:cubicBezTo>
                  <a:lnTo>
                    <a:pt x="3112" y="174"/>
                  </a:lnTo>
                  <a:lnTo>
                    <a:pt x="632"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4" name="Google Shape;224;g39181ba8852_1_226"/>
            <p:cNvSpPr/>
            <p:nvPr/>
          </p:nvSpPr>
          <p:spPr>
            <a:xfrm>
              <a:off x="-987426" y="2652624"/>
              <a:ext cx="157158" cy="117488"/>
            </a:xfrm>
            <a:custGeom>
              <a:rect b="b" l="l" r="r" t="t"/>
              <a:pathLst>
                <a:path extrusionOk="0" h="1481" w="1981">
                  <a:moveTo>
                    <a:pt x="1437" y="1"/>
                  </a:moveTo>
                  <a:lnTo>
                    <a:pt x="1" y="741"/>
                  </a:lnTo>
                  <a:lnTo>
                    <a:pt x="501" y="1480"/>
                  </a:lnTo>
                  <a:lnTo>
                    <a:pt x="1981" y="697"/>
                  </a:lnTo>
                  <a:lnTo>
                    <a:pt x="1437"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5" name="Google Shape;225;g39181ba8852_1_226"/>
            <p:cNvSpPr/>
            <p:nvPr/>
          </p:nvSpPr>
          <p:spPr>
            <a:xfrm>
              <a:off x="-1123794" y="2661271"/>
              <a:ext cx="112335" cy="103684"/>
            </a:xfrm>
            <a:custGeom>
              <a:rect b="b" l="l" r="r" t="t"/>
              <a:pathLst>
                <a:path extrusionOk="0" h="1307" w="1416">
                  <a:moveTo>
                    <a:pt x="654" y="1"/>
                  </a:moveTo>
                  <a:lnTo>
                    <a:pt x="1" y="588"/>
                  </a:lnTo>
                  <a:lnTo>
                    <a:pt x="871" y="1306"/>
                  </a:lnTo>
                  <a:lnTo>
                    <a:pt x="1415" y="632"/>
                  </a:lnTo>
                  <a:lnTo>
                    <a:pt x="654"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6" name="Google Shape;226;g39181ba8852_1_226"/>
            <p:cNvSpPr/>
            <p:nvPr/>
          </p:nvSpPr>
          <p:spPr>
            <a:xfrm>
              <a:off x="-1235966" y="3469086"/>
              <a:ext cx="338432" cy="785446"/>
            </a:xfrm>
            <a:custGeom>
              <a:rect b="b" l="l" r="r" t="t"/>
              <a:pathLst>
                <a:path extrusionOk="0" h="9901" w="4266">
                  <a:moveTo>
                    <a:pt x="632" y="0"/>
                  </a:moveTo>
                  <a:cubicBezTo>
                    <a:pt x="632" y="0"/>
                    <a:pt x="175" y="762"/>
                    <a:pt x="88" y="2111"/>
                  </a:cubicBezTo>
                  <a:cubicBezTo>
                    <a:pt x="1" y="3482"/>
                    <a:pt x="980" y="9748"/>
                    <a:pt x="980" y="9748"/>
                  </a:cubicBezTo>
                  <a:lnTo>
                    <a:pt x="3678" y="9900"/>
                  </a:lnTo>
                  <a:lnTo>
                    <a:pt x="4265" y="9879"/>
                  </a:lnTo>
                  <a:cubicBezTo>
                    <a:pt x="4265" y="9879"/>
                    <a:pt x="3612" y="9748"/>
                    <a:pt x="3525" y="9161"/>
                  </a:cubicBezTo>
                  <a:cubicBezTo>
                    <a:pt x="3337" y="8007"/>
                    <a:pt x="3148" y="5801"/>
                    <a:pt x="2978" y="5801"/>
                  </a:cubicBezTo>
                  <a:cubicBezTo>
                    <a:pt x="2972" y="5801"/>
                    <a:pt x="2966" y="5804"/>
                    <a:pt x="2960" y="5810"/>
                  </a:cubicBezTo>
                  <a:cubicBezTo>
                    <a:pt x="2786" y="6027"/>
                    <a:pt x="2873" y="7746"/>
                    <a:pt x="2568" y="8073"/>
                  </a:cubicBezTo>
                  <a:cubicBezTo>
                    <a:pt x="2444" y="8224"/>
                    <a:pt x="2294" y="8302"/>
                    <a:pt x="2141" y="8302"/>
                  </a:cubicBezTo>
                  <a:cubicBezTo>
                    <a:pt x="1919" y="8302"/>
                    <a:pt x="1691" y="8137"/>
                    <a:pt x="1524" y="7790"/>
                  </a:cubicBezTo>
                  <a:cubicBezTo>
                    <a:pt x="1263" y="7181"/>
                    <a:pt x="566" y="2938"/>
                    <a:pt x="1132" y="1436"/>
                  </a:cubicBezTo>
                  <a:cubicBezTo>
                    <a:pt x="1524" y="392"/>
                    <a:pt x="2351" y="153"/>
                    <a:pt x="2351" y="153"/>
                  </a:cubicBezTo>
                  <a:lnTo>
                    <a:pt x="2242" y="131"/>
                  </a:lnTo>
                  <a:lnTo>
                    <a:pt x="632"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7" name="Google Shape;227;g39181ba8852_1_226"/>
            <p:cNvSpPr/>
            <p:nvPr/>
          </p:nvSpPr>
          <p:spPr>
            <a:xfrm>
              <a:off x="-1027090" y="2734413"/>
              <a:ext cx="50138" cy="45853"/>
            </a:xfrm>
            <a:custGeom>
              <a:rect b="b" l="l" r="r" t="t"/>
              <a:pathLst>
                <a:path extrusionOk="0" h="578" w="632">
                  <a:moveTo>
                    <a:pt x="329" y="0"/>
                  </a:moveTo>
                  <a:cubicBezTo>
                    <a:pt x="207" y="0"/>
                    <a:pt x="79" y="23"/>
                    <a:pt x="44" y="58"/>
                  </a:cubicBezTo>
                  <a:cubicBezTo>
                    <a:pt x="0" y="145"/>
                    <a:pt x="44" y="471"/>
                    <a:pt x="66" y="536"/>
                  </a:cubicBezTo>
                  <a:cubicBezTo>
                    <a:pt x="90" y="560"/>
                    <a:pt x="179" y="578"/>
                    <a:pt x="265" y="578"/>
                  </a:cubicBezTo>
                  <a:cubicBezTo>
                    <a:pt x="337" y="578"/>
                    <a:pt x="406" y="566"/>
                    <a:pt x="436" y="536"/>
                  </a:cubicBezTo>
                  <a:cubicBezTo>
                    <a:pt x="501" y="471"/>
                    <a:pt x="631" y="167"/>
                    <a:pt x="566" y="58"/>
                  </a:cubicBezTo>
                  <a:cubicBezTo>
                    <a:pt x="536" y="17"/>
                    <a:pt x="435" y="0"/>
                    <a:pt x="3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8" name="Google Shape;228;g39181ba8852_1_226"/>
            <p:cNvSpPr/>
            <p:nvPr/>
          </p:nvSpPr>
          <p:spPr>
            <a:xfrm>
              <a:off x="-1087540" y="2776934"/>
              <a:ext cx="98531" cy="274482"/>
            </a:xfrm>
            <a:custGeom>
              <a:rect b="b" l="l" r="r" t="t"/>
              <a:pathLst>
                <a:path extrusionOk="0" h="3460" w="1242">
                  <a:moveTo>
                    <a:pt x="828" y="0"/>
                  </a:moveTo>
                  <a:lnTo>
                    <a:pt x="1" y="2350"/>
                  </a:lnTo>
                  <a:lnTo>
                    <a:pt x="501" y="3460"/>
                  </a:lnTo>
                  <a:lnTo>
                    <a:pt x="1241" y="2481"/>
                  </a:lnTo>
                  <a:lnTo>
                    <a:pt x="1198"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29" name="Google Shape;229;g39181ba8852_1_226"/>
            <p:cNvSpPr/>
            <p:nvPr/>
          </p:nvSpPr>
          <p:spPr>
            <a:xfrm>
              <a:off x="-845901" y="2739887"/>
              <a:ext cx="171041" cy="541269"/>
            </a:xfrm>
            <a:custGeom>
              <a:rect b="b" l="l" r="r" t="t"/>
              <a:pathLst>
                <a:path extrusionOk="0" h="6823" w="2156">
                  <a:moveTo>
                    <a:pt x="1243" y="0"/>
                  </a:moveTo>
                  <a:cubicBezTo>
                    <a:pt x="225" y="0"/>
                    <a:pt x="67" y="1509"/>
                    <a:pt x="88" y="3296"/>
                  </a:cubicBezTo>
                  <a:cubicBezTo>
                    <a:pt x="110" y="5668"/>
                    <a:pt x="1" y="6799"/>
                    <a:pt x="893" y="6821"/>
                  </a:cubicBezTo>
                  <a:cubicBezTo>
                    <a:pt x="914" y="6822"/>
                    <a:pt x="935" y="6822"/>
                    <a:pt x="955" y="6822"/>
                  </a:cubicBezTo>
                  <a:cubicBezTo>
                    <a:pt x="1858" y="6822"/>
                    <a:pt x="1554" y="5848"/>
                    <a:pt x="1937" y="3165"/>
                  </a:cubicBezTo>
                  <a:cubicBezTo>
                    <a:pt x="2155" y="1599"/>
                    <a:pt x="1937" y="76"/>
                    <a:pt x="1393" y="11"/>
                  </a:cubicBezTo>
                  <a:cubicBezTo>
                    <a:pt x="1341" y="4"/>
                    <a:pt x="1291" y="0"/>
                    <a:pt x="124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0" name="Google Shape;230;g39181ba8852_1_226"/>
            <p:cNvSpPr/>
            <p:nvPr/>
          </p:nvSpPr>
          <p:spPr>
            <a:xfrm>
              <a:off x="-1217006" y="2835638"/>
              <a:ext cx="333276" cy="440202"/>
            </a:xfrm>
            <a:custGeom>
              <a:rect b="b" l="l" r="r" t="t"/>
              <a:pathLst>
                <a:path extrusionOk="0" h="5549" w="4201">
                  <a:moveTo>
                    <a:pt x="4113" y="0"/>
                  </a:moveTo>
                  <a:lnTo>
                    <a:pt x="1" y="65"/>
                  </a:lnTo>
                  <a:lnTo>
                    <a:pt x="88" y="5549"/>
                  </a:lnTo>
                  <a:lnTo>
                    <a:pt x="4200" y="5483"/>
                  </a:lnTo>
                  <a:lnTo>
                    <a:pt x="4113"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1" name="Google Shape;231;g39181ba8852_1_226"/>
            <p:cNvSpPr/>
            <p:nvPr/>
          </p:nvSpPr>
          <p:spPr>
            <a:xfrm>
              <a:off x="-1217006" y="2840794"/>
              <a:ext cx="333276" cy="435046"/>
            </a:xfrm>
            <a:custGeom>
              <a:rect b="b" l="l" r="r" t="t"/>
              <a:pathLst>
                <a:path extrusionOk="0" h="5484" w="4201">
                  <a:moveTo>
                    <a:pt x="1" y="0"/>
                  </a:moveTo>
                  <a:lnTo>
                    <a:pt x="88" y="5484"/>
                  </a:lnTo>
                  <a:lnTo>
                    <a:pt x="4200" y="5418"/>
                  </a:lnTo>
                  <a:lnTo>
                    <a:pt x="4179" y="3917"/>
                  </a:lnTo>
                  <a:cubicBezTo>
                    <a:pt x="4179" y="3917"/>
                    <a:pt x="2351" y="3656"/>
                    <a:pt x="1633" y="2786"/>
                  </a:cubicBezTo>
                  <a:cubicBezTo>
                    <a:pt x="915" y="1915"/>
                    <a:pt x="675" y="22"/>
                    <a:pt x="675"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2" name="Google Shape;232;g39181ba8852_1_226"/>
            <p:cNvSpPr/>
            <p:nvPr/>
          </p:nvSpPr>
          <p:spPr>
            <a:xfrm>
              <a:off x="-1410254" y="3090286"/>
              <a:ext cx="485118" cy="145253"/>
            </a:xfrm>
            <a:custGeom>
              <a:rect b="b" l="l" r="r" t="t"/>
              <a:pathLst>
                <a:path extrusionOk="0" h="1831" w="6115">
                  <a:moveTo>
                    <a:pt x="4965" y="0"/>
                  </a:moveTo>
                  <a:cubicBezTo>
                    <a:pt x="4233" y="0"/>
                    <a:pt x="3221" y="116"/>
                    <a:pt x="2306" y="141"/>
                  </a:cubicBezTo>
                  <a:cubicBezTo>
                    <a:pt x="696" y="184"/>
                    <a:pt x="0" y="446"/>
                    <a:pt x="218" y="1359"/>
                  </a:cubicBezTo>
                  <a:cubicBezTo>
                    <a:pt x="288" y="1640"/>
                    <a:pt x="630" y="1831"/>
                    <a:pt x="1215" y="1831"/>
                  </a:cubicBezTo>
                  <a:cubicBezTo>
                    <a:pt x="1537" y="1831"/>
                    <a:pt x="1931" y="1773"/>
                    <a:pt x="2393" y="1642"/>
                  </a:cubicBezTo>
                  <a:cubicBezTo>
                    <a:pt x="3917" y="1229"/>
                    <a:pt x="6114" y="663"/>
                    <a:pt x="5984" y="293"/>
                  </a:cubicBezTo>
                  <a:cubicBezTo>
                    <a:pt x="5918" y="68"/>
                    <a:pt x="5523" y="0"/>
                    <a:pt x="4965"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3" name="Google Shape;233;g39181ba8852_1_226"/>
            <p:cNvSpPr/>
            <p:nvPr/>
          </p:nvSpPr>
          <p:spPr>
            <a:xfrm>
              <a:off x="-937368" y="3125588"/>
              <a:ext cx="63942" cy="22530"/>
            </a:xfrm>
            <a:custGeom>
              <a:rect b="b" l="l" r="r" t="t"/>
              <a:pathLst>
                <a:path extrusionOk="0" h="284" w="806">
                  <a:moveTo>
                    <a:pt x="131" y="1"/>
                  </a:moveTo>
                  <a:cubicBezTo>
                    <a:pt x="44" y="1"/>
                    <a:pt x="1" y="66"/>
                    <a:pt x="1" y="131"/>
                  </a:cubicBezTo>
                  <a:cubicBezTo>
                    <a:pt x="1" y="218"/>
                    <a:pt x="44" y="262"/>
                    <a:pt x="110" y="262"/>
                  </a:cubicBezTo>
                  <a:lnTo>
                    <a:pt x="675" y="283"/>
                  </a:lnTo>
                  <a:cubicBezTo>
                    <a:pt x="741" y="283"/>
                    <a:pt x="806" y="218"/>
                    <a:pt x="806" y="153"/>
                  </a:cubicBezTo>
                  <a:cubicBezTo>
                    <a:pt x="806" y="88"/>
                    <a:pt x="741" y="22"/>
                    <a:pt x="675" y="22"/>
                  </a:cubicBezTo>
                  <a:lnTo>
                    <a:pt x="13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4" name="Google Shape;234;g39181ba8852_1_226"/>
            <p:cNvSpPr/>
            <p:nvPr/>
          </p:nvSpPr>
          <p:spPr>
            <a:xfrm>
              <a:off x="-935623" y="3106628"/>
              <a:ext cx="63942" cy="22530"/>
            </a:xfrm>
            <a:custGeom>
              <a:rect b="b" l="l" r="r" t="t"/>
              <a:pathLst>
                <a:path extrusionOk="0" h="284" w="806">
                  <a:moveTo>
                    <a:pt x="131" y="0"/>
                  </a:moveTo>
                  <a:cubicBezTo>
                    <a:pt x="66" y="0"/>
                    <a:pt x="1" y="66"/>
                    <a:pt x="1" y="131"/>
                  </a:cubicBezTo>
                  <a:cubicBezTo>
                    <a:pt x="1" y="218"/>
                    <a:pt x="44" y="261"/>
                    <a:pt x="131" y="261"/>
                  </a:cubicBezTo>
                  <a:lnTo>
                    <a:pt x="675" y="283"/>
                  </a:lnTo>
                  <a:cubicBezTo>
                    <a:pt x="740" y="283"/>
                    <a:pt x="806" y="218"/>
                    <a:pt x="806" y="153"/>
                  </a:cubicBezTo>
                  <a:cubicBezTo>
                    <a:pt x="806" y="87"/>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5" name="Google Shape;235;g39181ba8852_1_226"/>
            <p:cNvSpPr/>
            <p:nvPr/>
          </p:nvSpPr>
          <p:spPr>
            <a:xfrm>
              <a:off x="-935623" y="3089334"/>
              <a:ext cx="63942" cy="20784"/>
            </a:xfrm>
            <a:custGeom>
              <a:rect b="b" l="l" r="r" t="t"/>
              <a:pathLst>
                <a:path extrusionOk="0" h="262" w="806">
                  <a:moveTo>
                    <a:pt x="131" y="1"/>
                  </a:moveTo>
                  <a:cubicBezTo>
                    <a:pt x="66" y="1"/>
                    <a:pt x="1" y="44"/>
                    <a:pt x="1" y="131"/>
                  </a:cubicBezTo>
                  <a:cubicBezTo>
                    <a:pt x="1" y="196"/>
                    <a:pt x="66" y="240"/>
                    <a:pt x="131" y="240"/>
                  </a:cubicBezTo>
                  <a:lnTo>
                    <a:pt x="675" y="262"/>
                  </a:lnTo>
                  <a:cubicBezTo>
                    <a:pt x="762" y="262"/>
                    <a:pt x="806" y="196"/>
                    <a:pt x="806" y="131"/>
                  </a:cubicBezTo>
                  <a:cubicBezTo>
                    <a:pt x="806" y="66"/>
                    <a:pt x="762" y="1"/>
                    <a:pt x="697"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6" name="Google Shape;236;g39181ba8852_1_226"/>
            <p:cNvSpPr/>
            <p:nvPr/>
          </p:nvSpPr>
          <p:spPr>
            <a:xfrm>
              <a:off x="-935623" y="3070374"/>
              <a:ext cx="63942" cy="20784"/>
            </a:xfrm>
            <a:custGeom>
              <a:rect b="b" l="l" r="r" t="t"/>
              <a:pathLst>
                <a:path extrusionOk="0" h="262" w="806">
                  <a:moveTo>
                    <a:pt x="131" y="0"/>
                  </a:moveTo>
                  <a:cubicBezTo>
                    <a:pt x="66" y="0"/>
                    <a:pt x="1" y="66"/>
                    <a:pt x="1" y="131"/>
                  </a:cubicBezTo>
                  <a:cubicBezTo>
                    <a:pt x="1" y="196"/>
                    <a:pt x="66" y="261"/>
                    <a:pt x="131" y="261"/>
                  </a:cubicBezTo>
                  <a:lnTo>
                    <a:pt x="675" y="261"/>
                  </a:lnTo>
                  <a:cubicBezTo>
                    <a:pt x="740" y="261"/>
                    <a:pt x="806" y="218"/>
                    <a:pt x="806" y="153"/>
                  </a:cubicBezTo>
                  <a:cubicBezTo>
                    <a:pt x="806" y="66"/>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7" name="Google Shape;237;g39181ba8852_1_226"/>
            <p:cNvSpPr/>
            <p:nvPr/>
          </p:nvSpPr>
          <p:spPr>
            <a:xfrm>
              <a:off x="-1025345" y="3063235"/>
              <a:ext cx="148510" cy="93689"/>
            </a:xfrm>
            <a:custGeom>
              <a:rect b="b" l="l" r="r" t="t"/>
              <a:pathLst>
                <a:path extrusionOk="0" h="1181" w="1872">
                  <a:moveTo>
                    <a:pt x="1050" y="1"/>
                  </a:moveTo>
                  <a:cubicBezTo>
                    <a:pt x="1031" y="1"/>
                    <a:pt x="1014" y="2"/>
                    <a:pt x="1001" y="3"/>
                  </a:cubicBezTo>
                  <a:cubicBezTo>
                    <a:pt x="827" y="25"/>
                    <a:pt x="0" y="373"/>
                    <a:pt x="0" y="373"/>
                  </a:cubicBezTo>
                  <a:lnTo>
                    <a:pt x="370" y="1091"/>
                  </a:lnTo>
                  <a:cubicBezTo>
                    <a:pt x="370" y="1091"/>
                    <a:pt x="631" y="1156"/>
                    <a:pt x="914" y="1178"/>
                  </a:cubicBezTo>
                  <a:cubicBezTo>
                    <a:pt x="936" y="1180"/>
                    <a:pt x="959" y="1181"/>
                    <a:pt x="984" y="1181"/>
                  </a:cubicBezTo>
                  <a:cubicBezTo>
                    <a:pt x="1284" y="1181"/>
                    <a:pt x="1784" y="1069"/>
                    <a:pt x="1784" y="1069"/>
                  </a:cubicBezTo>
                  <a:cubicBezTo>
                    <a:pt x="1784" y="1069"/>
                    <a:pt x="1697" y="656"/>
                    <a:pt x="1675" y="504"/>
                  </a:cubicBezTo>
                  <a:cubicBezTo>
                    <a:pt x="1654" y="351"/>
                    <a:pt x="1871" y="112"/>
                    <a:pt x="1871" y="112"/>
                  </a:cubicBezTo>
                  <a:cubicBezTo>
                    <a:pt x="1871" y="112"/>
                    <a:pt x="1278" y="1"/>
                    <a:pt x="1050"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8" name="Google Shape;238;g39181ba8852_1_226"/>
            <p:cNvSpPr/>
            <p:nvPr/>
          </p:nvSpPr>
          <p:spPr>
            <a:xfrm>
              <a:off x="-1172106" y="3066249"/>
              <a:ext cx="461001" cy="219347"/>
            </a:xfrm>
            <a:custGeom>
              <a:rect b="b" l="l" r="r" t="t"/>
              <a:pathLst>
                <a:path extrusionOk="0" h="2765" w="5811">
                  <a:moveTo>
                    <a:pt x="433" y="0"/>
                  </a:moveTo>
                  <a:cubicBezTo>
                    <a:pt x="246" y="0"/>
                    <a:pt x="129" y="35"/>
                    <a:pt x="109" y="118"/>
                  </a:cubicBezTo>
                  <a:cubicBezTo>
                    <a:pt x="1" y="640"/>
                    <a:pt x="1741" y="1293"/>
                    <a:pt x="3090" y="2054"/>
                  </a:cubicBezTo>
                  <a:cubicBezTo>
                    <a:pt x="3857" y="2487"/>
                    <a:pt x="4518" y="2765"/>
                    <a:pt x="4990" y="2765"/>
                  </a:cubicBezTo>
                  <a:cubicBezTo>
                    <a:pt x="5348" y="2765"/>
                    <a:pt x="5598" y="2604"/>
                    <a:pt x="5701" y="2228"/>
                  </a:cubicBezTo>
                  <a:cubicBezTo>
                    <a:pt x="5810" y="1815"/>
                    <a:pt x="4983" y="1075"/>
                    <a:pt x="3721" y="749"/>
                  </a:cubicBezTo>
                  <a:cubicBezTo>
                    <a:pt x="2588" y="427"/>
                    <a:pt x="1086" y="0"/>
                    <a:pt x="433"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39" name="Google Shape;239;g39181ba8852_1_226"/>
            <p:cNvSpPr/>
            <p:nvPr/>
          </p:nvSpPr>
          <p:spPr>
            <a:xfrm>
              <a:off x="-1234221" y="3018572"/>
              <a:ext cx="146765" cy="107095"/>
            </a:xfrm>
            <a:custGeom>
              <a:rect b="b" l="l" r="r" t="t"/>
              <a:pathLst>
                <a:path extrusionOk="0" h="1350" w="1850">
                  <a:moveTo>
                    <a:pt x="174" y="1"/>
                  </a:moveTo>
                  <a:cubicBezTo>
                    <a:pt x="174" y="1"/>
                    <a:pt x="327" y="283"/>
                    <a:pt x="261" y="436"/>
                  </a:cubicBezTo>
                  <a:cubicBezTo>
                    <a:pt x="196" y="566"/>
                    <a:pt x="0" y="936"/>
                    <a:pt x="0" y="936"/>
                  </a:cubicBezTo>
                  <a:cubicBezTo>
                    <a:pt x="0" y="936"/>
                    <a:pt x="501" y="1154"/>
                    <a:pt x="762" y="1241"/>
                  </a:cubicBezTo>
                  <a:cubicBezTo>
                    <a:pt x="1197" y="1350"/>
                    <a:pt x="1436" y="1350"/>
                    <a:pt x="1436" y="1350"/>
                  </a:cubicBezTo>
                  <a:lnTo>
                    <a:pt x="1850" y="675"/>
                  </a:lnTo>
                  <a:cubicBezTo>
                    <a:pt x="1850" y="675"/>
                    <a:pt x="1197" y="196"/>
                    <a:pt x="1045" y="131"/>
                  </a:cubicBezTo>
                  <a:cubicBezTo>
                    <a:pt x="871" y="66"/>
                    <a:pt x="175" y="1"/>
                    <a:pt x="17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40" name="Google Shape;240;g39181ba8852_1_226"/>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241" name="Google Shape;241;g39181ba8852_1_226"/>
          <p:cNvSpPr txBox="1"/>
          <p:nvPr>
            <p:ph idx="1" type="subTitle"/>
          </p:nvPr>
        </p:nvSpPr>
        <p:spPr>
          <a:xfrm>
            <a:off x="960000" y="2178615"/>
            <a:ext cx="2648100" cy="14736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242" name="Google Shape;242;g39181ba8852_1_226"/>
          <p:cNvSpPr txBox="1"/>
          <p:nvPr>
            <p:ph idx="2" type="subTitle"/>
          </p:nvPr>
        </p:nvSpPr>
        <p:spPr>
          <a:xfrm>
            <a:off x="4772000" y="2178615"/>
            <a:ext cx="2648100" cy="14736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243" name="Google Shape;243;g39181ba8852_1_226"/>
          <p:cNvSpPr txBox="1"/>
          <p:nvPr>
            <p:ph idx="3" type="subTitle"/>
          </p:nvPr>
        </p:nvSpPr>
        <p:spPr>
          <a:xfrm>
            <a:off x="960000" y="4485667"/>
            <a:ext cx="2648100" cy="14736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244" name="Google Shape;244;g39181ba8852_1_226"/>
          <p:cNvSpPr txBox="1"/>
          <p:nvPr>
            <p:ph idx="4" type="subTitle"/>
          </p:nvPr>
        </p:nvSpPr>
        <p:spPr>
          <a:xfrm>
            <a:off x="4772000" y="4485667"/>
            <a:ext cx="2648100" cy="14736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245" name="Google Shape;245;g39181ba8852_1_226"/>
          <p:cNvSpPr txBox="1"/>
          <p:nvPr>
            <p:ph idx="5" type="subTitle"/>
          </p:nvPr>
        </p:nvSpPr>
        <p:spPr>
          <a:xfrm>
            <a:off x="8583996" y="2178615"/>
            <a:ext cx="2648100" cy="14736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246" name="Google Shape;246;g39181ba8852_1_226"/>
          <p:cNvSpPr txBox="1"/>
          <p:nvPr>
            <p:ph idx="6" type="subTitle"/>
          </p:nvPr>
        </p:nvSpPr>
        <p:spPr>
          <a:xfrm>
            <a:off x="8583996" y="4485667"/>
            <a:ext cx="2648100" cy="1473600"/>
          </a:xfrm>
          <a:prstGeom prst="rect">
            <a:avLst/>
          </a:prstGeom>
        </p:spPr>
        <p:txBody>
          <a:bodyPr anchorCtr="0" anchor="t" bIns="121900" lIns="121900" spcFirstLastPara="1" rIns="121900" wrap="square" tIns="121900">
            <a:noAutofit/>
          </a:bodyPr>
          <a:lstStyle>
            <a:lvl1pPr lvl="0" rtl="0">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247" name="Google Shape;247;g39181ba8852_1_226"/>
          <p:cNvSpPr txBox="1"/>
          <p:nvPr>
            <p:ph idx="7" type="subTitle"/>
          </p:nvPr>
        </p:nvSpPr>
        <p:spPr>
          <a:xfrm>
            <a:off x="965200" y="1781683"/>
            <a:ext cx="26376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248" name="Google Shape;248;g39181ba8852_1_226"/>
          <p:cNvSpPr txBox="1"/>
          <p:nvPr>
            <p:ph idx="8" type="subTitle"/>
          </p:nvPr>
        </p:nvSpPr>
        <p:spPr>
          <a:xfrm>
            <a:off x="4777200" y="1781683"/>
            <a:ext cx="26376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249" name="Google Shape;249;g39181ba8852_1_226"/>
          <p:cNvSpPr txBox="1"/>
          <p:nvPr>
            <p:ph idx="9" type="subTitle"/>
          </p:nvPr>
        </p:nvSpPr>
        <p:spPr>
          <a:xfrm>
            <a:off x="8589196" y="1781683"/>
            <a:ext cx="26376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250" name="Google Shape;250;g39181ba8852_1_226"/>
          <p:cNvSpPr txBox="1"/>
          <p:nvPr>
            <p:ph idx="13" type="subTitle"/>
          </p:nvPr>
        </p:nvSpPr>
        <p:spPr>
          <a:xfrm>
            <a:off x="965200" y="4084467"/>
            <a:ext cx="26376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251" name="Google Shape;251;g39181ba8852_1_226"/>
          <p:cNvSpPr txBox="1"/>
          <p:nvPr>
            <p:ph idx="14" type="subTitle"/>
          </p:nvPr>
        </p:nvSpPr>
        <p:spPr>
          <a:xfrm>
            <a:off x="4777200" y="4084467"/>
            <a:ext cx="26376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252" name="Google Shape;252;g39181ba8852_1_226"/>
          <p:cNvSpPr txBox="1"/>
          <p:nvPr>
            <p:ph idx="15" type="subTitle"/>
          </p:nvPr>
        </p:nvSpPr>
        <p:spPr>
          <a:xfrm>
            <a:off x="8589196" y="4084467"/>
            <a:ext cx="2637600" cy="502800"/>
          </a:xfrm>
          <a:prstGeom prst="rect">
            <a:avLst/>
          </a:prstGeom>
        </p:spPr>
        <p:txBody>
          <a:bodyPr anchorCtr="0" anchor="b" bIns="121900" lIns="121900" spcFirstLastPara="1" rIns="121900" wrap="square" tIns="121900">
            <a:noAutofit/>
          </a:bodyPr>
          <a:lstStyle>
            <a:lvl1pPr lvl="0" rt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rtl="0"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rtl="0"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rtl="0"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rtl="0"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rtl="0"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rtl="0"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rtl="0"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rtl="0"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253" name="Shape 253"/>
        <p:cNvGrpSpPr/>
        <p:nvPr/>
      </p:nvGrpSpPr>
      <p:grpSpPr>
        <a:xfrm>
          <a:off x="0" y="0"/>
          <a:ext cx="0" cy="0"/>
          <a:chOff x="0" y="0"/>
          <a:chExt cx="0" cy="0"/>
        </a:xfrm>
      </p:grpSpPr>
      <p:sp>
        <p:nvSpPr>
          <p:cNvPr id="254" name="Google Shape;254;g39181ba8852_1_299"/>
          <p:cNvSpPr txBox="1"/>
          <p:nvPr>
            <p:ph hasCustomPrompt="1" type="title"/>
          </p:nvPr>
        </p:nvSpPr>
        <p:spPr>
          <a:xfrm>
            <a:off x="6584217" y="2073350"/>
            <a:ext cx="4656900" cy="1025100"/>
          </a:xfrm>
          <a:prstGeom prst="rect">
            <a:avLst/>
          </a:prstGeom>
          <a:noFill/>
        </p:spPr>
        <p:txBody>
          <a:bodyPr anchorCtr="0" anchor="ctr" bIns="121900" lIns="121900" spcFirstLastPara="1" rIns="121900" wrap="square" tIns="121900">
            <a:noAutofit/>
          </a:bodyPr>
          <a:lstStyle>
            <a:lvl1pPr lvl="0" rtl="0" algn="r">
              <a:spcBef>
                <a:spcPts val="0"/>
              </a:spcBef>
              <a:spcAft>
                <a:spcPts val="0"/>
              </a:spcAft>
              <a:buClr>
                <a:schemeClr val="lt1"/>
              </a:buClr>
              <a:buSzPts val="8000"/>
              <a:buNone/>
              <a:defRPr sz="6000">
                <a:solidFill>
                  <a:schemeClr val="accent1"/>
                </a:solidFill>
              </a:defRPr>
            </a:lvl1pPr>
            <a:lvl2pPr lvl="1" rtl="0" algn="ctr">
              <a:spcBef>
                <a:spcPts val="0"/>
              </a:spcBef>
              <a:spcAft>
                <a:spcPts val="0"/>
              </a:spcAft>
              <a:buClr>
                <a:schemeClr val="lt1"/>
              </a:buClr>
              <a:buSzPts val="8000"/>
              <a:buNone/>
              <a:defRPr sz="8000">
                <a:solidFill>
                  <a:schemeClr val="lt1"/>
                </a:solidFill>
              </a:defRPr>
            </a:lvl2pPr>
            <a:lvl3pPr lvl="2" rtl="0" algn="ctr">
              <a:spcBef>
                <a:spcPts val="0"/>
              </a:spcBef>
              <a:spcAft>
                <a:spcPts val="0"/>
              </a:spcAft>
              <a:buClr>
                <a:schemeClr val="lt1"/>
              </a:buClr>
              <a:buSzPts val="8000"/>
              <a:buNone/>
              <a:defRPr sz="8000">
                <a:solidFill>
                  <a:schemeClr val="lt1"/>
                </a:solidFill>
              </a:defRPr>
            </a:lvl3pPr>
            <a:lvl4pPr lvl="3" rtl="0" algn="ctr">
              <a:spcBef>
                <a:spcPts val="0"/>
              </a:spcBef>
              <a:spcAft>
                <a:spcPts val="0"/>
              </a:spcAft>
              <a:buClr>
                <a:schemeClr val="lt1"/>
              </a:buClr>
              <a:buSzPts val="8000"/>
              <a:buNone/>
              <a:defRPr sz="8000">
                <a:solidFill>
                  <a:schemeClr val="lt1"/>
                </a:solidFill>
              </a:defRPr>
            </a:lvl4pPr>
            <a:lvl5pPr lvl="4" rtl="0" algn="ctr">
              <a:spcBef>
                <a:spcPts val="0"/>
              </a:spcBef>
              <a:spcAft>
                <a:spcPts val="0"/>
              </a:spcAft>
              <a:buClr>
                <a:schemeClr val="lt1"/>
              </a:buClr>
              <a:buSzPts val="8000"/>
              <a:buNone/>
              <a:defRPr sz="8000">
                <a:solidFill>
                  <a:schemeClr val="lt1"/>
                </a:solidFill>
              </a:defRPr>
            </a:lvl5pPr>
            <a:lvl6pPr lvl="5" rtl="0" algn="ctr">
              <a:spcBef>
                <a:spcPts val="0"/>
              </a:spcBef>
              <a:spcAft>
                <a:spcPts val="0"/>
              </a:spcAft>
              <a:buClr>
                <a:schemeClr val="lt1"/>
              </a:buClr>
              <a:buSzPts val="8000"/>
              <a:buNone/>
              <a:defRPr sz="8000">
                <a:solidFill>
                  <a:schemeClr val="lt1"/>
                </a:solidFill>
              </a:defRPr>
            </a:lvl6pPr>
            <a:lvl7pPr lvl="6" rtl="0" algn="ctr">
              <a:spcBef>
                <a:spcPts val="0"/>
              </a:spcBef>
              <a:spcAft>
                <a:spcPts val="0"/>
              </a:spcAft>
              <a:buClr>
                <a:schemeClr val="lt1"/>
              </a:buClr>
              <a:buSzPts val="8000"/>
              <a:buNone/>
              <a:defRPr sz="8000">
                <a:solidFill>
                  <a:schemeClr val="lt1"/>
                </a:solidFill>
              </a:defRPr>
            </a:lvl7pPr>
            <a:lvl8pPr lvl="7" rtl="0" algn="ctr">
              <a:spcBef>
                <a:spcPts val="0"/>
              </a:spcBef>
              <a:spcAft>
                <a:spcPts val="0"/>
              </a:spcAft>
              <a:buClr>
                <a:schemeClr val="lt1"/>
              </a:buClr>
              <a:buSzPts val="8000"/>
              <a:buNone/>
              <a:defRPr sz="8000">
                <a:solidFill>
                  <a:schemeClr val="lt1"/>
                </a:solidFill>
              </a:defRPr>
            </a:lvl8pPr>
            <a:lvl9pPr lvl="8" rtl="0" algn="ctr">
              <a:spcBef>
                <a:spcPts val="0"/>
              </a:spcBef>
              <a:spcAft>
                <a:spcPts val="0"/>
              </a:spcAft>
              <a:buClr>
                <a:schemeClr val="lt1"/>
              </a:buClr>
              <a:buSzPts val="8000"/>
              <a:buNone/>
              <a:defRPr sz="8000">
                <a:solidFill>
                  <a:schemeClr val="lt1"/>
                </a:solidFill>
              </a:defRPr>
            </a:lvl9pPr>
          </a:lstStyle>
          <a:p>
            <a:r>
              <a:t>xx%</a:t>
            </a:r>
          </a:p>
        </p:txBody>
      </p:sp>
      <p:sp>
        <p:nvSpPr>
          <p:cNvPr id="255" name="Google Shape;255;g39181ba8852_1_299"/>
          <p:cNvSpPr txBox="1"/>
          <p:nvPr>
            <p:ph idx="1" type="subTitle"/>
          </p:nvPr>
        </p:nvSpPr>
        <p:spPr>
          <a:xfrm>
            <a:off x="6584233" y="2895349"/>
            <a:ext cx="4656900" cy="541200"/>
          </a:xfrm>
          <a:prstGeom prst="rect">
            <a:avLst/>
          </a:prstGeom>
        </p:spPr>
        <p:txBody>
          <a:bodyPr anchorCtr="0" anchor="ctr" bIns="121900" lIns="121900" spcFirstLastPara="1" rIns="121900" wrap="square" tIns="121900">
            <a:noAutofit/>
          </a:bodyPr>
          <a:lstStyle>
            <a:lvl1pPr lvl="0" rtl="0" algn="r">
              <a:lnSpc>
                <a:spcPct val="100000"/>
              </a:lnSpc>
              <a:spcBef>
                <a:spcPts val="0"/>
              </a:spcBef>
              <a:spcAft>
                <a:spcPts val="0"/>
              </a:spcAft>
              <a:buClr>
                <a:schemeClr val="dk1"/>
              </a:buClr>
              <a:buSzPts val="1600"/>
              <a:buFont typeface="PT Sans"/>
              <a:buNone/>
              <a:defRPr>
                <a:solidFill>
                  <a:schemeClr val="dk1"/>
                </a:solidFill>
              </a:defRPr>
            </a:lvl1pPr>
            <a:lvl2pPr lvl="1" rtl="0" algn="ctr">
              <a:lnSpc>
                <a:spcPct val="100000"/>
              </a:lnSpc>
              <a:spcBef>
                <a:spcPts val="0"/>
              </a:spcBef>
              <a:spcAft>
                <a:spcPts val="0"/>
              </a:spcAft>
              <a:buClr>
                <a:schemeClr val="dk1"/>
              </a:buClr>
              <a:buSzPts val="1600"/>
              <a:buNone/>
              <a:defRPr>
                <a:solidFill>
                  <a:schemeClr val="dk1"/>
                </a:solidFill>
              </a:defRPr>
            </a:lvl2pPr>
            <a:lvl3pPr lvl="2" rtl="0" algn="ctr">
              <a:lnSpc>
                <a:spcPct val="100000"/>
              </a:lnSpc>
              <a:spcBef>
                <a:spcPts val="0"/>
              </a:spcBef>
              <a:spcAft>
                <a:spcPts val="0"/>
              </a:spcAft>
              <a:buClr>
                <a:schemeClr val="dk1"/>
              </a:buClr>
              <a:buSzPts val="1600"/>
              <a:buNone/>
              <a:defRPr>
                <a:solidFill>
                  <a:schemeClr val="dk1"/>
                </a:solidFill>
              </a:defRPr>
            </a:lvl3pPr>
            <a:lvl4pPr lvl="3"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9pPr>
          </a:lstStyle>
          <a:p/>
        </p:txBody>
      </p:sp>
      <p:sp>
        <p:nvSpPr>
          <p:cNvPr id="256" name="Google Shape;256;g39181ba8852_1_299"/>
          <p:cNvSpPr txBox="1"/>
          <p:nvPr>
            <p:ph hasCustomPrompt="1" idx="2" type="title"/>
          </p:nvPr>
        </p:nvSpPr>
        <p:spPr>
          <a:xfrm>
            <a:off x="6584233" y="575852"/>
            <a:ext cx="4656900" cy="1025100"/>
          </a:xfrm>
          <a:prstGeom prst="rect">
            <a:avLst/>
          </a:prstGeom>
          <a:noFill/>
        </p:spPr>
        <p:txBody>
          <a:bodyPr anchorCtr="0" anchor="ctr" bIns="121900" lIns="121900" spcFirstLastPara="1" rIns="121900" wrap="square" tIns="121900">
            <a:noAutofit/>
          </a:bodyPr>
          <a:lstStyle>
            <a:lvl1pPr lvl="0" rtl="0" algn="r">
              <a:spcBef>
                <a:spcPts val="0"/>
              </a:spcBef>
              <a:spcAft>
                <a:spcPts val="0"/>
              </a:spcAft>
              <a:buClr>
                <a:schemeClr val="lt1"/>
              </a:buClr>
              <a:buSzPts val="8000"/>
              <a:buNone/>
              <a:defRPr sz="6000"/>
            </a:lvl1pPr>
            <a:lvl2pPr lvl="1" rtl="0" algn="ctr">
              <a:spcBef>
                <a:spcPts val="0"/>
              </a:spcBef>
              <a:spcAft>
                <a:spcPts val="0"/>
              </a:spcAft>
              <a:buClr>
                <a:schemeClr val="lt1"/>
              </a:buClr>
              <a:buSzPts val="8000"/>
              <a:buNone/>
              <a:defRPr sz="8000">
                <a:solidFill>
                  <a:schemeClr val="lt1"/>
                </a:solidFill>
              </a:defRPr>
            </a:lvl2pPr>
            <a:lvl3pPr lvl="2" rtl="0" algn="ctr">
              <a:spcBef>
                <a:spcPts val="0"/>
              </a:spcBef>
              <a:spcAft>
                <a:spcPts val="0"/>
              </a:spcAft>
              <a:buClr>
                <a:schemeClr val="lt1"/>
              </a:buClr>
              <a:buSzPts val="8000"/>
              <a:buNone/>
              <a:defRPr sz="8000">
                <a:solidFill>
                  <a:schemeClr val="lt1"/>
                </a:solidFill>
              </a:defRPr>
            </a:lvl3pPr>
            <a:lvl4pPr lvl="3" rtl="0" algn="ctr">
              <a:spcBef>
                <a:spcPts val="0"/>
              </a:spcBef>
              <a:spcAft>
                <a:spcPts val="0"/>
              </a:spcAft>
              <a:buClr>
                <a:schemeClr val="lt1"/>
              </a:buClr>
              <a:buSzPts val="8000"/>
              <a:buNone/>
              <a:defRPr sz="8000">
                <a:solidFill>
                  <a:schemeClr val="lt1"/>
                </a:solidFill>
              </a:defRPr>
            </a:lvl4pPr>
            <a:lvl5pPr lvl="4" rtl="0" algn="ctr">
              <a:spcBef>
                <a:spcPts val="0"/>
              </a:spcBef>
              <a:spcAft>
                <a:spcPts val="0"/>
              </a:spcAft>
              <a:buClr>
                <a:schemeClr val="lt1"/>
              </a:buClr>
              <a:buSzPts val="8000"/>
              <a:buNone/>
              <a:defRPr sz="8000">
                <a:solidFill>
                  <a:schemeClr val="lt1"/>
                </a:solidFill>
              </a:defRPr>
            </a:lvl5pPr>
            <a:lvl6pPr lvl="5" rtl="0" algn="ctr">
              <a:spcBef>
                <a:spcPts val="0"/>
              </a:spcBef>
              <a:spcAft>
                <a:spcPts val="0"/>
              </a:spcAft>
              <a:buClr>
                <a:schemeClr val="lt1"/>
              </a:buClr>
              <a:buSzPts val="8000"/>
              <a:buNone/>
              <a:defRPr sz="8000">
                <a:solidFill>
                  <a:schemeClr val="lt1"/>
                </a:solidFill>
              </a:defRPr>
            </a:lvl6pPr>
            <a:lvl7pPr lvl="6" rtl="0" algn="ctr">
              <a:spcBef>
                <a:spcPts val="0"/>
              </a:spcBef>
              <a:spcAft>
                <a:spcPts val="0"/>
              </a:spcAft>
              <a:buClr>
                <a:schemeClr val="lt1"/>
              </a:buClr>
              <a:buSzPts val="8000"/>
              <a:buNone/>
              <a:defRPr sz="8000">
                <a:solidFill>
                  <a:schemeClr val="lt1"/>
                </a:solidFill>
              </a:defRPr>
            </a:lvl7pPr>
            <a:lvl8pPr lvl="7" rtl="0" algn="ctr">
              <a:spcBef>
                <a:spcPts val="0"/>
              </a:spcBef>
              <a:spcAft>
                <a:spcPts val="0"/>
              </a:spcAft>
              <a:buClr>
                <a:schemeClr val="lt1"/>
              </a:buClr>
              <a:buSzPts val="8000"/>
              <a:buNone/>
              <a:defRPr sz="8000">
                <a:solidFill>
                  <a:schemeClr val="lt1"/>
                </a:solidFill>
              </a:defRPr>
            </a:lvl8pPr>
            <a:lvl9pPr lvl="8" rtl="0" algn="ctr">
              <a:spcBef>
                <a:spcPts val="0"/>
              </a:spcBef>
              <a:spcAft>
                <a:spcPts val="0"/>
              </a:spcAft>
              <a:buClr>
                <a:schemeClr val="lt1"/>
              </a:buClr>
              <a:buSzPts val="8000"/>
              <a:buNone/>
              <a:defRPr sz="8000">
                <a:solidFill>
                  <a:schemeClr val="lt1"/>
                </a:solidFill>
              </a:defRPr>
            </a:lvl9pPr>
          </a:lstStyle>
          <a:p>
            <a:r>
              <a:t>xx%</a:t>
            </a:r>
          </a:p>
        </p:txBody>
      </p:sp>
      <p:sp>
        <p:nvSpPr>
          <p:cNvPr id="257" name="Google Shape;257;g39181ba8852_1_299"/>
          <p:cNvSpPr txBox="1"/>
          <p:nvPr>
            <p:ph idx="3" type="subTitle"/>
          </p:nvPr>
        </p:nvSpPr>
        <p:spPr>
          <a:xfrm>
            <a:off x="6584233" y="1405901"/>
            <a:ext cx="4656900" cy="541200"/>
          </a:xfrm>
          <a:prstGeom prst="rect">
            <a:avLst/>
          </a:prstGeom>
        </p:spPr>
        <p:txBody>
          <a:bodyPr anchorCtr="0" anchor="ctr" bIns="121900" lIns="121900" spcFirstLastPara="1" rIns="121900" wrap="square" tIns="121900">
            <a:noAutofit/>
          </a:bodyPr>
          <a:lstStyle>
            <a:lvl1pPr lvl="0" rtl="0" algn="r">
              <a:lnSpc>
                <a:spcPct val="100000"/>
              </a:lnSpc>
              <a:spcBef>
                <a:spcPts val="0"/>
              </a:spcBef>
              <a:spcAft>
                <a:spcPts val="0"/>
              </a:spcAft>
              <a:buClr>
                <a:schemeClr val="dk1"/>
              </a:buClr>
              <a:buSzPts val="1600"/>
              <a:buFont typeface="PT Sans"/>
              <a:buNone/>
              <a:defRPr>
                <a:solidFill>
                  <a:schemeClr val="dk1"/>
                </a:solidFill>
              </a:defRPr>
            </a:lvl1pPr>
            <a:lvl2pPr lvl="1" rtl="0" algn="ctr">
              <a:lnSpc>
                <a:spcPct val="100000"/>
              </a:lnSpc>
              <a:spcBef>
                <a:spcPts val="0"/>
              </a:spcBef>
              <a:spcAft>
                <a:spcPts val="0"/>
              </a:spcAft>
              <a:buClr>
                <a:schemeClr val="dk1"/>
              </a:buClr>
              <a:buSzPts val="1600"/>
              <a:buNone/>
              <a:defRPr>
                <a:solidFill>
                  <a:schemeClr val="dk1"/>
                </a:solidFill>
              </a:defRPr>
            </a:lvl2pPr>
            <a:lvl3pPr lvl="2" rtl="0" algn="ctr">
              <a:lnSpc>
                <a:spcPct val="100000"/>
              </a:lnSpc>
              <a:spcBef>
                <a:spcPts val="0"/>
              </a:spcBef>
              <a:spcAft>
                <a:spcPts val="0"/>
              </a:spcAft>
              <a:buClr>
                <a:schemeClr val="dk1"/>
              </a:buClr>
              <a:buSzPts val="1600"/>
              <a:buNone/>
              <a:defRPr>
                <a:solidFill>
                  <a:schemeClr val="dk1"/>
                </a:solidFill>
              </a:defRPr>
            </a:lvl3pPr>
            <a:lvl4pPr lvl="3"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9pPr>
          </a:lstStyle>
          <a:p/>
        </p:txBody>
      </p:sp>
      <p:sp>
        <p:nvSpPr>
          <p:cNvPr id="258" name="Google Shape;258;g39181ba8852_1_299"/>
          <p:cNvSpPr txBox="1"/>
          <p:nvPr>
            <p:ph hasCustomPrompt="1" idx="4" type="title"/>
          </p:nvPr>
        </p:nvSpPr>
        <p:spPr>
          <a:xfrm>
            <a:off x="6584217" y="3562800"/>
            <a:ext cx="4656900" cy="1025100"/>
          </a:xfrm>
          <a:prstGeom prst="rect">
            <a:avLst/>
          </a:prstGeom>
          <a:noFill/>
        </p:spPr>
        <p:txBody>
          <a:bodyPr anchorCtr="0" anchor="ctr" bIns="121900" lIns="121900" spcFirstLastPara="1" rIns="121900" wrap="square" tIns="121900">
            <a:noAutofit/>
          </a:bodyPr>
          <a:lstStyle>
            <a:lvl1pPr lvl="0" rtl="0" algn="r">
              <a:spcBef>
                <a:spcPts val="0"/>
              </a:spcBef>
              <a:spcAft>
                <a:spcPts val="0"/>
              </a:spcAft>
              <a:buClr>
                <a:schemeClr val="lt1"/>
              </a:buClr>
              <a:buSzPts val="8000"/>
              <a:buNone/>
              <a:defRPr sz="6000"/>
            </a:lvl1pPr>
            <a:lvl2pPr lvl="1" rtl="0" algn="ctr">
              <a:spcBef>
                <a:spcPts val="0"/>
              </a:spcBef>
              <a:spcAft>
                <a:spcPts val="0"/>
              </a:spcAft>
              <a:buClr>
                <a:schemeClr val="lt1"/>
              </a:buClr>
              <a:buSzPts val="8000"/>
              <a:buNone/>
              <a:defRPr sz="8000">
                <a:solidFill>
                  <a:schemeClr val="lt1"/>
                </a:solidFill>
              </a:defRPr>
            </a:lvl2pPr>
            <a:lvl3pPr lvl="2" rtl="0" algn="ctr">
              <a:spcBef>
                <a:spcPts val="0"/>
              </a:spcBef>
              <a:spcAft>
                <a:spcPts val="0"/>
              </a:spcAft>
              <a:buClr>
                <a:schemeClr val="lt1"/>
              </a:buClr>
              <a:buSzPts val="8000"/>
              <a:buNone/>
              <a:defRPr sz="8000">
                <a:solidFill>
                  <a:schemeClr val="lt1"/>
                </a:solidFill>
              </a:defRPr>
            </a:lvl3pPr>
            <a:lvl4pPr lvl="3" rtl="0" algn="ctr">
              <a:spcBef>
                <a:spcPts val="0"/>
              </a:spcBef>
              <a:spcAft>
                <a:spcPts val="0"/>
              </a:spcAft>
              <a:buClr>
                <a:schemeClr val="lt1"/>
              </a:buClr>
              <a:buSzPts val="8000"/>
              <a:buNone/>
              <a:defRPr sz="8000">
                <a:solidFill>
                  <a:schemeClr val="lt1"/>
                </a:solidFill>
              </a:defRPr>
            </a:lvl4pPr>
            <a:lvl5pPr lvl="4" rtl="0" algn="ctr">
              <a:spcBef>
                <a:spcPts val="0"/>
              </a:spcBef>
              <a:spcAft>
                <a:spcPts val="0"/>
              </a:spcAft>
              <a:buClr>
                <a:schemeClr val="lt1"/>
              </a:buClr>
              <a:buSzPts val="8000"/>
              <a:buNone/>
              <a:defRPr sz="8000">
                <a:solidFill>
                  <a:schemeClr val="lt1"/>
                </a:solidFill>
              </a:defRPr>
            </a:lvl5pPr>
            <a:lvl6pPr lvl="5" rtl="0" algn="ctr">
              <a:spcBef>
                <a:spcPts val="0"/>
              </a:spcBef>
              <a:spcAft>
                <a:spcPts val="0"/>
              </a:spcAft>
              <a:buClr>
                <a:schemeClr val="lt1"/>
              </a:buClr>
              <a:buSzPts val="8000"/>
              <a:buNone/>
              <a:defRPr sz="8000">
                <a:solidFill>
                  <a:schemeClr val="lt1"/>
                </a:solidFill>
              </a:defRPr>
            </a:lvl6pPr>
            <a:lvl7pPr lvl="6" rtl="0" algn="ctr">
              <a:spcBef>
                <a:spcPts val="0"/>
              </a:spcBef>
              <a:spcAft>
                <a:spcPts val="0"/>
              </a:spcAft>
              <a:buClr>
                <a:schemeClr val="lt1"/>
              </a:buClr>
              <a:buSzPts val="8000"/>
              <a:buNone/>
              <a:defRPr sz="8000">
                <a:solidFill>
                  <a:schemeClr val="lt1"/>
                </a:solidFill>
              </a:defRPr>
            </a:lvl7pPr>
            <a:lvl8pPr lvl="7" rtl="0" algn="ctr">
              <a:spcBef>
                <a:spcPts val="0"/>
              </a:spcBef>
              <a:spcAft>
                <a:spcPts val="0"/>
              </a:spcAft>
              <a:buClr>
                <a:schemeClr val="lt1"/>
              </a:buClr>
              <a:buSzPts val="8000"/>
              <a:buNone/>
              <a:defRPr sz="8000">
                <a:solidFill>
                  <a:schemeClr val="lt1"/>
                </a:solidFill>
              </a:defRPr>
            </a:lvl8pPr>
            <a:lvl9pPr lvl="8" rtl="0" algn="ctr">
              <a:spcBef>
                <a:spcPts val="0"/>
              </a:spcBef>
              <a:spcAft>
                <a:spcPts val="0"/>
              </a:spcAft>
              <a:buClr>
                <a:schemeClr val="lt1"/>
              </a:buClr>
              <a:buSzPts val="8000"/>
              <a:buNone/>
              <a:defRPr sz="8000">
                <a:solidFill>
                  <a:schemeClr val="lt1"/>
                </a:solidFill>
              </a:defRPr>
            </a:lvl9pPr>
          </a:lstStyle>
          <a:p>
            <a:r>
              <a:t>xx%</a:t>
            </a:r>
          </a:p>
        </p:txBody>
      </p:sp>
      <p:sp>
        <p:nvSpPr>
          <p:cNvPr id="259" name="Google Shape;259;g39181ba8852_1_299"/>
          <p:cNvSpPr txBox="1"/>
          <p:nvPr>
            <p:ph idx="5" type="subTitle"/>
          </p:nvPr>
        </p:nvSpPr>
        <p:spPr>
          <a:xfrm>
            <a:off x="6584233" y="4384799"/>
            <a:ext cx="4656900" cy="541200"/>
          </a:xfrm>
          <a:prstGeom prst="rect">
            <a:avLst/>
          </a:prstGeom>
        </p:spPr>
        <p:txBody>
          <a:bodyPr anchorCtr="0" anchor="ctr" bIns="121900" lIns="121900" spcFirstLastPara="1" rIns="121900" wrap="square" tIns="121900">
            <a:noAutofit/>
          </a:bodyPr>
          <a:lstStyle>
            <a:lvl1pPr lvl="0" rtl="0" algn="r">
              <a:lnSpc>
                <a:spcPct val="100000"/>
              </a:lnSpc>
              <a:spcBef>
                <a:spcPts val="0"/>
              </a:spcBef>
              <a:spcAft>
                <a:spcPts val="0"/>
              </a:spcAft>
              <a:buClr>
                <a:schemeClr val="dk1"/>
              </a:buClr>
              <a:buSzPts val="1600"/>
              <a:buFont typeface="PT Sans"/>
              <a:buNone/>
              <a:defRPr>
                <a:solidFill>
                  <a:schemeClr val="dk1"/>
                </a:solidFill>
              </a:defRPr>
            </a:lvl1pPr>
            <a:lvl2pPr lvl="1" rtl="0" algn="ctr">
              <a:lnSpc>
                <a:spcPct val="100000"/>
              </a:lnSpc>
              <a:spcBef>
                <a:spcPts val="0"/>
              </a:spcBef>
              <a:spcAft>
                <a:spcPts val="0"/>
              </a:spcAft>
              <a:buClr>
                <a:schemeClr val="dk1"/>
              </a:buClr>
              <a:buSzPts val="1600"/>
              <a:buNone/>
              <a:defRPr>
                <a:solidFill>
                  <a:schemeClr val="dk1"/>
                </a:solidFill>
              </a:defRPr>
            </a:lvl2pPr>
            <a:lvl3pPr lvl="2" rtl="0" algn="ctr">
              <a:lnSpc>
                <a:spcPct val="100000"/>
              </a:lnSpc>
              <a:spcBef>
                <a:spcPts val="0"/>
              </a:spcBef>
              <a:spcAft>
                <a:spcPts val="0"/>
              </a:spcAft>
              <a:buClr>
                <a:schemeClr val="dk1"/>
              </a:buClr>
              <a:buSzPts val="1600"/>
              <a:buNone/>
              <a:defRPr>
                <a:solidFill>
                  <a:schemeClr val="dk1"/>
                </a:solidFill>
              </a:defRPr>
            </a:lvl3pPr>
            <a:lvl4pPr lvl="3"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9pPr>
          </a:lstStyle>
          <a:p/>
        </p:txBody>
      </p:sp>
      <p:sp>
        <p:nvSpPr>
          <p:cNvPr id="260" name="Google Shape;260;g39181ba8852_1_299"/>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261" name="Shape 261"/>
        <p:cNvGrpSpPr/>
        <p:nvPr/>
      </p:nvGrpSpPr>
      <p:grpSpPr>
        <a:xfrm>
          <a:off x="0" y="0"/>
          <a:ext cx="0" cy="0"/>
          <a:chOff x="0" y="0"/>
          <a:chExt cx="0" cy="0"/>
        </a:xfrm>
      </p:grpSpPr>
      <p:sp>
        <p:nvSpPr>
          <p:cNvPr id="262" name="Google Shape;262;g39181ba8852_1_307"/>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3" name="Google Shape;263;g39181ba8852_1_307"/>
          <p:cNvSpPr/>
          <p:nvPr/>
        </p:nvSpPr>
        <p:spPr>
          <a:xfrm>
            <a:off x="108678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4" name="Google Shape;264;g39181ba8852_1_307"/>
          <p:cNvSpPr/>
          <p:nvPr/>
        </p:nvSpPr>
        <p:spPr>
          <a:xfrm>
            <a:off x="-7709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5" name="Google Shape;265;g39181ba8852_1_307"/>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rtl="0">
              <a:spcBef>
                <a:spcPts val="0"/>
              </a:spcBef>
              <a:spcAft>
                <a:spcPts val="0"/>
              </a:spcAft>
              <a:buSzPts val="4700"/>
              <a:buNone/>
              <a:defRPr/>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grpSp>
        <p:nvGrpSpPr>
          <p:cNvPr id="266" name="Google Shape;266;g39181ba8852_1_307"/>
          <p:cNvGrpSpPr/>
          <p:nvPr/>
        </p:nvGrpSpPr>
        <p:grpSpPr>
          <a:xfrm flipH="1">
            <a:off x="-492051" y="2993332"/>
            <a:ext cx="1364594" cy="3818366"/>
            <a:chOff x="6573550" y="2555450"/>
            <a:chExt cx="251325" cy="703250"/>
          </a:xfrm>
        </p:grpSpPr>
        <p:sp>
          <p:nvSpPr>
            <p:cNvPr id="267" name="Google Shape;267;g39181ba8852_1_307"/>
            <p:cNvSpPr/>
            <p:nvPr/>
          </p:nvSpPr>
          <p:spPr>
            <a:xfrm>
              <a:off x="6675275" y="2555450"/>
              <a:ext cx="42450" cy="81025"/>
            </a:xfrm>
            <a:custGeom>
              <a:rect b="b" l="l" r="r" t="t"/>
              <a:pathLst>
                <a:path extrusionOk="0" h="3241" w="1698">
                  <a:moveTo>
                    <a:pt x="621" y="0"/>
                  </a:moveTo>
                  <a:cubicBezTo>
                    <a:pt x="168" y="0"/>
                    <a:pt x="0" y="604"/>
                    <a:pt x="0" y="604"/>
                  </a:cubicBezTo>
                  <a:lnTo>
                    <a:pt x="239" y="1605"/>
                  </a:lnTo>
                  <a:cubicBezTo>
                    <a:pt x="239" y="1605"/>
                    <a:pt x="522" y="1997"/>
                    <a:pt x="544" y="2606"/>
                  </a:cubicBezTo>
                  <a:cubicBezTo>
                    <a:pt x="544" y="3145"/>
                    <a:pt x="987" y="3241"/>
                    <a:pt x="1224" y="3241"/>
                  </a:cubicBezTo>
                  <a:cubicBezTo>
                    <a:pt x="1255" y="3241"/>
                    <a:pt x="1283" y="3239"/>
                    <a:pt x="1306" y="3237"/>
                  </a:cubicBezTo>
                  <a:cubicBezTo>
                    <a:pt x="1472" y="3216"/>
                    <a:pt x="1519" y="2996"/>
                    <a:pt x="1447" y="2996"/>
                  </a:cubicBezTo>
                  <a:cubicBezTo>
                    <a:pt x="1444" y="2996"/>
                    <a:pt x="1440" y="2997"/>
                    <a:pt x="1436" y="2998"/>
                  </a:cubicBezTo>
                  <a:cubicBezTo>
                    <a:pt x="1349" y="2998"/>
                    <a:pt x="1393" y="1757"/>
                    <a:pt x="1545" y="1409"/>
                  </a:cubicBezTo>
                  <a:cubicBezTo>
                    <a:pt x="1697" y="1083"/>
                    <a:pt x="1436" y="256"/>
                    <a:pt x="827" y="38"/>
                  </a:cubicBezTo>
                  <a:cubicBezTo>
                    <a:pt x="753" y="12"/>
                    <a:pt x="684" y="0"/>
                    <a:pt x="62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8" name="Google Shape;268;g39181ba8852_1_307"/>
            <p:cNvSpPr/>
            <p:nvPr/>
          </p:nvSpPr>
          <p:spPr>
            <a:xfrm>
              <a:off x="6626300" y="3184550"/>
              <a:ext cx="63125" cy="61550"/>
            </a:xfrm>
            <a:custGeom>
              <a:rect b="b" l="l" r="r" t="t"/>
              <a:pathLst>
                <a:path extrusionOk="0" h="2462" w="2525">
                  <a:moveTo>
                    <a:pt x="2166" y="1"/>
                  </a:moveTo>
                  <a:cubicBezTo>
                    <a:pt x="2070" y="1"/>
                    <a:pt x="1350" y="266"/>
                    <a:pt x="1350" y="266"/>
                  </a:cubicBezTo>
                  <a:cubicBezTo>
                    <a:pt x="1350" y="266"/>
                    <a:pt x="1285" y="745"/>
                    <a:pt x="523" y="1833"/>
                  </a:cubicBezTo>
                  <a:cubicBezTo>
                    <a:pt x="523" y="1833"/>
                    <a:pt x="1" y="2268"/>
                    <a:pt x="23" y="2377"/>
                  </a:cubicBezTo>
                  <a:cubicBezTo>
                    <a:pt x="46" y="2434"/>
                    <a:pt x="208" y="2461"/>
                    <a:pt x="388" y="2461"/>
                  </a:cubicBezTo>
                  <a:cubicBezTo>
                    <a:pt x="550" y="2461"/>
                    <a:pt x="725" y="2439"/>
                    <a:pt x="828" y="2398"/>
                  </a:cubicBezTo>
                  <a:cubicBezTo>
                    <a:pt x="1067" y="2333"/>
                    <a:pt x="1437" y="1702"/>
                    <a:pt x="1698" y="1506"/>
                  </a:cubicBezTo>
                  <a:cubicBezTo>
                    <a:pt x="1959" y="1310"/>
                    <a:pt x="2220" y="1376"/>
                    <a:pt x="2438" y="1158"/>
                  </a:cubicBezTo>
                  <a:cubicBezTo>
                    <a:pt x="2525" y="1071"/>
                    <a:pt x="2525" y="767"/>
                    <a:pt x="2416" y="614"/>
                  </a:cubicBezTo>
                  <a:cubicBezTo>
                    <a:pt x="2351" y="462"/>
                    <a:pt x="2220" y="310"/>
                    <a:pt x="2177" y="5"/>
                  </a:cubicBezTo>
                  <a:cubicBezTo>
                    <a:pt x="2177" y="2"/>
                    <a:pt x="2173" y="1"/>
                    <a:pt x="2166" y="1"/>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sz="1900"/>
            </a:p>
          </p:txBody>
        </p:sp>
        <p:sp>
          <p:nvSpPr>
            <p:cNvPr id="269" name="Google Shape;269;g39181ba8852_1_307"/>
            <p:cNvSpPr/>
            <p:nvPr/>
          </p:nvSpPr>
          <p:spPr>
            <a:xfrm>
              <a:off x="6623050" y="3193900"/>
              <a:ext cx="67475" cy="55000"/>
            </a:xfrm>
            <a:custGeom>
              <a:rect b="b" l="l" r="r" t="t"/>
              <a:pathLst>
                <a:path extrusionOk="0" h="2200" w="2699">
                  <a:moveTo>
                    <a:pt x="2416" y="1"/>
                  </a:moveTo>
                  <a:cubicBezTo>
                    <a:pt x="2416" y="1"/>
                    <a:pt x="2416" y="218"/>
                    <a:pt x="2263" y="436"/>
                  </a:cubicBezTo>
                  <a:cubicBezTo>
                    <a:pt x="2133" y="632"/>
                    <a:pt x="1415" y="1306"/>
                    <a:pt x="871" y="1633"/>
                  </a:cubicBezTo>
                  <a:cubicBezTo>
                    <a:pt x="831" y="1646"/>
                    <a:pt x="727" y="1667"/>
                    <a:pt x="642" y="1667"/>
                  </a:cubicBezTo>
                  <a:cubicBezTo>
                    <a:pt x="587" y="1667"/>
                    <a:pt x="540" y="1658"/>
                    <a:pt x="523" y="1633"/>
                  </a:cubicBezTo>
                  <a:cubicBezTo>
                    <a:pt x="501" y="1611"/>
                    <a:pt x="653" y="1459"/>
                    <a:pt x="653" y="1459"/>
                  </a:cubicBezTo>
                  <a:lnTo>
                    <a:pt x="653" y="1459"/>
                  </a:lnTo>
                  <a:cubicBezTo>
                    <a:pt x="392" y="1654"/>
                    <a:pt x="0" y="2046"/>
                    <a:pt x="22" y="2133"/>
                  </a:cubicBezTo>
                  <a:cubicBezTo>
                    <a:pt x="41" y="2181"/>
                    <a:pt x="204" y="2199"/>
                    <a:pt x="400" y="2199"/>
                  </a:cubicBezTo>
                  <a:cubicBezTo>
                    <a:pt x="650" y="2199"/>
                    <a:pt x="954" y="2170"/>
                    <a:pt x="1088" y="2133"/>
                  </a:cubicBezTo>
                  <a:cubicBezTo>
                    <a:pt x="1306" y="2046"/>
                    <a:pt x="1654" y="1415"/>
                    <a:pt x="1915" y="1219"/>
                  </a:cubicBezTo>
                  <a:cubicBezTo>
                    <a:pt x="2024" y="1132"/>
                    <a:pt x="2459" y="893"/>
                    <a:pt x="2568" y="784"/>
                  </a:cubicBezTo>
                  <a:cubicBezTo>
                    <a:pt x="2590" y="741"/>
                    <a:pt x="2655" y="610"/>
                    <a:pt x="2655" y="567"/>
                  </a:cubicBezTo>
                  <a:cubicBezTo>
                    <a:pt x="2698" y="305"/>
                    <a:pt x="2481" y="1"/>
                    <a:pt x="2416"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0" name="Google Shape;270;g39181ba8852_1_307"/>
            <p:cNvSpPr/>
            <p:nvPr/>
          </p:nvSpPr>
          <p:spPr>
            <a:xfrm>
              <a:off x="6669400" y="3206975"/>
              <a:ext cx="20025" cy="32650"/>
            </a:xfrm>
            <a:custGeom>
              <a:rect b="b" l="l" r="r" t="t"/>
              <a:pathLst>
                <a:path extrusionOk="0" h="1306" w="801">
                  <a:moveTo>
                    <a:pt x="801" y="0"/>
                  </a:moveTo>
                  <a:lnTo>
                    <a:pt x="801" y="0"/>
                  </a:lnTo>
                  <a:cubicBezTo>
                    <a:pt x="801" y="0"/>
                    <a:pt x="0" y="703"/>
                    <a:pt x="45" y="703"/>
                  </a:cubicBezTo>
                  <a:cubicBezTo>
                    <a:pt x="48" y="703"/>
                    <a:pt x="53" y="701"/>
                    <a:pt x="61" y="696"/>
                  </a:cubicBezTo>
                  <a:cubicBezTo>
                    <a:pt x="126" y="653"/>
                    <a:pt x="181" y="634"/>
                    <a:pt x="227" y="634"/>
                  </a:cubicBezTo>
                  <a:cubicBezTo>
                    <a:pt x="501" y="634"/>
                    <a:pt x="453" y="1306"/>
                    <a:pt x="453" y="1306"/>
                  </a:cubicBezTo>
                  <a:lnTo>
                    <a:pt x="562" y="1306"/>
                  </a:lnTo>
                  <a:cubicBezTo>
                    <a:pt x="562" y="1306"/>
                    <a:pt x="562" y="827"/>
                    <a:pt x="627" y="588"/>
                  </a:cubicBezTo>
                  <a:cubicBezTo>
                    <a:pt x="670" y="435"/>
                    <a:pt x="801" y="0"/>
                    <a:pt x="8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1" name="Google Shape;271;g39181ba8852_1_307"/>
            <p:cNvSpPr/>
            <p:nvPr/>
          </p:nvSpPr>
          <p:spPr>
            <a:xfrm>
              <a:off x="6645900" y="3010325"/>
              <a:ext cx="53325" cy="185500"/>
            </a:xfrm>
            <a:custGeom>
              <a:rect b="b" l="l" r="r" t="t"/>
              <a:pathLst>
                <a:path extrusionOk="0" h="7420" w="2133">
                  <a:moveTo>
                    <a:pt x="435" y="0"/>
                  </a:moveTo>
                  <a:cubicBezTo>
                    <a:pt x="191" y="0"/>
                    <a:pt x="0" y="118"/>
                    <a:pt x="0" y="447"/>
                  </a:cubicBezTo>
                  <a:cubicBezTo>
                    <a:pt x="0" y="577"/>
                    <a:pt x="174" y="2057"/>
                    <a:pt x="240" y="2383"/>
                  </a:cubicBezTo>
                  <a:cubicBezTo>
                    <a:pt x="283" y="2709"/>
                    <a:pt x="631" y="5995"/>
                    <a:pt x="566" y="7235"/>
                  </a:cubicBezTo>
                  <a:cubicBezTo>
                    <a:pt x="566" y="7318"/>
                    <a:pt x="912" y="7419"/>
                    <a:pt x="1150" y="7419"/>
                  </a:cubicBezTo>
                  <a:cubicBezTo>
                    <a:pt x="1286" y="7419"/>
                    <a:pt x="1387" y="7387"/>
                    <a:pt x="1371" y="7300"/>
                  </a:cubicBezTo>
                  <a:cubicBezTo>
                    <a:pt x="1349" y="7083"/>
                    <a:pt x="2067" y="3863"/>
                    <a:pt x="2111" y="3232"/>
                  </a:cubicBezTo>
                  <a:cubicBezTo>
                    <a:pt x="2133" y="2622"/>
                    <a:pt x="2002" y="1034"/>
                    <a:pt x="1371" y="403"/>
                  </a:cubicBezTo>
                  <a:cubicBezTo>
                    <a:pt x="1173" y="205"/>
                    <a:pt x="757" y="0"/>
                    <a:pt x="435"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2" name="Google Shape;272;g39181ba8852_1_307"/>
            <p:cNvSpPr/>
            <p:nvPr/>
          </p:nvSpPr>
          <p:spPr>
            <a:xfrm>
              <a:off x="6756325" y="3216200"/>
              <a:ext cx="28850" cy="42500"/>
            </a:xfrm>
            <a:custGeom>
              <a:rect b="b" l="l" r="r" t="t"/>
              <a:pathLst>
                <a:path extrusionOk="0" h="1700" w="1154">
                  <a:moveTo>
                    <a:pt x="827" y="1"/>
                  </a:moveTo>
                  <a:lnTo>
                    <a:pt x="0" y="262"/>
                  </a:lnTo>
                  <a:cubicBezTo>
                    <a:pt x="0" y="262"/>
                    <a:pt x="0" y="958"/>
                    <a:pt x="283" y="1306"/>
                  </a:cubicBezTo>
                  <a:cubicBezTo>
                    <a:pt x="325" y="1349"/>
                    <a:pt x="696" y="1699"/>
                    <a:pt x="877" y="1699"/>
                  </a:cubicBezTo>
                  <a:cubicBezTo>
                    <a:pt x="882" y="1699"/>
                    <a:pt x="887" y="1699"/>
                    <a:pt x="892" y="1698"/>
                  </a:cubicBezTo>
                  <a:cubicBezTo>
                    <a:pt x="1045" y="1676"/>
                    <a:pt x="1153" y="1198"/>
                    <a:pt x="1153" y="980"/>
                  </a:cubicBezTo>
                  <a:cubicBezTo>
                    <a:pt x="1153" y="762"/>
                    <a:pt x="827" y="1"/>
                    <a:pt x="82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3" name="Google Shape;273;g39181ba8852_1_307"/>
            <p:cNvSpPr/>
            <p:nvPr/>
          </p:nvSpPr>
          <p:spPr>
            <a:xfrm>
              <a:off x="6755775" y="3205325"/>
              <a:ext cx="25050" cy="39750"/>
            </a:xfrm>
            <a:custGeom>
              <a:rect b="b" l="l" r="r" t="t"/>
              <a:pathLst>
                <a:path extrusionOk="0" h="1590" w="1002">
                  <a:moveTo>
                    <a:pt x="675" y="1"/>
                  </a:moveTo>
                  <a:lnTo>
                    <a:pt x="44" y="66"/>
                  </a:lnTo>
                  <a:cubicBezTo>
                    <a:pt x="44" y="66"/>
                    <a:pt x="22" y="349"/>
                    <a:pt x="0" y="610"/>
                  </a:cubicBezTo>
                  <a:cubicBezTo>
                    <a:pt x="0" y="867"/>
                    <a:pt x="339" y="1590"/>
                    <a:pt x="765" y="1590"/>
                  </a:cubicBezTo>
                  <a:cubicBezTo>
                    <a:pt x="771" y="1590"/>
                    <a:pt x="777" y="1589"/>
                    <a:pt x="784" y="1589"/>
                  </a:cubicBezTo>
                  <a:cubicBezTo>
                    <a:pt x="936" y="1589"/>
                    <a:pt x="1001" y="1154"/>
                    <a:pt x="1001" y="1045"/>
                  </a:cubicBezTo>
                  <a:cubicBezTo>
                    <a:pt x="936" y="567"/>
                    <a:pt x="675" y="1"/>
                    <a:pt x="67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4" name="Google Shape;274;g39181ba8852_1_307"/>
            <p:cNvSpPr/>
            <p:nvPr/>
          </p:nvSpPr>
          <p:spPr>
            <a:xfrm>
              <a:off x="6714975" y="3017925"/>
              <a:ext cx="61500" cy="206475"/>
            </a:xfrm>
            <a:custGeom>
              <a:rect b="b" l="l" r="r" t="t"/>
              <a:pathLst>
                <a:path extrusionOk="0" h="8259" w="2460">
                  <a:moveTo>
                    <a:pt x="833" y="1"/>
                  </a:moveTo>
                  <a:cubicBezTo>
                    <a:pt x="796" y="1"/>
                    <a:pt x="757" y="4"/>
                    <a:pt x="719" y="12"/>
                  </a:cubicBezTo>
                  <a:cubicBezTo>
                    <a:pt x="153" y="121"/>
                    <a:pt x="1" y="512"/>
                    <a:pt x="283" y="2166"/>
                  </a:cubicBezTo>
                  <a:cubicBezTo>
                    <a:pt x="501" y="3428"/>
                    <a:pt x="1284" y="6257"/>
                    <a:pt x="1654" y="7562"/>
                  </a:cubicBezTo>
                  <a:cubicBezTo>
                    <a:pt x="1763" y="7975"/>
                    <a:pt x="1719" y="8258"/>
                    <a:pt x="1763" y="8258"/>
                  </a:cubicBezTo>
                  <a:cubicBezTo>
                    <a:pt x="1937" y="8258"/>
                    <a:pt x="2416" y="8237"/>
                    <a:pt x="2459" y="7867"/>
                  </a:cubicBezTo>
                  <a:cubicBezTo>
                    <a:pt x="2459" y="7801"/>
                    <a:pt x="2285" y="7519"/>
                    <a:pt x="2285" y="7301"/>
                  </a:cubicBezTo>
                  <a:cubicBezTo>
                    <a:pt x="2285" y="5995"/>
                    <a:pt x="2263" y="2732"/>
                    <a:pt x="2198" y="2275"/>
                  </a:cubicBezTo>
                  <a:cubicBezTo>
                    <a:pt x="2115" y="1755"/>
                    <a:pt x="1654" y="1"/>
                    <a:pt x="83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5" name="Google Shape;275;g39181ba8852_1_307"/>
            <p:cNvSpPr/>
            <p:nvPr/>
          </p:nvSpPr>
          <p:spPr>
            <a:xfrm>
              <a:off x="6573550" y="2666625"/>
              <a:ext cx="84325" cy="124650"/>
            </a:xfrm>
            <a:custGeom>
              <a:rect b="b" l="l" r="r" t="t"/>
              <a:pathLst>
                <a:path extrusionOk="0" h="4986" w="3373">
                  <a:moveTo>
                    <a:pt x="2597" y="0"/>
                  </a:moveTo>
                  <a:cubicBezTo>
                    <a:pt x="2222" y="0"/>
                    <a:pt x="1635" y="960"/>
                    <a:pt x="1284" y="2097"/>
                  </a:cubicBezTo>
                  <a:cubicBezTo>
                    <a:pt x="631" y="4142"/>
                    <a:pt x="0" y="4490"/>
                    <a:pt x="697" y="4860"/>
                  </a:cubicBezTo>
                  <a:cubicBezTo>
                    <a:pt x="850" y="4945"/>
                    <a:pt x="978" y="4985"/>
                    <a:pt x="1087" y="4985"/>
                  </a:cubicBezTo>
                  <a:cubicBezTo>
                    <a:pt x="1598" y="4985"/>
                    <a:pt x="1727" y="4107"/>
                    <a:pt x="2372" y="2728"/>
                  </a:cubicBezTo>
                  <a:cubicBezTo>
                    <a:pt x="3003" y="1423"/>
                    <a:pt x="3373" y="248"/>
                    <a:pt x="2655" y="8"/>
                  </a:cubicBezTo>
                  <a:cubicBezTo>
                    <a:pt x="2636" y="3"/>
                    <a:pt x="2617" y="0"/>
                    <a:pt x="259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6" name="Google Shape;276;g39181ba8852_1_307"/>
            <p:cNvSpPr/>
            <p:nvPr/>
          </p:nvSpPr>
          <p:spPr>
            <a:xfrm>
              <a:off x="6614350" y="2663000"/>
              <a:ext cx="141450" cy="193150"/>
            </a:xfrm>
            <a:custGeom>
              <a:rect b="b" l="l" r="r" t="t"/>
              <a:pathLst>
                <a:path extrusionOk="0" h="7726" w="5658">
                  <a:moveTo>
                    <a:pt x="2916" y="1"/>
                  </a:moveTo>
                  <a:cubicBezTo>
                    <a:pt x="2916" y="1"/>
                    <a:pt x="1509" y="155"/>
                    <a:pt x="1053" y="155"/>
                  </a:cubicBezTo>
                  <a:cubicBezTo>
                    <a:pt x="1025" y="155"/>
                    <a:pt x="1000" y="155"/>
                    <a:pt x="979" y="153"/>
                  </a:cubicBezTo>
                  <a:cubicBezTo>
                    <a:pt x="849" y="153"/>
                    <a:pt x="740" y="675"/>
                    <a:pt x="675" y="828"/>
                  </a:cubicBezTo>
                  <a:cubicBezTo>
                    <a:pt x="370" y="1655"/>
                    <a:pt x="0" y="2634"/>
                    <a:pt x="784" y="3308"/>
                  </a:cubicBezTo>
                  <a:cubicBezTo>
                    <a:pt x="958" y="3461"/>
                    <a:pt x="1110" y="5223"/>
                    <a:pt x="1110" y="6050"/>
                  </a:cubicBezTo>
                  <a:cubicBezTo>
                    <a:pt x="1110" y="6376"/>
                    <a:pt x="1045" y="6920"/>
                    <a:pt x="805" y="7551"/>
                  </a:cubicBezTo>
                  <a:cubicBezTo>
                    <a:pt x="1589" y="7551"/>
                    <a:pt x="2133" y="7725"/>
                    <a:pt x="2916" y="7725"/>
                  </a:cubicBezTo>
                  <a:lnTo>
                    <a:pt x="5287" y="7725"/>
                  </a:lnTo>
                  <a:cubicBezTo>
                    <a:pt x="5026" y="7072"/>
                    <a:pt x="4765" y="6376"/>
                    <a:pt x="4722" y="6050"/>
                  </a:cubicBezTo>
                  <a:cubicBezTo>
                    <a:pt x="4243" y="3526"/>
                    <a:pt x="5657" y="1176"/>
                    <a:pt x="5440" y="697"/>
                  </a:cubicBezTo>
                  <a:cubicBezTo>
                    <a:pt x="5309" y="393"/>
                    <a:pt x="4591" y="240"/>
                    <a:pt x="4243" y="153"/>
                  </a:cubicBezTo>
                  <a:cubicBezTo>
                    <a:pt x="3917" y="45"/>
                    <a:pt x="2916" y="1"/>
                    <a:pt x="2916"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7" name="Google Shape;277;g39181ba8852_1_307"/>
            <p:cNvSpPr/>
            <p:nvPr/>
          </p:nvSpPr>
          <p:spPr>
            <a:xfrm>
              <a:off x="6656225" y="2618950"/>
              <a:ext cx="57150" cy="56600"/>
            </a:xfrm>
            <a:custGeom>
              <a:rect b="b" l="l" r="r" t="t"/>
              <a:pathLst>
                <a:path extrusionOk="0" h="2264" w="2286">
                  <a:moveTo>
                    <a:pt x="610" y="1"/>
                  </a:moveTo>
                  <a:cubicBezTo>
                    <a:pt x="610" y="1"/>
                    <a:pt x="610" y="1001"/>
                    <a:pt x="523" y="1263"/>
                  </a:cubicBezTo>
                  <a:cubicBezTo>
                    <a:pt x="414" y="1524"/>
                    <a:pt x="1" y="1850"/>
                    <a:pt x="1" y="1850"/>
                  </a:cubicBezTo>
                  <a:lnTo>
                    <a:pt x="936" y="2263"/>
                  </a:lnTo>
                  <a:lnTo>
                    <a:pt x="2285" y="1763"/>
                  </a:lnTo>
                  <a:cubicBezTo>
                    <a:pt x="2285" y="1763"/>
                    <a:pt x="2068" y="1524"/>
                    <a:pt x="1959" y="1263"/>
                  </a:cubicBezTo>
                  <a:cubicBezTo>
                    <a:pt x="1850" y="1001"/>
                    <a:pt x="1872" y="1"/>
                    <a:pt x="1872"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8" name="Google Shape;278;g39181ba8852_1_307"/>
            <p:cNvSpPr/>
            <p:nvPr/>
          </p:nvSpPr>
          <p:spPr>
            <a:xfrm>
              <a:off x="6653500" y="2618950"/>
              <a:ext cx="49525" cy="47900"/>
            </a:xfrm>
            <a:custGeom>
              <a:rect b="b" l="l" r="r" t="t"/>
              <a:pathLst>
                <a:path extrusionOk="0" h="1916" w="1981">
                  <a:moveTo>
                    <a:pt x="719" y="1"/>
                  </a:moveTo>
                  <a:cubicBezTo>
                    <a:pt x="719" y="1"/>
                    <a:pt x="719" y="1001"/>
                    <a:pt x="632" y="1263"/>
                  </a:cubicBezTo>
                  <a:cubicBezTo>
                    <a:pt x="523" y="1524"/>
                    <a:pt x="1" y="1915"/>
                    <a:pt x="1" y="1915"/>
                  </a:cubicBezTo>
                  <a:lnTo>
                    <a:pt x="1981" y="501"/>
                  </a:lnTo>
                  <a:cubicBezTo>
                    <a:pt x="1981" y="218"/>
                    <a:pt x="1981" y="1"/>
                    <a:pt x="1981"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9" name="Google Shape;279;g39181ba8852_1_307"/>
            <p:cNvSpPr/>
            <p:nvPr/>
          </p:nvSpPr>
          <p:spPr>
            <a:xfrm>
              <a:off x="6638825" y="2559100"/>
              <a:ext cx="69100" cy="86550"/>
            </a:xfrm>
            <a:custGeom>
              <a:rect b="b" l="l" r="r" t="t"/>
              <a:pathLst>
                <a:path extrusionOk="0" h="3462" w="2764">
                  <a:moveTo>
                    <a:pt x="1364" y="1"/>
                  </a:moveTo>
                  <a:cubicBezTo>
                    <a:pt x="1352" y="1"/>
                    <a:pt x="1340" y="1"/>
                    <a:pt x="1328" y="1"/>
                  </a:cubicBezTo>
                  <a:cubicBezTo>
                    <a:pt x="588" y="23"/>
                    <a:pt x="0" y="697"/>
                    <a:pt x="131" y="1677"/>
                  </a:cubicBezTo>
                  <a:cubicBezTo>
                    <a:pt x="238" y="2664"/>
                    <a:pt x="918" y="3461"/>
                    <a:pt x="1416" y="3461"/>
                  </a:cubicBezTo>
                  <a:cubicBezTo>
                    <a:pt x="1423" y="3461"/>
                    <a:pt x="1430" y="3461"/>
                    <a:pt x="1436" y="3461"/>
                  </a:cubicBezTo>
                  <a:cubicBezTo>
                    <a:pt x="1937" y="3439"/>
                    <a:pt x="2764" y="2612"/>
                    <a:pt x="2742" y="1633"/>
                  </a:cubicBezTo>
                  <a:cubicBezTo>
                    <a:pt x="2720" y="648"/>
                    <a:pt x="2109" y="1"/>
                    <a:pt x="1364"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0" name="Google Shape;280;g39181ba8852_1_307"/>
            <p:cNvSpPr/>
            <p:nvPr/>
          </p:nvSpPr>
          <p:spPr>
            <a:xfrm>
              <a:off x="6650250" y="2556750"/>
              <a:ext cx="72900" cy="61675"/>
            </a:xfrm>
            <a:custGeom>
              <a:rect b="b" l="l" r="r" t="t"/>
              <a:pathLst>
                <a:path extrusionOk="0" h="2467" w="2916">
                  <a:moveTo>
                    <a:pt x="867" y="1"/>
                  </a:moveTo>
                  <a:cubicBezTo>
                    <a:pt x="350" y="1"/>
                    <a:pt x="0" y="345"/>
                    <a:pt x="0" y="400"/>
                  </a:cubicBezTo>
                  <a:cubicBezTo>
                    <a:pt x="22" y="487"/>
                    <a:pt x="196" y="791"/>
                    <a:pt x="283" y="900"/>
                  </a:cubicBezTo>
                  <a:cubicBezTo>
                    <a:pt x="407" y="1112"/>
                    <a:pt x="630" y="1223"/>
                    <a:pt x="1023" y="1223"/>
                  </a:cubicBezTo>
                  <a:cubicBezTo>
                    <a:pt x="1115" y="1223"/>
                    <a:pt x="1216" y="1217"/>
                    <a:pt x="1328" y="1205"/>
                  </a:cubicBezTo>
                  <a:cubicBezTo>
                    <a:pt x="1344" y="1203"/>
                    <a:pt x="1361" y="1202"/>
                    <a:pt x="1377" y="1202"/>
                  </a:cubicBezTo>
                  <a:cubicBezTo>
                    <a:pt x="1790" y="1202"/>
                    <a:pt x="2134" y="1714"/>
                    <a:pt x="2176" y="1923"/>
                  </a:cubicBezTo>
                  <a:cubicBezTo>
                    <a:pt x="2198" y="2010"/>
                    <a:pt x="2176" y="2467"/>
                    <a:pt x="2176" y="2467"/>
                  </a:cubicBezTo>
                  <a:cubicBezTo>
                    <a:pt x="2176" y="2467"/>
                    <a:pt x="2916" y="1422"/>
                    <a:pt x="1893" y="465"/>
                  </a:cubicBezTo>
                  <a:cubicBezTo>
                    <a:pt x="1519" y="115"/>
                    <a:pt x="1166" y="1"/>
                    <a:pt x="86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1" name="Google Shape;281;g39181ba8852_1_307"/>
            <p:cNvSpPr/>
            <p:nvPr/>
          </p:nvSpPr>
          <p:spPr>
            <a:xfrm>
              <a:off x="6634475" y="2564200"/>
              <a:ext cx="30375" cy="34650"/>
            </a:xfrm>
            <a:custGeom>
              <a:rect b="b" l="l" r="r" t="t"/>
              <a:pathLst>
                <a:path extrusionOk="0" h="1386" w="1215">
                  <a:moveTo>
                    <a:pt x="957" y="0"/>
                  </a:moveTo>
                  <a:cubicBezTo>
                    <a:pt x="882" y="0"/>
                    <a:pt x="777" y="29"/>
                    <a:pt x="631" y="102"/>
                  </a:cubicBezTo>
                  <a:cubicBezTo>
                    <a:pt x="0" y="450"/>
                    <a:pt x="240" y="1386"/>
                    <a:pt x="240" y="1386"/>
                  </a:cubicBezTo>
                  <a:cubicBezTo>
                    <a:pt x="240" y="1386"/>
                    <a:pt x="522" y="1037"/>
                    <a:pt x="849" y="885"/>
                  </a:cubicBezTo>
                  <a:cubicBezTo>
                    <a:pt x="1175" y="755"/>
                    <a:pt x="1110" y="341"/>
                    <a:pt x="1110" y="341"/>
                  </a:cubicBezTo>
                  <a:cubicBezTo>
                    <a:pt x="1110" y="341"/>
                    <a:pt x="1215" y="0"/>
                    <a:pt x="95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2" name="Google Shape;282;g39181ba8852_1_307"/>
            <p:cNvSpPr/>
            <p:nvPr/>
          </p:nvSpPr>
          <p:spPr>
            <a:xfrm>
              <a:off x="6619250" y="2701100"/>
              <a:ext cx="115875" cy="153400"/>
            </a:xfrm>
            <a:custGeom>
              <a:rect b="b" l="l" r="r" t="t"/>
              <a:pathLst>
                <a:path extrusionOk="0" h="6136" w="4635">
                  <a:moveTo>
                    <a:pt x="239" y="0"/>
                  </a:moveTo>
                  <a:lnTo>
                    <a:pt x="239" y="0"/>
                  </a:lnTo>
                  <a:cubicBezTo>
                    <a:pt x="44" y="631"/>
                    <a:pt x="0" y="1284"/>
                    <a:pt x="588" y="1784"/>
                  </a:cubicBezTo>
                  <a:cubicBezTo>
                    <a:pt x="762" y="1937"/>
                    <a:pt x="914" y="3699"/>
                    <a:pt x="914" y="4526"/>
                  </a:cubicBezTo>
                  <a:cubicBezTo>
                    <a:pt x="914" y="4852"/>
                    <a:pt x="849" y="5396"/>
                    <a:pt x="609" y="6027"/>
                  </a:cubicBezTo>
                  <a:cubicBezTo>
                    <a:pt x="1110" y="6027"/>
                    <a:pt x="1501" y="6092"/>
                    <a:pt x="1937" y="6136"/>
                  </a:cubicBezTo>
                  <a:cubicBezTo>
                    <a:pt x="1937" y="6136"/>
                    <a:pt x="1784" y="5548"/>
                    <a:pt x="1784" y="5244"/>
                  </a:cubicBezTo>
                  <a:cubicBezTo>
                    <a:pt x="1784" y="4635"/>
                    <a:pt x="2416" y="4564"/>
                    <a:pt x="3057" y="4564"/>
                  </a:cubicBezTo>
                  <a:cubicBezTo>
                    <a:pt x="3253" y="4564"/>
                    <a:pt x="3449" y="4570"/>
                    <a:pt x="3629" y="4570"/>
                  </a:cubicBezTo>
                  <a:cubicBezTo>
                    <a:pt x="3998" y="4570"/>
                    <a:pt x="4296" y="4542"/>
                    <a:pt x="4373" y="4373"/>
                  </a:cubicBezTo>
                  <a:cubicBezTo>
                    <a:pt x="4635" y="3873"/>
                    <a:pt x="3460" y="2655"/>
                    <a:pt x="3590" y="2480"/>
                  </a:cubicBezTo>
                  <a:cubicBezTo>
                    <a:pt x="3721" y="2306"/>
                    <a:pt x="3590" y="2111"/>
                    <a:pt x="3394" y="2002"/>
                  </a:cubicBezTo>
                  <a:cubicBezTo>
                    <a:pt x="3177" y="1915"/>
                    <a:pt x="2720" y="1958"/>
                    <a:pt x="1632" y="1893"/>
                  </a:cubicBezTo>
                  <a:cubicBezTo>
                    <a:pt x="544" y="1828"/>
                    <a:pt x="392" y="1284"/>
                    <a:pt x="239" y="1044"/>
                  </a:cubicBezTo>
                  <a:cubicBezTo>
                    <a:pt x="87" y="827"/>
                    <a:pt x="239" y="44"/>
                    <a:pt x="239"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3" name="Google Shape;283;g39181ba8852_1_307"/>
            <p:cNvSpPr/>
            <p:nvPr/>
          </p:nvSpPr>
          <p:spPr>
            <a:xfrm>
              <a:off x="6664925" y="2667375"/>
              <a:ext cx="14725" cy="8175"/>
            </a:xfrm>
            <a:custGeom>
              <a:rect b="b" l="l" r="r" t="t"/>
              <a:pathLst>
                <a:path extrusionOk="0" h="327" w="589">
                  <a:moveTo>
                    <a:pt x="479" y="0"/>
                  </a:moveTo>
                  <a:lnTo>
                    <a:pt x="1" y="87"/>
                  </a:lnTo>
                  <a:lnTo>
                    <a:pt x="588" y="326"/>
                  </a:lnTo>
                  <a:lnTo>
                    <a:pt x="479"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4" name="Google Shape;284;g39181ba8852_1_307"/>
            <p:cNvSpPr/>
            <p:nvPr/>
          </p:nvSpPr>
          <p:spPr>
            <a:xfrm>
              <a:off x="6679625" y="2667375"/>
              <a:ext cx="11975" cy="8175"/>
            </a:xfrm>
            <a:custGeom>
              <a:rect b="b" l="l" r="r" t="t"/>
              <a:pathLst>
                <a:path extrusionOk="0" h="327" w="479">
                  <a:moveTo>
                    <a:pt x="131" y="0"/>
                  </a:moveTo>
                  <a:lnTo>
                    <a:pt x="0" y="326"/>
                  </a:lnTo>
                  <a:lnTo>
                    <a:pt x="479" y="174"/>
                  </a:lnTo>
                  <a:lnTo>
                    <a:pt x="131"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5" name="Google Shape;285;g39181ba8852_1_307"/>
            <p:cNvSpPr/>
            <p:nvPr/>
          </p:nvSpPr>
          <p:spPr>
            <a:xfrm>
              <a:off x="6621950" y="2851775"/>
              <a:ext cx="140375" cy="190950"/>
            </a:xfrm>
            <a:custGeom>
              <a:rect b="b" l="l" r="r" t="t"/>
              <a:pathLst>
                <a:path extrusionOk="0" h="7638" w="5615">
                  <a:moveTo>
                    <a:pt x="501" y="0"/>
                  </a:moveTo>
                  <a:cubicBezTo>
                    <a:pt x="501" y="0"/>
                    <a:pt x="153" y="588"/>
                    <a:pt x="88" y="1632"/>
                  </a:cubicBezTo>
                  <a:cubicBezTo>
                    <a:pt x="1" y="2698"/>
                    <a:pt x="762" y="7528"/>
                    <a:pt x="762" y="7528"/>
                  </a:cubicBezTo>
                  <a:lnTo>
                    <a:pt x="2851" y="7637"/>
                  </a:lnTo>
                  <a:lnTo>
                    <a:pt x="5614" y="7441"/>
                  </a:lnTo>
                  <a:cubicBezTo>
                    <a:pt x="5614" y="7441"/>
                    <a:pt x="5549" y="3003"/>
                    <a:pt x="5440" y="1697"/>
                  </a:cubicBezTo>
                  <a:cubicBezTo>
                    <a:pt x="5310" y="370"/>
                    <a:pt x="4918" y="44"/>
                    <a:pt x="4918" y="44"/>
                  </a:cubicBezTo>
                  <a:lnTo>
                    <a:pt x="2416" y="131"/>
                  </a:lnTo>
                  <a:lnTo>
                    <a:pt x="501" y="0"/>
                  </a:lnTo>
                  <a:close/>
                </a:path>
              </a:pathLst>
            </a:cu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6" name="Google Shape;286;g39181ba8852_1_307"/>
            <p:cNvSpPr/>
            <p:nvPr/>
          </p:nvSpPr>
          <p:spPr>
            <a:xfrm>
              <a:off x="6682875" y="2653225"/>
              <a:ext cx="37575" cy="28300"/>
            </a:xfrm>
            <a:custGeom>
              <a:rect b="b" l="l" r="r" t="t"/>
              <a:pathLst>
                <a:path extrusionOk="0" h="1132" w="1503">
                  <a:moveTo>
                    <a:pt x="1110" y="0"/>
                  </a:moveTo>
                  <a:lnTo>
                    <a:pt x="1" y="566"/>
                  </a:lnTo>
                  <a:lnTo>
                    <a:pt x="371" y="1132"/>
                  </a:lnTo>
                  <a:lnTo>
                    <a:pt x="1502" y="544"/>
                  </a:lnTo>
                  <a:lnTo>
                    <a:pt x="1110"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7" name="Google Shape;287;g39181ba8852_1_307"/>
            <p:cNvSpPr/>
            <p:nvPr/>
          </p:nvSpPr>
          <p:spPr>
            <a:xfrm>
              <a:off x="6649700" y="2655400"/>
              <a:ext cx="27225" cy="25050"/>
            </a:xfrm>
            <a:custGeom>
              <a:rect b="b" l="l" r="r" t="t"/>
              <a:pathLst>
                <a:path extrusionOk="0" h="1002" w="1089">
                  <a:moveTo>
                    <a:pt x="501" y="0"/>
                  </a:moveTo>
                  <a:lnTo>
                    <a:pt x="1" y="457"/>
                  </a:lnTo>
                  <a:lnTo>
                    <a:pt x="653" y="1001"/>
                  </a:lnTo>
                  <a:lnTo>
                    <a:pt x="1088" y="479"/>
                  </a:lnTo>
                  <a:lnTo>
                    <a:pt x="501"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8" name="Google Shape;288;g39181ba8852_1_307"/>
            <p:cNvSpPr/>
            <p:nvPr/>
          </p:nvSpPr>
          <p:spPr>
            <a:xfrm>
              <a:off x="6621950" y="2851775"/>
              <a:ext cx="82175" cy="190950"/>
            </a:xfrm>
            <a:custGeom>
              <a:rect b="b" l="l" r="r" t="t"/>
              <a:pathLst>
                <a:path extrusionOk="0" h="7638" w="3287">
                  <a:moveTo>
                    <a:pt x="501" y="0"/>
                  </a:moveTo>
                  <a:cubicBezTo>
                    <a:pt x="501" y="0"/>
                    <a:pt x="153" y="588"/>
                    <a:pt x="88" y="1632"/>
                  </a:cubicBezTo>
                  <a:cubicBezTo>
                    <a:pt x="1" y="2698"/>
                    <a:pt x="762" y="7528"/>
                    <a:pt x="762" y="7528"/>
                  </a:cubicBezTo>
                  <a:lnTo>
                    <a:pt x="2851" y="7637"/>
                  </a:lnTo>
                  <a:lnTo>
                    <a:pt x="3286" y="7615"/>
                  </a:lnTo>
                  <a:cubicBezTo>
                    <a:pt x="3286" y="7615"/>
                    <a:pt x="2808" y="7528"/>
                    <a:pt x="2721" y="7071"/>
                  </a:cubicBezTo>
                  <a:cubicBezTo>
                    <a:pt x="2574" y="6189"/>
                    <a:pt x="2427" y="4475"/>
                    <a:pt x="2319" y="4475"/>
                  </a:cubicBezTo>
                  <a:cubicBezTo>
                    <a:pt x="2315" y="4475"/>
                    <a:pt x="2311" y="4478"/>
                    <a:pt x="2307" y="4482"/>
                  </a:cubicBezTo>
                  <a:cubicBezTo>
                    <a:pt x="2155" y="4656"/>
                    <a:pt x="2220" y="5984"/>
                    <a:pt x="1981" y="6245"/>
                  </a:cubicBezTo>
                  <a:cubicBezTo>
                    <a:pt x="1885" y="6349"/>
                    <a:pt x="1772" y="6405"/>
                    <a:pt x="1658" y="6405"/>
                  </a:cubicBezTo>
                  <a:cubicBezTo>
                    <a:pt x="1487" y="6405"/>
                    <a:pt x="1315" y="6279"/>
                    <a:pt x="1198" y="6005"/>
                  </a:cubicBezTo>
                  <a:cubicBezTo>
                    <a:pt x="980" y="5548"/>
                    <a:pt x="436" y="2263"/>
                    <a:pt x="871" y="1110"/>
                  </a:cubicBezTo>
                  <a:cubicBezTo>
                    <a:pt x="1198" y="305"/>
                    <a:pt x="1829" y="109"/>
                    <a:pt x="1829" y="109"/>
                  </a:cubicBezTo>
                  <a:lnTo>
                    <a:pt x="1742" y="87"/>
                  </a:lnTo>
                  <a:lnTo>
                    <a:pt x="50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9" name="Google Shape;289;g39181ba8852_1_307"/>
            <p:cNvSpPr/>
            <p:nvPr/>
          </p:nvSpPr>
          <p:spPr>
            <a:xfrm>
              <a:off x="6673100" y="2673200"/>
              <a:ext cx="11975" cy="11100"/>
            </a:xfrm>
            <a:custGeom>
              <a:rect b="b" l="l" r="r" t="t"/>
              <a:pathLst>
                <a:path extrusionOk="0" h="444" w="479">
                  <a:moveTo>
                    <a:pt x="231" y="1"/>
                  </a:moveTo>
                  <a:cubicBezTo>
                    <a:pt x="142" y="1"/>
                    <a:pt x="55" y="17"/>
                    <a:pt x="44" y="50"/>
                  </a:cubicBezTo>
                  <a:cubicBezTo>
                    <a:pt x="0" y="93"/>
                    <a:pt x="22" y="355"/>
                    <a:pt x="44" y="398"/>
                  </a:cubicBezTo>
                  <a:cubicBezTo>
                    <a:pt x="71" y="425"/>
                    <a:pt x="156" y="444"/>
                    <a:pt x="227" y="444"/>
                  </a:cubicBezTo>
                  <a:cubicBezTo>
                    <a:pt x="271" y="444"/>
                    <a:pt x="310" y="436"/>
                    <a:pt x="326" y="420"/>
                  </a:cubicBezTo>
                  <a:cubicBezTo>
                    <a:pt x="370" y="355"/>
                    <a:pt x="479" y="115"/>
                    <a:pt x="435" y="50"/>
                  </a:cubicBezTo>
                  <a:cubicBezTo>
                    <a:pt x="414" y="17"/>
                    <a:pt x="321" y="1"/>
                    <a:pt x="231"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0" name="Google Shape;290;g39181ba8852_1_307"/>
            <p:cNvSpPr/>
            <p:nvPr/>
          </p:nvSpPr>
          <p:spPr>
            <a:xfrm>
              <a:off x="6658400" y="2683150"/>
              <a:ext cx="23950" cy="66925"/>
            </a:xfrm>
            <a:custGeom>
              <a:rect b="b" l="l" r="r" t="t"/>
              <a:pathLst>
                <a:path extrusionOk="0" h="2677" w="958">
                  <a:moveTo>
                    <a:pt x="632" y="0"/>
                  </a:moveTo>
                  <a:lnTo>
                    <a:pt x="1" y="1828"/>
                  </a:lnTo>
                  <a:lnTo>
                    <a:pt x="371" y="2676"/>
                  </a:lnTo>
                  <a:lnTo>
                    <a:pt x="958" y="1915"/>
                  </a:lnTo>
                  <a:lnTo>
                    <a:pt x="914" y="22"/>
                  </a:lnTo>
                  <a:lnTo>
                    <a:pt x="63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1" name="Google Shape;291;g39181ba8852_1_307"/>
            <p:cNvSpPr/>
            <p:nvPr/>
          </p:nvSpPr>
          <p:spPr>
            <a:xfrm>
              <a:off x="6716600" y="2673025"/>
              <a:ext cx="108275" cy="113075"/>
            </a:xfrm>
            <a:custGeom>
              <a:rect b="b" l="l" r="r" t="t"/>
              <a:pathLst>
                <a:path extrusionOk="0" h="4523" w="4331">
                  <a:moveTo>
                    <a:pt x="878" y="0"/>
                  </a:moveTo>
                  <a:cubicBezTo>
                    <a:pt x="827" y="0"/>
                    <a:pt x="781" y="11"/>
                    <a:pt x="741" y="35"/>
                  </a:cubicBezTo>
                  <a:cubicBezTo>
                    <a:pt x="1" y="514"/>
                    <a:pt x="632" y="1536"/>
                    <a:pt x="1524" y="2668"/>
                  </a:cubicBezTo>
                  <a:cubicBezTo>
                    <a:pt x="2462" y="3818"/>
                    <a:pt x="2954" y="4523"/>
                    <a:pt x="3409" y="4523"/>
                  </a:cubicBezTo>
                  <a:cubicBezTo>
                    <a:pt x="3513" y="4523"/>
                    <a:pt x="3616" y="4486"/>
                    <a:pt x="3721" y="4409"/>
                  </a:cubicBezTo>
                  <a:cubicBezTo>
                    <a:pt x="4331" y="3973"/>
                    <a:pt x="3656" y="3538"/>
                    <a:pt x="2590" y="1711"/>
                  </a:cubicBezTo>
                  <a:cubicBezTo>
                    <a:pt x="2047" y="760"/>
                    <a:pt x="1297" y="0"/>
                    <a:pt x="87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2" name="Google Shape;292;g39181ba8852_1_307"/>
            <p:cNvSpPr/>
            <p:nvPr/>
          </p:nvSpPr>
          <p:spPr>
            <a:xfrm>
              <a:off x="6626850" y="2697825"/>
              <a:ext cx="81075" cy="107175"/>
            </a:xfrm>
            <a:custGeom>
              <a:rect b="b" l="l" r="r" t="t"/>
              <a:pathLst>
                <a:path extrusionOk="0" h="4287" w="3243">
                  <a:moveTo>
                    <a:pt x="3177" y="1"/>
                  </a:moveTo>
                  <a:lnTo>
                    <a:pt x="1" y="44"/>
                  </a:lnTo>
                  <a:lnTo>
                    <a:pt x="66" y="4287"/>
                  </a:lnTo>
                  <a:lnTo>
                    <a:pt x="3243" y="4243"/>
                  </a:lnTo>
                  <a:lnTo>
                    <a:pt x="3177"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3" name="Google Shape;293;g39181ba8852_1_307"/>
            <p:cNvSpPr/>
            <p:nvPr/>
          </p:nvSpPr>
          <p:spPr>
            <a:xfrm>
              <a:off x="6626850" y="2698925"/>
              <a:ext cx="81075" cy="106075"/>
            </a:xfrm>
            <a:custGeom>
              <a:rect b="b" l="l" r="r" t="t"/>
              <a:pathLst>
                <a:path extrusionOk="0" h="4243" w="3243">
                  <a:moveTo>
                    <a:pt x="1" y="0"/>
                  </a:moveTo>
                  <a:lnTo>
                    <a:pt x="66" y="4243"/>
                  </a:lnTo>
                  <a:lnTo>
                    <a:pt x="3243" y="4199"/>
                  </a:lnTo>
                  <a:lnTo>
                    <a:pt x="3221" y="3024"/>
                  </a:lnTo>
                  <a:cubicBezTo>
                    <a:pt x="3221" y="3024"/>
                    <a:pt x="1807" y="2829"/>
                    <a:pt x="1263" y="2154"/>
                  </a:cubicBezTo>
                  <a:cubicBezTo>
                    <a:pt x="719" y="1480"/>
                    <a:pt x="523" y="22"/>
                    <a:pt x="523"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4" name="Google Shape;294;g39181ba8852_1_307"/>
            <p:cNvSpPr/>
            <p:nvPr/>
          </p:nvSpPr>
          <p:spPr>
            <a:xfrm>
              <a:off x="6579525" y="2759525"/>
              <a:ext cx="118075" cy="35575"/>
            </a:xfrm>
            <a:custGeom>
              <a:rect b="b" l="l" r="r" t="t"/>
              <a:pathLst>
                <a:path extrusionOk="0" h="1423" w="4723">
                  <a:moveTo>
                    <a:pt x="3855" y="0"/>
                  </a:moveTo>
                  <a:cubicBezTo>
                    <a:pt x="3289" y="0"/>
                    <a:pt x="2505" y="97"/>
                    <a:pt x="1807" y="122"/>
                  </a:cubicBezTo>
                  <a:cubicBezTo>
                    <a:pt x="545" y="143"/>
                    <a:pt x="1" y="361"/>
                    <a:pt x="175" y="1057"/>
                  </a:cubicBezTo>
                  <a:cubicBezTo>
                    <a:pt x="230" y="1280"/>
                    <a:pt x="491" y="1422"/>
                    <a:pt x="938" y="1422"/>
                  </a:cubicBezTo>
                  <a:cubicBezTo>
                    <a:pt x="1191" y="1422"/>
                    <a:pt x="1503" y="1377"/>
                    <a:pt x="1872" y="1275"/>
                  </a:cubicBezTo>
                  <a:cubicBezTo>
                    <a:pt x="3025" y="949"/>
                    <a:pt x="4722" y="535"/>
                    <a:pt x="4635" y="231"/>
                  </a:cubicBezTo>
                  <a:cubicBezTo>
                    <a:pt x="4579" y="54"/>
                    <a:pt x="4278" y="0"/>
                    <a:pt x="3855"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5" name="Google Shape;295;g39181ba8852_1_307"/>
            <p:cNvSpPr/>
            <p:nvPr/>
          </p:nvSpPr>
          <p:spPr>
            <a:xfrm>
              <a:off x="6694850" y="2768550"/>
              <a:ext cx="15250" cy="4900"/>
            </a:xfrm>
            <a:custGeom>
              <a:rect b="b" l="l" r="r" t="t"/>
              <a:pathLst>
                <a:path extrusionOk="0" h="196" w="610">
                  <a:moveTo>
                    <a:pt x="87" y="0"/>
                  </a:moveTo>
                  <a:cubicBezTo>
                    <a:pt x="44" y="0"/>
                    <a:pt x="0" y="44"/>
                    <a:pt x="0" y="87"/>
                  </a:cubicBezTo>
                  <a:cubicBezTo>
                    <a:pt x="0" y="152"/>
                    <a:pt x="44" y="196"/>
                    <a:pt x="87" y="196"/>
                  </a:cubicBezTo>
                  <a:lnTo>
                    <a:pt x="523" y="196"/>
                  </a:lnTo>
                  <a:cubicBezTo>
                    <a:pt x="566" y="196"/>
                    <a:pt x="610" y="152"/>
                    <a:pt x="610" y="109"/>
                  </a:cubicBezTo>
                  <a:cubicBezTo>
                    <a:pt x="610" y="44"/>
                    <a:pt x="566" y="0"/>
                    <a:pt x="523"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6" name="Google Shape;296;g39181ba8852_1_307"/>
            <p:cNvSpPr/>
            <p:nvPr/>
          </p:nvSpPr>
          <p:spPr>
            <a:xfrm>
              <a:off x="6695400" y="2763650"/>
              <a:ext cx="15250" cy="5450"/>
            </a:xfrm>
            <a:custGeom>
              <a:rect b="b" l="l" r="r" t="t"/>
              <a:pathLst>
                <a:path extrusionOk="0" h="218" w="610">
                  <a:moveTo>
                    <a:pt x="87" y="0"/>
                  </a:moveTo>
                  <a:cubicBezTo>
                    <a:pt x="44" y="0"/>
                    <a:pt x="0" y="44"/>
                    <a:pt x="0" y="109"/>
                  </a:cubicBezTo>
                  <a:cubicBezTo>
                    <a:pt x="0" y="153"/>
                    <a:pt x="44" y="196"/>
                    <a:pt x="87" y="196"/>
                  </a:cubicBezTo>
                  <a:lnTo>
                    <a:pt x="522" y="218"/>
                  </a:lnTo>
                  <a:cubicBezTo>
                    <a:pt x="566" y="218"/>
                    <a:pt x="609" y="174"/>
                    <a:pt x="609" y="109"/>
                  </a:cubicBezTo>
                  <a:cubicBezTo>
                    <a:pt x="609" y="66"/>
                    <a:pt x="566" y="22"/>
                    <a:pt x="522" y="22"/>
                  </a:cubicBezTo>
                  <a:lnTo>
                    <a:pt x="87"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7" name="Google Shape;297;g39181ba8852_1_307"/>
            <p:cNvSpPr/>
            <p:nvPr/>
          </p:nvSpPr>
          <p:spPr>
            <a:xfrm>
              <a:off x="6695400" y="2759300"/>
              <a:ext cx="15800" cy="4900"/>
            </a:xfrm>
            <a:custGeom>
              <a:rect b="b" l="l" r="r" t="t"/>
              <a:pathLst>
                <a:path extrusionOk="0" h="196" w="632">
                  <a:moveTo>
                    <a:pt x="109" y="0"/>
                  </a:moveTo>
                  <a:cubicBezTo>
                    <a:pt x="44" y="0"/>
                    <a:pt x="0" y="44"/>
                    <a:pt x="0" y="109"/>
                  </a:cubicBezTo>
                  <a:cubicBezTo>
                    <a:pt x="0" y="152"/>
                    <a:pt x="44" y="196"/>
                    <a:pt x="87" y="196"/>
                  </a:cubicBezTo>
                  <a:lnTo>
                    <a:pt x="522" y="196"/>
                  </a:lnTo>
                  <a:cubicBezTo>
                    <a:pt x="566" y="196"/>
                    <a:pt x="609" y="152"/>
                    <a:pt x="631" y="109"/>
                  </a:cubicBezTo>
                  <a:cubicBezTo>
                    <a:pt x="631" y="44"/>
                    <a:pt x="588" y="0"/>
                    <a:pt x="522"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8" name="Google Shape;298;g39181ba8852_1_307"/>
            <p:cNvSpPr/>
            <p:nvPr/>
          </p:nvSpPr>
          <p:spPr>
            <a:xfrm>
              <a:off x="6673625" y="2752775"/>
              <a:ext cx="35925" cy="23400"/>
            </a:xfrm>
            <a:custGeom>
              <a:rect b="b" l="l" r="r" t="t"/>
              <a:pathLst>
                <a:path extrusionOk="0" h="936" w="1437">
                  <a:moveTo>
                    <a:pt x="762" y="0"/>
                  </a:moveTo>
                  <a:cubicBezTo>
                    <a:pt x="632" y="22"/>
                    <a:pt x="1" y="305"/>
                    <a:pt x="1" y="305"/>
                  </a:cubicBezTo>
                  <a:lnTo>
                    <a:pt x="284" y="849"/>
                  </a:lnTo>
                  <a:cubicBezTo>
                    <a:pt x="284" y="849"/>
                    <a:pt x="480" y="914"/>
                    <a:pt x="697" y="936"/>
                  </a:cubicBezTo>
                  <a:cubicBezTo>
                    <a:pt x="915" y="936"/>
                    <a:pt x="1372" y="827"/>
                    <a:pt x="1372" y="827"/>
                  </a:cubicBezTo>
                  <a:cubicBezTo>
                    <a:pt x="1372" y="827"/>
                    <a:pt x="1285" y="522"/>
                    <a:pt x="1285" y="392"/>
                  </a:cubicBezTo>
                  <a:cubicBezTo>
                    <a:pt x="1263" y="283"/>
                    <a:pt x="1437" y="109"/>
                    <a:pt x="1437" y="109"/>
                  </a:cubicBezTo>
                  <a:cubicBezTo>
                    <a:pt x="1437" y="109"/>
                    <a:pt x="915" y="0"/>
                    <a:pt x="762"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9" name="Google Shape;299;g39181ba8852_1_307"/>
            <p:cNvSpPr/>
            <p:nvPr/>
          </p:nvSpPr>
          <p:spPr>
            <a:xfrm>
              <a:off x="6731300" y="2764875"/>
              <a:ext cx="92500" cy="92375"/>
            </a:xfrm>
            <a:custGeom>
              <a:rect b="b" l="l" r="r" t="t"/>
              <a:pathLst>
                <a:path extrusionOk="0" h="3695" w="3700">
                  <a:moveTo>
                    <a:pt x="2961" y="0"/>
                  </a:moveTo>
                  <a:cubicBezTo>
                    <a:pt x="2622" y="0"/>
                    <a:pt x="2031" y="424"/>
                    <a:pt x="1567" y="1148"/>
                  </a:cubicBezTo>
                  <a:cubicBezTo>
                    <a:pt x="936" y="2127"/>
                    <a:pt x="0" y="3520"/>
                    <a:pt x="261" y="3672"/>
                  </a:cubicBezTo>
                  <a:cubicBezTo>
                    <a:pt x="288" y="3687"/>
                    <a:pt x="319" y="3694"/>
                    <a:pt x="352" y="3694"/>
                  </a:cubicBezTo>
                  <a:cubicBezTo>
                    <a:pt x="748" y="3694"/>
                    <a:pt x="1569" y="2674"/>
                    <a:pt x="2372" y="1931"/>
                  </a:cubicBezTo>
                  <a:cubicBezTo>
                    <a:pt x="3242" y="1104"/>
                    <a:pt x="3699" y="430"/>
                    <a:pt x="3112" y="38"/>
                  </a:cubicBezTo>
                  <a:cubicBezTo>
                    <a:pt x="3070" y="13"/>
                    <a:pt x="3020" y="0"/>
                    <a:pt x="2961"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0" name="Google Shape;300;g39181ba8852_1_307"/>
            <p:cNvSpPr/>
            <p:nvPr/>
          </p:nvSpPr>
          <p:spPr>
            <a:xfrm>
              <a:off x="6716075" y="2854875"/>
              <a:ext cx="15250" cy="8475"/>
            </a:xfrm>
            <a:custGeom>
              <a:rect b="b" l="l" r="r" t="t"/>
              <a:pathLst>
                <a:path extrusionOk="0" h="339" w="610">
                  <a:moveTo>
                    <a:pt x="504" y="1"/>
                  </a:moveTo>
                  <a:cubicBezTo>
                    <a:pt x="495" y="1"/>
                    <a:pt x="487" y="3"/>
                    <a:pt x="479" y="7"/>
                  </a:cubicBezTo>
                  <a:lnTo>
                    <a:pt x="65" y="137"/>
                  </a:lnTo>
                  <a:cubicBezTo>
                    <a:pt x="22" y="159"/>
                    <a:pt x="0" y="224"/>
                    <a:pt x="0" y="268"/>
                  </a:cubicBezTo>
                  <a:cubicBezTo>
                    <a:pt x="18" y="303"/>
                    <a:pt x="65" y="339"/>
                    <a:pt x="105" y="339"/>
                  </a:cubicBezTo>
                  <a:cubicBezTo>
                    <a:pt x="114" y="339"/>
                    <a:pt x="123" y="337"/>
                    <a:pt x="131" y="333"/>
                  </a:cubicBezTo>
                  <a:lnTo>
                    <a:pt x="522" y="202"/>
                  </a:lnTo>
                  <a:cubicBezTo>
                    <a:pt x="587" y="181"/>
                    <a:pt x="609" y="115"/>
                    <a:pt x="587" y="72"/>
                  </a:cubicBezTo>
                  <a:cubicBezTo>
                    <a:pt x="587" y="36"/>
                    <a:pt x="544" y="1"/>
                    <a:pt x="504"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1" name="Google Shape;301;g39181ba8852_1_307"/>
            <p:cNvSpPr/>
            <p:nvPr/>
          </p:nvSpPr>
          <p:spPr>
            <a:xfrm>
              <a:off x="6713875" y="2850675"/>
              <a:ext cx="15800" cy="8400"/>
            </a:xfrm>
            <a:custGeom>
              <a:rect b="b" l="l" r="r" t="t"/>
              <a:pathLst>
                <a:path extrusionOk="0" h="336" w="632">
                  <a:moveTo>
                    <a:pt x="480" y="1"/>
                  </a:moveTo>
                  <a:lnTo>
                    <a:pt x="88" y="131"/>
                  </a:lnTo>
                  <a:cubicBezTo>
                    <a:pt x="23" y="153"/>
                    <a:pt x="1" y="218"/>
                    <a:pt x="23" y="262"/>
                  </a:cubicBezTo>
                  <a:cubicBezTo>
                    <a:pt x="39" y="311"/>
                    <a:pt x="68" y="335"/>
                    <a:pt x="108" y="335"/>
                  </a:cubicBezTo>
                  <a:cubicBezTo>
                    <a:pt x="122" y="335"/>
                    <a:pt x="137" y="332"/>
                    <a:pt x="153" y="327"/>
                  </a:cubicBezTo>
                  <a:lnTo>
                    <a:pt x="545" y="196"/>
                  </a:lnTo>
                  <a:cubicBezTo>
                    <a:pt x="588" y="175"/>
                    <a:pt x="632" y="131"/>
                    <a:pt x="610" y="66"/>
                  </a:cubicBezTo>
                  <a:cubicBezTo>
                    <a:pt x="588" y="22"/>
                    <a:pt x="545" y="1"/>
                    <a:pt x="48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2" name="Google Shape;302;g39181ba8852_1_307"/>
            <p:cNvSpPr/>
            <p:nvPr/>
          </p:nvSpPr>
          <p:spPr>
            <a:xfrm>
              <a:off x="6712250" y="2846650"/>
              <a:ext cx="15800" cy="8050"/>
            </a:xfrm>
            <a:custGeom>
              <a:rect b="b" l="l" r="r" t="t"/>
              <a:pathLst>
                <a:path extrusionOk="0" h="322" w="632">
                  <a:moveTo>
                    <a:pt x="527" y="1"/>
                  </a:moveTo>
                  <a:cubicBezTo>
                    <a:pt x="513" y="1"/>
                    <a:pt x="497" y="3"/>
                    <a:pt x="479" y="9"/>
                  </a:cubicBezTo>
                  <a:lnTo>
                    <a:pt x="88" y="140"/>
                  </a:lnTo>
                  <a:cubicBezTo>
                    <a:pt x="44" y="140"/>
                    <a:pt x="1" y="205"/>
                    <a:pt x="22" y="249"/>
                  </a:cubicBezTo>
                  <a:cubicBezTo>
                    <a:pt x="39" y="298"/>
                    <a:pt x="67" y="322"/>
                    <a:pt x="108" y="322"/>
                  </a:cubicBezTo>
                  <a:cubicBezTo>
                    <a:pt x="122" y="322"/>
                    <a:pt x="137" y="319"/>
                    <a:pt x="153" y="314"/>
                  </a:cubicBezTo>
                  <a:lnTo>
                    <a:pt x="545" y="183"/>
                  </a:lnTo>
                  <a:cubicBezTo>
                    <a:pt x="610" y="162"/>
                    <a:pt x="632" y="118"/>
                    <a:pt x="610" y="53"/>
                  </a:cubicBezTo>
                  <a:cubicBezTo>
                    <a:pt x="594" y="21"/>
                    <a:pt x="566" y="1"/>
                    <a:pt x="52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3" name="Google Shape;303;g39181ba8852_1_307"/>
            <p:cNvSpPr/>
            <p:nvPr/>
          </p:nvSpPr>
          <p:spPr>
            <a:xfrm>
              <a:off x="6711175" y="2842300"/>
              <a:ext cx="15800" cy="8400"/>
            </a:xfrm>
            <a:custGeom>
              <a:rect b="b" l="l" r="r" t="t"/>
              <a:pathLst>
                <a:path extrusionOk="0" h="336" w="632">
                  <a:moveTo>
                    <a:pt x="524" y="1"/>
                  </a:moveTo>
                  <a:cubicBezTo>
                    <a:pt x="510" y="1"/>
                    <a:pt x="495" y="4"/>
                    <a:pt x="479" y="9"/>
                  </a:cubicBezTo>
                  <a:lnTo>
                    <a:pt x="87" y="140"/>
                  </a:lnTo>
                  <a:cubicBezTo>
                    <a:pt x="22" y="161"/>
                    <a:pt x="0" y="205"/>
                    <a:pt x="22" y="270"/>
                  </a:cubicBezTo>
                  <a:cubicBezTo>
                    <a:pt x="44" y="314"/>
                    <a:pt x="87" y="336"/>
                    <a:pt x="153" y="336"/>
                  </a:cubicBezTo>
                  <a:lnTo>
                    <a:pt x="544" y="183"/>
                  </a:lnTo>
                  <a:cubicBezTo>
                    <a:pt x="588" y="183"/>
                    <a:pt x="631" y="118"/>
                    <a:pt x="609" y="74"/>
                  </a:cubicBezTo>
                  <a:cubicBezTo>
                    <a:pt x="593" y="25"/>
                    <a:pt x="565" y="1"/>
                    <a:pt x="524"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4" name="Google Shape;304;g39181ba8852_1_307"/>
            <p:cNvSpPr/>
            <p:nvPr/>
          </p:nvSpPr>
          <p:spPr>
            <a:xfrm>
              <a:off x="6712250" y="2839100"/>
              <a:ext cx="34300" cy="24100"/>
            </a:xfrm>
            <a:custGeom>
              <a:rect b="b" l="l" r="r" t="t"/>
              <a:pathLst>
                <a:path extrusionOk="0" h="964" w="1372">
                  <a:moveTo>
                    <a:pt x="737" y="1"/>
                  </a:moveTo>
                  <a:cubicBezTo>
                    <a:pt x="681" y="1"/>
                    <a:pt x="636" y="2"/>
                    <a:pt x="610" y="7"/>
                  </a:cubicBezTo>
                  <a:cubicBezTo>
                    <a:pt x="479" y="28"/>
                    <a:pt x="1" y="289"/>
                    <a:pt x="1" y="289"/>
                  </a:cubicBezTo>
                  <a:cubicBezTo>
                    <a:pt x="1" y="289"/>
                    <a:pt x="218" y="398"/>
                    <a:pt x="240" y="529"/>
                  </a:cubicBezTo>
                  <a:cubicBezTo>
                    <a:pt x="262" y="638"/>
                    <a:pt x="284" y="964"/>
                    <a:pt x="284" y="964"/>
                  </a:cubicBezTo>
                  <a:cubicBezTo>
                    <a:pt x="284" y="964"/>
                    <a:pt x="697" y="899"/>
                    <a:pt x="915" y="833"/>
                  </a:cubicBezTo>
                  <a:cubicBezTo>
                    <a:pt x="1219" y="725"/>
                    <a:pt x="1371" y="616"/>
                    <a:pt x="1371" y="616"/>
                  </a:cubicBezTo>
                  <a:lnTo>
                    <a:pt x="1350" y="28"/>
                  </a:lnTo>
                  <a:cubicBezTo>
                    <a:pt x="1350" y="28"/>
                    <a:pt x="960" y="1"/>
                    <a:pt x="73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305" name="Google Shape;305;g39181ba8852_1_307"/>
          <p:cNvGrpSpPr/>
          <p:nvPr/>
        </p:nvGrpSpPr>
        <p:grpSpPr>
          <a:xfrm>
            <a:off x="11232003" y="2992225"/>
            <a:ext cx="1596532" cy="3769370"/>
            <a:chOff x="-87625" y="2244225"/>
            <a:chExt cx="1197429" cy="2827098"/>
          </a:xfrm>
        </p:grpSpPr>
        <p:sp>
          <p:nvSpPr>
            <p:cNvPr id="306" name="Google Shape;306;g39181ba8852_1_307"/>
            <p:cNvSpPr/>
            <p:nvPr/>
          </p:nvSpPr>
          <p:spPr>
            <a:xfrm>
              <a:off x="-48814" y="2669176"/>
              <a:ext cx="295773" cy="456726"/>
            </a:xfrm>
            <a:custGeom>
              <a:rect b="b" l="l" r="r" t="t"/>
              <a:pathLst>
                <a:path extrusionOk="0" h="4872" w="3155">
                  <a:moveTo>
                    <a:pt x="718" y="0"/>
                  </a:moveTo>
                  <a:lnTo>
                    <a:pt x="0" y="348"/>
                  </a:lnTo>
                  <a:cubicBezTo>
                    <a:pt x="0" y="348"/>
                    <a:pt x="631" y="2437"/>
                    <a:pt x="914" y="3112"/>
                  </a:cubicBezTo>
                  <a:cubicBezTo>
                    <a:pt x="1183" y="3728"/>
                    <a:pt x="1725" y="4871"/>
                    <a:pt x="2283" y="4871"/>
                  </a:cubicBezTo>
                  <a:cubicBezTo>
                    <a:pt x="2356" y="4871"/>
                    <a:pt x="2429" y="4852"/>
                    <a:pt x="2502" y="4809"/>
                  </a:cubicBezTo>
                  <a:cubicBezTo>
                    <a:pt x="3155" y="4417"/>
                    <a:pt x="2959" y="3590"/>
                    <a:pt x="2872" y="3395"/>
                  </a:cubicBezTo>
                  <a:cubicBezTo>
                    <a:pt x="1958" y="1545"/>
                    <a:pt x="718" y="0"/>
                    <a:pt x="718"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7" name="Google Shape;307;g39181ba8852_1_307"/>
            <p:cNvSpPr/>
            <p:nvPr/>
          </p:nvSpPr>
          <p:spPr>
            <a:xfrm>
              <a:off x="775218" y="4908769"/>
              <a:ext cx="195932" cy="162554"/>
            </a:xfrm>
            <a:custGeom>
              <a:rect b="b" l="l" r="r" t="t"/>
              <a:pathLst>
                <a:path extrusionOk="0" h="1734" w="2090">
                  <a:moveTo>
                    <a:pt x="1850" y="1"/>
                  </a:moveTo>
                  <a:lnTo>
                    <a:pt x="457" y="327"/>
                  </a:lnTo>
                  <a:cubicBezTo>
                    <a:pt x="457" y="327"/>
                    <a:pt x="0" y="1176"/>
                    <a:pt x="66" y="1371"/>
                  </a:cubicBezTo>
                  <a:cubicBezTo>
                    <a:pt x="104" y="1449"/>
                    <a:pt x="385" y="1733"/>
                    <a:pt x="783" y="1733"/>
                  </a:cubicBezTo>
                  <a:cubicBezTo>
                    <a:pt x="833" y="1733"/>
                    <a:pt x="883" y="1729"/>
                    <a:pt x="936" y="1720"/>
                  </a:cubicBezTo>
                  <a:cubicBezTo>
                    <a:pt x="1284" y="1676"/>
                    <a:pt x="1806" y="1219"/>
                    <a:pt x="1893" y="1197"/>
                  </a:cubicBezTo>
                  <a:cubicBezTo>
                    <a:pt x="2089" y="1132"/>
                    <a:pt x="1850" y="1"/>
                    <a:pt x="185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8" name="Google Shape;308;g39181ba8852_1_307"/>
            <p:cNvSpPr/>
            <p:nvPr/>
          </p:nvSpPr>
          <p:spPr>
            <a:xfrm>
              <a:off x="106149" y="2716611"/>
              <a:ext cx="465175" cy="401416"/>
            </a:xfrm>
            <a:custGeom>
              <a:rect b="b" l="l" r="r" t="t"/>
              <a:pathLst>
                <a:path extrusionOk="0" h="4282" w="4962">
                  <a:moveTo>
                    <a:pt x="3824" y="1"/>
                  </a:moveTo>
                  <a:cubicBezTo>
                    <a:pt x="3406" y="1"/>
                    <a:pt x="3018" y="279"/>
                    <a:pt x="2720" y="517"/>
                  </a:cubicBezTo>
                  <a:cubicBezTo>
                    <a:pt x="2285" y="865"/>
                    <a:pt x="218" y="2997"/>
                    <a:pt x="109" y="3302"/>
                  </a:cubicBezTo>
                  <a:cubicBezTo>
                    <a:pt x="1" y="3585"/>
                    <a:pt x="697" y="4281"/>
                    <a:pt x="915" y="4281"/>
                  </a:cubicBezTo>
                  <a:cubicBezTo>
                    <a:pt x="1132" y="4281"/>
                    <a:pt x="3895" y="2192"/>
                    <a:pt x="4331" y="1692"/>
                  </a:cubicBezTo>
                  <a:cubicBezTo>
                    <a:pt x="4766" y="1191"/>
                    <a:pt x="4962" y="626"/>
                    <a:pt x="4418" y="212"/>
                  </a:cubicBezTo>
                  <a:cubicBezTo>
                    <a:pt x="4218" y="61"/>
                    <a:pt x="4018" y="1"/>
                    <a:pt x="3824"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09" name="Google Shape;309;g39181ba8852_1_307"/>
            <p:cNvSpPr/>
            <p:nvPr/>
          </p:nvSpPr>
          <p:spPr>
            <a:xfrm>
              <a:off x="183678" y="2715768"/>
              <a:ext cx="357084" cy="347138"/>
            </a:xfrm>
            <a:custGeom>
              <a:rect b="b" l="l" r="r" t="t"/>
              <a:pathLst>
                <a:path extrusionOk="0" h="3703" w="3809">
                  <a:moveTo>
                    <a:pt x="2942" y="0"/>
                  </a:moveTo>
                  <a:cubicBezTo>
                    <a:pt x="2647" y="0"/>
                    <a:pt x="2084" y="117"/>
                    <a:pt x="1415" y="787"/>
                  </a:cubicBezTo>
                  <a:cubicBezTo>
                    <a:pt x="914" y="1266"/>
                    <a:pt x="0" y="2245"/>
                    <a:pt x="0" y="2245"/>
                  </a:cubicBezTo>
                  <a:cubicBezTo>
                    <a:pt x="0" y="2245"/>
                    <a:pt x="175" y="2723"/>
                    <a:pt x="631" y="3137"/>
                  </a:cubicBezTo>
                  <a:cubicBezTo>
                    <a:pt x="1154" y="3616"/>
                    <a:pt x="1654" y="3703"/>
                    <a:pt x="1654" y="3703"/>
                  </a:cubicBezTo>
                  <a:cubicBezTo>
                    <a:pt x="1654" y="3703"/>
                    <a:pt x="3612" y="1723"/>
                    <a:pt x="3765" y="1179"/>
                  </a:cubicBezTo>
                  <a:cubicBezTo>
                    <a:pt x="3808" y="1026"/>
                    <a:pt x="3743" y="47"/>
                    <a:pt x="3025" y="4"/>
                  </a:cubicBezTo>
                  <a:cubicBezTo>
                    <a:pt x="3000" y="2"/>
                    <a:pt x="2972" y="0"/>
                    <a:pt x="2942"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0" name="Google Shape;310;g39181ba8852_1_307"/>
            <p:cNvSpPr/>
            <p:nvPr/>
          </p:nvSpPr>
          <p:spPr>
            <a:xfrm>
              <a:off x="320360" y="2473340"/>
              <a:ext cx="540642" cy="1187187"/>
            </a:xfrm>
            <a:custGeom>
              <a:rect b="b" l="l" r="r" t="t"/>
              <a:pathLst>
                <a:path extrusionOk="0" h="12664" w="5767">
                  <a:moveTo>
                    <a:pt x="3395" y="1"/>
                  </a:moveTo>
                  <a:lnTo>
                    <a:pt x="1806" y="588"/>
                  </a:lnTo>
                  <a:cubicBezTo>
                    <a:pt x="1806" y="588"/>
                    <a:pt x="1676" y="2285"/>
                    <a:pt x="1654" y="2394"/>
                  </a:cubicBezTo>
                  <a:cubicBezTo>
                    <a:pt x="1632" y="2524"/>
                    <a:pt x="566" y="2851"/>
                    <a:pt x="392" y="3090"/>
                  </a:cubicBezTo>
                  <a:cubicBezTo>
                    <a:pt x="283" y="3221"/>
                    <a:pt x="305" y="3525"/>
                    <a:pt x="261" y="3721"/>
                  </a:cubicBezTo>
                  <a:cubicBezTo>
                    <a:pt x="240" y="3917"/>
                    <a:pt x="0" y="4635"/>
                    <a:pt x="174" y="5527"/>
                  </a:cubicBezTo>
                  <a:cubicBezTo>
                    <a:pt x="196" y="5658"/>
                    <a:pt x="348" y="7725"/>
                    <a:pt x="348" y="8312"/>
                  </a:cubicBezTo>
                  <a:cubicBezTo>
                    <a:pt x="348" y="8900"/>
                    <a:pt x="174" y="11228"/>
                    <a:pt x="348" y="11511"/>
                  </a:cubicBezTo>
                  <a:cubicBezTo>
                    <a:pt x="522" y="11815"/>
                    <a:pt x="1436" y="12664"/>
                    <a:pt x="1545" y="12664"/>
                  </a:cubicBezTo>
                  <a:cubicBezTo>
                    <a:pt x="1654" y="12664"/>
                    <a:pt x="4482" y="11554"/>
                    <a:pt x="4352" y="10662"/>
                  </a:cubicBezTo>
                  <a:cubicBezTo>
                    <a:pt x="4200" y="9770"/>
                    <a:pt x="3764" y="8334"/>
                    <a:pt x="3982" y="7420"/>
                  </a:cubicBezTo>
                  <a:cubicBezTo>
                    <a:pt x="4178" y="6506"/>
                    <a:pt x="5766" y="3721"/>
                    <a:pt x="5483" y="3090"/>
                  </a:cubicBezTo>
                  <a:cubicBezTo>
                    <a:pt x="5244" y="2590"/>
                    <a:pt x="3960" y="2329"/>
                    <a:pt x="3612" y="2046"/>
                  </a:cubicBezTo>
                  <a:cubicBezTo>
                    <a:pt x="3482" y="1959"/>
                    <a:pt x="3395" y="1"/>
                    <a:pt x="339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1" name="Google Shape;311;g39181ba8852_1_307"/>
            <p:cNvSpPr/>
            <p:nvPr/>
          </p:nvSpPr>
          <p:spPr>
            <a:xfrm>
              <a:off x="324391" y="2665051"/>
              <a:ext cx="524330" cy="757178"/>
            </a:xfrm>
            <a:custGeom>
              <a:rect b="b" l="l" r="r" t="t"/>
              <a:pathLst>
                <a:path extrusionOk="0" h="8077" w="5593">
                  <a:moveTo>
                    <a:pt x="3569" y="1"/>
                  </a:moveTo>
                  <a:lnTo>
                    <a:pt x="1850" y="1023"/>
                  </a:lnTo>
                  <a:lnTo>
                    <a:pt x="1611" y="349"/>
                  </a:lnTo>
                  <a:cubicBezTo>
                    <a:pt x="1611" y="349"/>
                    <a:pt x="479" y="719"/>
                    <a:pt x="349" y="958"/>
                  </a:cubicBezTo>
                  <a:cubicBezTo>
                    <a:pt x="197" y="1197"/>
                    <a:pt x="131" y="1807"/>
                    <a:pt x="88" y="2003"/>
                  </a:cubicBezTo>
                  <a:cubicBezTo>
                    <a:pt x="23" y="2198"/>
                    <a:pt x="1" y="3112"/>
                    <a:pt x="88" y="3895"/>
                  </a:cubicBezTo>
                  <a:cubicBezTo>
                    <a:pt x="131" y="4352"/>
                    <a:pt x="110" y="4962"/>
                    <a:pt x="197" y="5723"/>
                  </a:cubicBezTo>
                  <a:cubicBezTo>
                    <a:pt x="262" y="6398"/>
                    <a:pt x="175" y="8073"/>
                    <a:pt x="175" y="8073"/>
                  </a:cubicBezTo>
                  <a:cubicBezTo>
                    <a:pt x="175" y="8073"/>
                    <a:pt x="279" y="8077"/>
                    <a:pt x="467" y="8077"/>
                  </a:cubicBezTo>
                  <a:cubicBezTo>
                    <a:pt x="749" y="8077"/>
                    <a:pt x="1219" y="8069"/>
                    <a:pt x="1807" y="8030"/>
                  </a:cubicBezTo>
                  <a:cubicBezTo>
                    <a:pt x="2960" y="7986"/>
                    <a:pt x="4113" y="7812"/>
                    <a:pt x="4157" y="7768"/>
                  </a:cubicBezTo>
                  <a:cubicBezTo>
                    <a:pt x="4374" y="7573"/>
                    <a:pt x="4070" y="5810"/>
                    <a:pt x="4113" y="5614"/>
                  </a:cubicBezTo>
                  <a:cubicBezTo>
                    <a:pt x="4157" y="5419"/>
                    <a:pt x="5549" y="2024"/>
                    <a:pt x="5571" y="1567"/>
                  </a:cubicBezTo>
                  <a:cubicBezTo>
                    <a:pt x="5593" y="1132"/>
                    <a:pt x="5419" y="828"/>
                    <a:pt x="5070" y="654"/>
                  </a:cubicBezTo>
                  <a:cubicBezTo>
                    <a:pt x="4744" y="479"/>
                    <a:pt x="3569" y="1"/>
                    <a:pt x="356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2" name="Google Shape;312;g39181ba8852_1_307"/>
            <p:cNvSpPr/>
            <p:nvPr/>
          </p:nvSpPr>
          <p:spPr>
            <a:xfrm>
              <a:off x="338734" y="2720174"/>
              <a:ext cx="544673" cy="683401"/>
            </a:xfrm>
            <a:custGeom>
              <a:rect b="b" l="l" r="r" t="t"/>
              <a:pathLst>
                <a:path extrusionOk="0" h="7290" w="5810">
                  <a:moveTo>
                    <a:pt x="4700" y="0"/>
                  </a:moveTo>
                  <a:lnTo>
                    <a:pt x="4700" y="0"/>
                  </a:lnTo>
                  <a:cubicBezTo>
                    <a:pt x="4700" y="0"/>
                    <a:pt x="5809" y="610"/>
                    <a:pt x="4722" y="1480"/>
                  </a:cubicBezTo>
                  <a:cubicBezTo>
                    <a:pt x="4243" y="1850"/>
                    <a:pt x="1958" y="2415"/>
                    <a:pt x="1523" y="2546"/>
                  </a:cubicBezTo>
                  <a:cubicBezTo>
                    <a:pt x="0" y="3025"/>
                    <a:pt x="2372" y="6419"/>
                    <a:pt x="2546" y="6680"/>
                  </a:cubicBezTo>
                  <a:cubicBezTo>
                    <a:pt x="2720" y="6941"/>
                    <a:pt x="2720" y="7289"/>
                    <a:pt x="2720" y="7289"/>
                  </a:cubicBezTo>
                  <a:lnTo>
                    <a:pt x="4199" y="7115"/>
                  </a:lnTo>
                  <a:cubicBezTo>
                    <a:pt x="4208" y="7117"/>
                    <a:pt x="4217" y="7118"/>
                    <a:pt x="4225" y="7118"/>
                  </a:cubicBezTo>
                  <a:cubicBezTo>
                    <a:pt x="4630" y="7118"/>
                    <a:pt x="3963" y="4995"/>
                    <a:pt x="4134" y="4526"/>
                  </a:cubicBezTo>
                  <a:cubicBezTo>
                    <a:pt x="4308" y="4047"/>
                    <a:pt x="5418" y="1349"/>
                    <a:pt x="5418" y="979"/>
                  </a:cubicBezTo>
                  <a:cubicBezTo>
                    <a:pt x="5418" y="196"/>
                    <a:pt x="4700" y="0"/>
                    <a:pt x="4700"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3" name="Google Shape;313;g39181ba8852_1_307"/>
            <p:cNvSpPr/>
            <p:nvPr/>
          </p:nvSpPr>
          <p:spPr>
            <a:xfrm>
              <a:off x="483479" y="2538588"/>
              <a:ext cx="167433" cy="126556"/>
            </a:xfrm>
            <a:custGeom>
              <a:rect b="b" l="l" r="r" t="t"/>
              <a:pathLst>
                <a:path extrusionOk="0" h="1350" w="1786">
                  <a:moveTo>
                    <a:pt x="1742" y="1"/>
                  </a:moveTo>
                  <a:lnTo>
                    <a:pt x="1" y="632"/>
                  </a:lnTo>
                  <a:lnTo>
                    <a:pt x="1241" y="1350"/>
                  </a:lnTo>
                  <a:lnTo>
                    <a:pt x="1785" y="1023"/>
                  </a:lnTo>
                  <a:lnTo>
                    <a:pt x="1742"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4" name="Google Shape;314;g39181ba8852_1_307"/>
            <p:cNvSpPr/>
            <p:nvPr/>
          </p:nvSpPr>
          <p:spPr>
            <a:xfrm>
              <a:off x="399857" y="2253131"/>
              <a:ext cx="324460" cy="344325"/>
            </a:xfrm>
            <a:custGeom>
              <a:rect b="b" l="l" r="r" t="t"/>
              <a:pathLst>
                <a:path extrusionOk="0" h="3673" w="3461">
                  <a:moveTo>
                    <a:pt x="1723" y="1"/>
                  </a:moveTo>
                  <a:cubicBezTo>
                    <a:pt x="1240" y="1"/>
                    <a:pt x="765" y="184"/>
                    <a:pt x="523" y="391"/>
                  </a:cubicBezTo>
                  <a:cubicBezTo>
                    <a:pt x="1" y="826"/>
                    <a:pt x="218" y="1610"/>
                    <a:pt x="240" y="1675"/>
                  </a:cubicBezTo>
                  <a:cubicBezTo>
                    <a:pt x="262" y="1740"/>
                    <a:pt x="110" y="2415"/>
                    <a:pt x="110" y="2524"/>
                  </a:cubicBezTo>
                  <a:cubicBezTo>
                    <a:pt x="131" y="2611"/>
                    <a:pt x="218" y="2654"/>
                    <a:pt x="262" y="2654"/>
                  </a:cubicBezTo>
                  <a:cubicBezTo>
                    <a:pt x="305" y="2654"/>
                    <a:pt x="371" y="3590"/>
                    <a:pt x="480" y="3655"/>
                  </a:cubicBezTo>
                  <a:cubicBezTo>
                    <a:pt x="517" y="3668"/>
                    <a:pt x="583" y="3673"/>
                    <a:pt x="665" y="3673"/>
                  </a:cubicBezTo>
                  <a:cubicBezTo>
                    <a:pt x="1007" y="3673"/>
                    <a:pt x="1632" y="3581"/>
                    <a:pt x="1720" y="3546"/>
                  </a:cubicBezTo>
                  <a:cubicBezTo>
                    <a:pt x="2242" y="3350"/>
                    <a:pt x="2503" y="3133"/>
                    <a:pt x="2786" y="2741"/>
                  </a:cubicBezTo>
                  <a:cubicBezTo>
                    <a:pt x="3156" y="2241"/>
                    <a:pt x="3460" y="1414"/>
                    <a:pt x="2873" y="544"/>
                  </a:cubicBezTo>
                  <a:cubicBezTo>
                    <a:pt x="2587" y="145"/>
                    <a:pt x="2151" y="1"/>
                    <a:pt x="1723"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5" name="Google Shape;315;g39181ba8852_1_307"/>
            <p:cNvSpPr/>
            <p:nvPr/>
          </p:nvSpPr>
          <p:spPr>
            <a:xfrm>
              <a:off x="422356" y="2244225"/>
              <a:ext cx="301679" cy="304671"/>
            </a:xfrm>
            <a:custGeom>
              <a:rect b="b" l="l" r="r" t="t"/>
              <a:pathLst>
                <a:path extrusionOk="0" h="3250" w="3218">
                  <a:moveTo>
                    <a:pt x="1361" y="0"/>
                  </a:moveTo>
                  <a:cubicBezTo>
                    <a:pt x="1321" y="0"/>
                    <a:pt x="1287" y="3"/>
                    <a:pt x="1262" y="8"/>
                  </a:cubicBezTo>
                  <a:cubicBezTo>
                    <a:pt x="1001" y="51"/>
                    <a:pt x="240" y="73"/>
                    <a:pt x="0" y="878"/>
                  </a:cubicBezTo>
                  <a:cubicBezTo>
                    <a:pt x="0" y="878"/>
                    <a:pt x="161" y="798"/>
                    <a:pt x="420" y="798"/>
                  </a:cubicBezTo>
                  <a:cubicBezTo>
                    <a:pt x="718" y="798"/>
                    <a:pt x="1145" y="903"/>
                    <a:pt x="1610" y="1357"/>
                  </a:cubicBezTo>
                  <a:cubicBezTo>
                    <a:pt x="1784" y="1531"/>
                    <a:pt x="1393" y="2270"/>
                    <a:pt x="1436" y="2336"/>
                  </a:cubicBezTo>
                  <a:cubicBezTo>
                    <a:pt x="1439" y="2342"/>
                    <a:pt x="1445" y="2344"/>
                    <a:pt x="1453" y="2344"/>
                  </a:cubicBezTo>
                  <a:cubicBezTo>
                    <a:pt x="1561" y="2344"/>
                    <a:pt x="2089" y="1892"/>
                    <a:pt x="2132" y="1892"/>
                  </a:cubicBezTo>
                  <a:cubicBezTo>
                    <a:pt x="2135" y="1892"/>
                    <a:pt x="2135" y="1895"/>
                    <a:pt x="2133" y="1901"/>
                  </a:cubicBezTo>
                  <a:cubicBezTo>
                    <a:pt x="1850" y="2749"/>
                    <a:pt x="2111" y="3250"/>
                    <a:pt x="2198" y="3250"/>
                  </a:cubicBezTo>
                  <a:cubicBezTo>
                    <a:pt x="2200" y="3250"/>
                    <a:pt x="2202" y="3250"/>
                    <a:pt x="2204" y="3250"/>
                  </a:cubicBezTo>
                  <a:cubicBezTo>
                    <a:pt x="2451" y="3250"/>
                    <a:pt x="3217" y="2087"/>
                    <a:pt x="2894" y="1096"/>
                  </a:cubicBezTo>
                  <a:cubicBezTo>
                    <a:pt x="2601" y="198"/>
                    <a:pt x="1714" y="0"/>
                    <a:pt x="1361"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6" name="Google Shape;316;g39181ba8852_1_307"/>
            <p:cNvSpPr/>
            <p:nvPr/>
          </p:nvSpPr>
          <p:spPr>
            <a:xfrm>
              <a:off x="569164" y="2410999"/>
              <a:ext cx="63373" cy="93651"/>
            </a:xfrm>
            <a:custGeom>
              <a:rect b="b" l="l" r="r" t="t"/>
              <a:pathLst>
                <a:path extrusionOk="0" h="999" w="676">
                  <a:moveTo>
                    <a:pt x="409" y="0"/>
                  </a:moveTo>
                  <a:cubicBezTo>
                    <a:pt x="309" y="0"/>
                    <a:pt x="224" y="83"/>
                    <a:pt x="153" y="296"/>
                  </a:cubicBezTo>
                  <a:cubicBezTo>
                    <a:pt x="44" y="578"/>
                    <a:pt x="1" y="948"/>
                    <a:pt x="153" y="992"/>
                  </a:cubicBezTo>
                  <a:cubicBezTo>
                    <a:pt x="167" y="996"/>
                    <a:pt x="181" y="999"/>
                    <a:pt x="195" y="999"/>
                  </a:cubicBezTo>
                  <a:cubicBezTo>
                    <a:pt x="323" y="999"/>
                    <a:pt x="491" y="834"/>
                    <a:pt x="588" y="600"/>
                  </a:cubicBezTo>
                  <a:cubicBezTo>
                    <a:pt x="675" y="317"/>
                    <a:pt x="632" y="56"/>
                    <a:pt x="479" y="13"/>
                  </a:cubicBezTo>
                  <a:cubicBezTo>
                    <a:pt x="455" y="5"/>
                    <a:pt x="432" y="0"/>
                    <a:pt x="409"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7" name="Google Shape;317;g39181ba8852_1_307"/>
            <p:cNvSpPr/>
            <p:nvPr/>
          </p:nvSpPr>
          <p:spPr>
            <a:xfrm>
              <a:off x="471292" y="4945518"/>
              <a:ext cx="104153" cy="18468"/>
            </a:xfrm>
            <a:custGeom>
              <a:rect b="b" l="l" r="r" t="t"/>
              <a:pathLst>
                <a:path extrusionOk="0" h="197" w="1111">
                  <a:moveTo>
                    <a:pt x="0" y="0"/>
                  </a:moveTo>
                  <a:lnTo>
                    <a:pt x="0" y="196"/>
                  </a:lnTo>
                  <a:lnTo>
                    <a:pt x="1110" y="196"/>
                  </a:lnTo>
                  <a:lnTo>
                    <a:pt x="1110"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8" name="Google Shape;318;g39181ba8852_1_307"/>
            <p:cNvSpPr/>
            <p:nvPr/>
          </p:nvSpPr>
          <p:spPr>
            <a:xfrm>
              <a:off x="202052" y="4807430"/>
              <a:ext cx="393740" cy="172866"/>
            </a:xfrm>
            <a:custGeom>
              <a:rect b="b" l="l" r="r" t="t"/>
              <a:pathLst>
                <a:path extrusionOk="0" h="1844" w="4200">
                  <a:moveTo>
                    <a:pt x="3753" y="1"/>
                  </a:moveTo>
                  <a:cubicBezTo>
                    <a:pt x="3431" y="1"/>
                    <a:pt x="2807" y="37"/>
                    <a:pt x="2807" y="37"/>
                  </a:cubicBezTo>
                  <a:cubicBezTo>
                    <a:pt x="2807" y="37"/>
                    <a:pt x="2241" y="233"/>
                    <a:pt x="1393" y="1016"/>
                  </a:cubicBezTo>
                  <a:cubicBezTo>
                    <a:pt x="1066" y="1321"/>
                    <a:pt x="0" y="1125"/>
                    <a:pt x="0" y="1691"/>
                  </a:cubicBezTo>
                  <a:cubicBezTo>
                    <a:pt x="0" y="1821"/>
                    <a:pt x="566" y="1843"/>
                    <a:pt x="892" y="1843"/>
                  </a:cubicBezTo>
                  <a:cubicBezTo>
                    <a:pt x="2002" y="1843"/>
                    <a:pt x="2154" y="1604"/>
                    <a:pt x="2590" y="1539"/>
                  </a:cubicBezTo>
                  <a:cubicBezTo>
                    <a:pt x="3025" y="1495"/>
                    <a:pt x="3525" y="1473"/>
                    <a:pt x="3939" y="1473"/>
                  </a:cubicBezTo>
                  <a:cubicBezTo>
                    <a:pt x="4091" y="1473"/>
                    <a:pt x="4200" y="1016"/>
                    <a:pt x="4200" y="799"/>
                  </a:cubicBezTo>
                  <a:cubicBezTo>
                    <a:pt x="4178" y="603"/>
                    <a:pt x="4091" y="211"/>
                    <a:pt x="3939" y="16"/>
                  </a:cubicBezTo>
                  <a:cubicBezTo>
                    <a:pt x="3933" y="5"/>
                    <a:pt x="3860" y="1"/>
                    <a:pt x="3753"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19" name="Google Shape;319;g39181ba8852_1_307"/>
            <p:cNvSpPr/>
            <p:nvPr/>
          </p:nvSpPr>
          <p:spPr>
            <a:xfrm>
              <a:off x="328516" y="3380990"/>
              <a:ext cx="344803" cy="1478921"/>
            </a:xfrm>
            <a:custGeom>
              <a:rect b="b" l="l" r="r" t="t"/>
              <a:pathLst>
                <a:path extrusionOk="0" h="15776" w="3678">
                  <a:moveTo>
                    <a:pt x="174" y="1"/>
                  </a:moveTo>
                  <a:cubicBezTo>
                    <a:pt x="174" y="305"/>
                    <a:pt x="0" y="2438"/>
                    <a:pt x="22" y="3178"/>
                  </a:cubicBezTo>
                  <a:cubicBezTo>
                    <a:pt x="131" y="5484"/>
                    <a:pt x="457" y="8312"/>
                    <a:pt x="501" y="8726"/>
                  </a:cubicBezTo>
                  <a:cubicBezTo>
                    <a:pt x="566" y="9357"/>
                    <a:pt x="914" y="15406"/>
                    <a:pt x="914" y="15406"/>
                  </a:cubicBezTo>
                  <a:cubicBezTo>
                    <a:pt x="914" y="15406"/>
                    <a:pt x="1371" y="15775"/>
                    <a:pt x="1893" y="15775"/>
                  </a:cubicBezTo>
                  <a:cubicBezTo>
                    <a:pt x="2720" y="15775"/>
                    <a:pt x="3046" y="15536"/>
                    <a:pt x="3046" y="15536"/>
                  </a:cubicBezTo>
                  <a:cubicBezTo>
                    <a:pt x="3046" y="15536"/>
                    <a:pt x="2981" y="13077"/>
                    <a:pt x="3003" y="11859"/>
                  </a:cubicBezTo>
                  <a:cubicBezTo>
                    <a:pt x="3025" y="10836"/>
                    <a:pt x="2590" y="9292"/>
                    <a:pt x="2524" y="8922"/>
                  </a:cubicBezTo>
                  <a:cubicBezTo>
                    <a:pt x="2481" y="8530"/>
                    <a:pt x="2611" y="8204"/>
                    <a:pt x="2829" y="6594"/>
                  </a:cubicBezTo>
                  <a:cubicBezTo>
                    <a:pt x="3046" y="4983"/>
                    <a:pt x="3677" y="2916"/>
                    <a:pt x="3612" y="2285"/>
                  </a:cubicBezTo>
                  <a:cubicBezTo>
                    <a:pt x="3525" y="1633"/>
                    <a:pt x="2067" y="153"/>
                    <a:pt x="2067" y="153"/>
                  </a:cubicBezTo>
                  <a:lnTo>
                    <a:pt x="17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0" name="Google Shape;320;g39181ba8852_1_307"/>
            <p:cNvSpPr/>
            <p:nvPr/>
          </p:nvSpPr>
          <p:spPr>
            <a:xfrm>
              <a:off x="497822" y="2709955"/>
              <a:ext cx="85779" cy="51091"/>
            </a:xfrm>
            <a:custGeom>
              <a:rect b="b" l="l" r="r" t="t"/>
              <a:pathLst>
                <a:path extrusionOk="0" h="545" w="915">
                  <a:moveTo>
                    <a:pt x="914" y="0"/>
                  </a:moveTo>
                  <a:lnTo>
                    <a:pt x="87" y="131"/>
                  </a:lnTo>
                  <a:lnTo>
                    <a:pt x="0" y="544"/>
                  </a:lnTo>
                  <a:lnTo>
                    <a:pt x="914"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1" name="Google Shape;321;g39181ba8852_1_307"/>
            <p:cNvSpPr/>
            <p:nvPr/>
          </p:nvSpPr>
          <p:spPr>
            <a:xfrm>
              <a:off x="465199" y="2713987"/>
              <a:ext cx="32718" cy="47060"/>
            </a:xfrm>
            <a:custGeom>
              <a:rect b="b" l="l" r="r" t="t"/>
              <a:pathLst>
                <a:path extrusionOk="0" h="502" w="349">
                  <a:moveTo>
                    <a:pt x="218" y="1"/>
                  </a:moveTo>
                  <a:lnTo>
                    <a:pt x="0" y="175"/>
                  </a:lnTo>
                  <a:lnTo>
                    <a:pt x="348" y="501"/>
                  </a:lnTo>
                  <a:lnTo>
                    <a:pt x="218"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2" name="Google Shape;322;g39181ba8852_1_307"/>
            <p:cNvSpPr/>
            <p:nvPr/>
          </p:nvSpPr>
          <p:spPr>
            <a:xfrm>
              <a:off x="467167" y="3387177"/>
              <a:ext cx="493768" cy="1566573"/>
            </a:xfrm>
            <a:custGeom>
              <a:rect b="b" l="l" r="r" t="t"/>
              <a:pathLst>
                <a:path extrusionOk="0" h="16711" w="5267">
                  <a:moveTo>
                    <a:pt x="2873" y="0"/>
                  </a:moveTo>
                  <a:lnTo>
                    <a:pt x="1" y="44"/>
                  </a:lnTo>
                  <a:lnTo>
                    <a:pt x="218" y="2198"/>
                  </a:lnTo>
                  <a:cubicBezTo>
                    <a:pt x="218" y="2198"/>
                    <a:pt x="2024" y="8856"/>
                    <a:pt x="2198" y="9791"/>
                  </a:cubicBezTo>
                  <a:cubicBezTo>
                    <a:pt x="2373" y="10727"/>
                    <a:pt x="3439" y="16710"/>
                    <a:pt x="3439" y="16710"/>
                  </a:cubicBezTo>
                  <a:lnTo>
                    <a:pt x="5266" y="16427"/>
                  </a:lnTo>
                  <a:cubicBezTo>
                    <a:pt x="5266" y="16427"/>
                    <a:pt x="5136" y="13577"/>
                    <a:pt x="4896" y="12163"/>
                  </a:cubicBezTo>
                  <a:cubicBezTo>
                    <a:pt x="4679" y="10727"/>
                    <a:pt x="4374" y="9291"/>
                    <a:pt x="4287" y="8834"/>
                  </a:cubicBezTo>
                  <a:cubicBezTo>
                    <a:pt x="4222" y="8355"/>
                    <a:pt x="3939" y="3373"/>
                    <a:pt x="3700" y="2394"/>
                  </a:cubicBezTo>
                  <a:cubicBezTo>
                    <a:pt x="3460" y="1436"/>
                    <a:pt x="2873" y="0"/>
                    <a:pt x="287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3" name="Google Shape;323;g39181ba8852_1_307"/>
            <p:cNvSpPr/>
            <p:nvPr/>
          </p:nvSpPr>
          <p:spPr>
            <a:xfrm>
              <a:off x="587538" y="3387177"/>
              <a:ext cx="373396" cy="1548199"/>
            </a:xfrm>
            <a:custGeom>
              <a:rect b="b" l="l" r="r" t="t"/>
              <a:pathLst>
                <a:path extrusionOk="0" h="16515" w="3983">
                  <a:moveTo>
                    <a:pt x="1589" y="0"/>
                  </a:moveTo>
                  <a:lnTo>
                    <a:pt x="1" y="44"/>
                  </a:lnTo>
                  <a:cubicBezTo>
                    <a:pt x="1" y="44"/>
                    <a:pt x="1393" y="3438"/>
                    <a:pt x="1545" y="4069"/>
                  </a:cubicBezTo>
                  <a:cubicBezTo>
                    <a:pt x="1698" y="4722"/>
                    <a:pt x="2133" y="9052"/>
                    <a:pt x="2176" y="9313"/>
                  </a:cubicBezTo>
                  <a:cubicBezTo>
                    <a:pt x="2198" y="9552"/>
                    <a:pt x="3330" y="16210"/>
                    <a:pt x="3373" y="16515"/>
                  </a:cubicBezTo>
                  <a:lnTo>
                    <a:pt x="3982" y="16427"/>
                  </a:lnTo>
                  <a:cubicBezTo>
                    <a:pt x="3982" y="16427"/>
                    <a:pt x="3852" y="13577"/>
                    <a:pt x="3612" y="12163"/>
                  </a:cubicBezTo>
                  <a:cubicBezTo>
                    <a:pt x="3395" y="10727"/>
                    <a:pt x="3090" y="9291"/>
                    <a:pt x="3003" y="8834"/>
                  </a:cubicBezTo>
                  <a:cubicBezTo>
                    <a:pt x="2938" y="8355"/>
                    <a:pt x="2655" y="3373"/>
                    <a:pt x="2416" y="2394"/>
                  </a:cubicBezTo>
                  <a:cubicBezTo>
                    <a:pt x="2176" y="1436"/>
                    <a:pt x="1589" y="0"/>
                    <a:pt x="1589"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4" name="Google Shape;324;g39181ba8852_1_307"/>
            <p:cNvSpPr/>
            <p:nvPr/>
          </p:nvSpPr>
          <p:spPr>
            <a:xfrm>
              <a:off x="342766" y="3380990"/>
              <a:ext cx="408083" cy="51091"/>
            </a:xfrm>
            <a:custGeom>
              <a:rect b="b" l="l" r="r" t="t"/>
              <a:pathLst>
                <a:path extrusionOk="0" h="545" w="4353">
                  <a:moveTo>
                    <a:pt x="22" y="1"/>
                  </a:moveTo>
                  <a:lnTo>
                    <a:pt x="1" y="436"/>
                  </a:lnTo>
                  <a:cubicBezTo>
                    <a:pt x="1" y="436"/>
                    <a:pt x="1067" y="545"/>
                    <a:pt x="1567" y="545"/>
                  </a:cubicBezTo>
                  <a:cubicBezTo>
                    <a:pt x="2089" y="545"/>
                    <a:pt x="4352" y="414"/>
                    <a:pt x="4352" y="414"/>
                  </a:cubicBezTo>
                  <a:lnTo>
                    <a:pt x="4243" y="66"/>
                  </a:lnTo>
                  <a:cubicBezTo>
                    <a:pt x="4243" y="66"/>
                    <a:pt x="1437" y="110"/>
                    <a:pt x="1284" y="110"/>
                  </a:cubicBezTo>
                  <a:cubicBezTo>
                    <a:pt x="1110" y="110"/>
                    <a:pt x="22" y="1"/>
                    <a:pt x="22" y="1"/>
                  </a:cubicBezTo>
                  <a:close/>
                </a:path>
              </a:pathLst>
            </a:custGeom>
            <a:solidFill>
              <a:srgbClr val="3B1B1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5" name="Google Shape;325;g39181ba8852_1_307"/>
            <p:cNvSpPr/>
            <p:nvPr/>
          </p:nvSpPr>
          <p:spPr>
            <a:xfrm>
              <a:off x="467167" y="2720174"/>
              <a:ext cx="61311" cy="57184"/>
            </a:xfrm>
            <a:custGeom>
              <a:rect b="b" l="l" r="r" t="t"/>
              <a:pathLst>
                <a:path extrusionOk="0" h="610" w="654">
                  <a:moveTo>
                    <a:pt x="1" y="0"/>
                  </a:moveTo>
                  <a:lnTo>
                    <a:pt x="66" y="522"/>
                  </a:lnTo>
                  <a:lnTo>
                    <a:pt x="393" y="609"/>
                  </a:lnTo>
                  <a:lnTo>
                    <a:pt x="654" y="174"/>
                  </a:lnTo>
                  <a:lnTo>
                    <a:pt x="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6" name="Google Shape;326;g39181ba8852_1_307"/>
            <p:cNvSpPr/>
            <p:nvPr/>
          </p:nvSpPr>
          <p:spPr>
            <a:xfrm>
              <a:off x="393764" y="2769109"/>
              <a:ext cx="110247" cy="718087"/>
            </a:xfrm>
            <a:custGeom>
              <a:rect b="b" l="l" r="r" t="t"/>
              <a:pathLst>
                <a:path extrusionOk="0" h="7660" w="1176">
                  <a:moveTo>
                    <a:pt x="849" y="0"/>
                  </a:moveTo>
                  <a:cubicBezTo>
                    <a:pt x="849" y="0"/>
                    <a:pt x="349" y="936"/>
                    <a:pt x="175" y="2350"/>
                  </a:cubicBezTo>
                  <a:cubicBezTo>
                    <a:pt x="1" y="3765"/>
                    <a:pt x="240" y="7007"/>
                    <a:pt x="240" y="7007"/>
                  </a:cubicBezTo>
                  <a:lnTo>
                    <a:pt x="610" y="7659"/>
                  </a:lnTo>
                  <a:lnTo>
                    <a:pt x="1045" y="6898"/>
                  </a:lnTo>
                  <a:cubicBezTo>
                    <a:pt x="1045" y="6898"/>
                    <a:pt x="588" y="3503"/>
                    <a:pt x="697" y="2459"/>
                  </a:cubicBezTo>
                  <a:cubicBezTo>
                    <a:pt x="784" y="1415"/>
                    <a:pt x="1176" y="87"/>
                    <a:pt x="1176" y="87"/>
                  </a:cubicBezTo>
                  <a:lnTo>
                    <a:pt x="849"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7" name="Google Shape;327;g39181ba8852_1_307"/>
            <p:cNvSpPr/>
            <p:nvPr/>
          </p:nvSpPr>
          <p:spPr>
            <a:xfrm>
              <a:off x="505978" y="2634490"/>
              <a:ext cx="173433" cy="140805"/>
            </a:xfrm>
            <a:custGeom>
              <a:rect b="b" l="l" r="r" t="t"/>
              <a:pathLst>
                <a:path extrusionOk="0" h="1502" w="1850">
                  <a:moveTo>
                    <a:pt x="1545" y="0"/>
                  </a:moveTo>
                  <a:lnTo>
                    <a:pt x="0" y="936"/>
                  </a:lnTo>
                  <a:lnTo>
                    <a:pt x="240" y="1502"/>
                  </a:lnTo>
                  <a:lnTo>
                    <a:pt x="1850" y="436"/>
                  </a:lnTo>
                  <a:lnTo>
                    <a:pt x="1545" y="0"/>
                  </a:lnTo>
                  <a:close/>
                </a:path>
              </a:pathLst>
            </a:custGeom>
            <a:solidFill>
              <a:srgbClr val="E0F2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8" name="Google Shape;328;g39181ba8852_1_307"/>
            <p:cNvSpPr/>
            <p:nvPr/>
          </p:nvSpPr>
          <p:spPr>
            <a:xfrm>
              <a:off x="444762" y="2683425"/>
              <a:ext cx="40874" cy="69465"/>
            </a:xfrm>
            <a:custGeom>
              <a:rect b="b" l="l" r="r" t="t"/>
              <a:pathLst>
                <a:path extrusionOk="0" h="741" w="436">
                  <a:moveTo>
                    <a:pt x="305" y="1"/>
                  </a:moveTo>
                  <a:lnTo>
                    <a:pt x="1" y="305"/>
                  </a:lnTo>
                  <a:lnTo>
                    <a:pt x="66" y="740"/>
                  </a:lnTo>
                  <a:lnTo>
                    <a:pt x="436" y="327"/>
                  </a:lnTo>
                  <a:lnTo>
                    <a:pt x="305" y="1"/>
                  </a:lnTo>
                  <a:close/>
                </a:path>
              </a:pathLst>
            </a:custGeom>
            <a:solidFill>
              <a:srgbClr val="E0F2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29" name="Google Shape;329;g39181ba8852_1_307"/>
            <p:cNvSpPr/>
            <p:nvPr/>
          </p:nvSpPr>
          <p:spPr>
            <a:xfrm>
              <a:off x="675285" y="2725049"/>
              <a:ext cx="399833" cy="499286"/>
            </a:xfrm>
            <a:custGeom>
              <a:rect b="b" l="l" r="r" t="t"/>
              <a:pathLst>
                <a:path extrusionOk="0" h="5326" w="4265">
                  <a:moveTo>
                    <a:pt x="1123" y="0"/>
                  </a:moveTo>
                  <a:cubicBezTo>
                    <a:pt x="939" y="0"/>
                    <a:pt x="751" y="76"/>
                    <a:pt x="566" y="253"/>
                  </a:cubicBezTo>
                  <a:cubicBezTo>
                    <a:pt x="0" y="797"/>
                    <a:pt x="305" y="1471"/>
                    <a:pt x="566" y="1928"/>
                  </a:cubicBezTo>
                  <a:cubicBezTo>
                    <a:pt x="827" y="2407"/>
                    <a:pt x="2851" y="5170"/>
                    <a:pt x="3112" y="5301"/>
                  </a:cubicBezTo>
                  <a:cubicBezTo>
                    <a:pt x="3143" y="5318"/>
                    <a:pt x="3182" y="5326"/>
                    <a:pt x="3224" y="5326"/>
                  </a:cubicBezTo>
                  <a:cubicBezTo>
                    <a:pt x="3562" y="5326"/>
                    <a:pt x="4183" y="4844"/>
                    <a:pt x="4221" y="4670"/>
                  </a:cubicBezTo>
                  <a:cubicBezTo>
                    <a:pt x="4265" y="4452"/>
                    <a:pt x="2415" y="1036"/>
                    <a:pt x="2002" y="536"/>
                  </a:cubicBezTo>
                  <a:cubicBezTo>
                    <a:pt x="1741" y="220"/>
                    <a:pt x="1438" y="0"/>
                    <a:pt x="1123"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0" name="Google Shape;330;g39181ba8852_1_307"/>
            <p:cNvSpPr/>
            <p:nvPr/>
          </p:nvSpPr>
          <p:spPr>
            <a:xfrm>
              <a:off x="687472" y="2724955"/>
              <a:ext cx="330554" cy="372636"/>
            </a:xfrm>
            <a:custGeom>
              <a:rect b="b" l="l" r="r" t="t"/>
              <a:pathLst>
                <a:path extrusionOk="0" h="3975" w="3526">
                  <a:moveTo>
                    <a:pt x="1004" y="0"/>
                  </a:moveTo>
                  <a:cubicBezTo>
                    <a:pt x="634" y="0"/>
                    <a:pt x="219" y="231"/>
                    <a:pt x="110" y="733"/>
                  </a:cubicBezTo>
                  <a:cubicBezTo>
                    <a:pt x="44" y="972"/>
                    <a:pt x="1" y="1581"/>
                    <a:pt x="305" y="1951"/>
                  </a:cubicBezTo>
                  <a:cubicBezTo>
                    <a:pt x="762" y="2495"/>
                    <a:pt x="1828" y="3974"/>
                    <a:pt x="1828" y="3974"/>
                  </a:cubicBezTo>
                  <a:cubicBezTo>
                    <a:pt x="1828" y="3974"/>
                    <a:pt x="2329" y="3887"/>
                    <a:pt x="2808" y="3518"/>
                  </a:cubicBezTo>
                  <a:cubicBezTo>
                    <a:pt x="3373" y="3061"/>
                    <a:pt x="3526" y="2582"/>
                    <a:pt x="3526" y="2582"/>
                  </a:cubicBezTo>
                  <a:cubicBezTo>
                    <a:pt x="3526" y="2582"/>
                    <a:pt x="1872" y="384"/>
                    <a:pt x="1393" y="102"/>
                  </a:cubicBezTo>
                  <a:cubicBezTo>
                    <a:pt x="1284" y="35"/>
                    <a:pt x="1147" y="0"/>
                    <a:pt x="100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1" name="Google Shape;331;g39181ba8852_1_307"/>
            <p:cNvSpPr/>
            <p:nvPr/>
          </p:nvSpPr>
          <p:spPr>
            <a:xfrm>
              <a:off x="677253" y="3123938"/>
              <a:ext cx="432551" cy="369355"/>
            </a:xfrm>
            <a:custGeom>
              <a:rect b="b" l="l" r="r" t="t"/>
              <a:pathLst>
                <a:path extrusionOk="0" h="3940" w="4614">
                  <a:moveTo>
                    <a:pt x="3446" y="1"/>
                  </a:moveTo>
                  <a:cubicBezTo>
                    <a:pt x="3062" y="1"/>
                    <a:pt x="2710" y="208"/>
                    <a:pt x="2612" y="306"/>
                  </a:cubicBezTo>
                  <a:cubicBezTo>
                    <a:pt x="1111" y="1720"/>
                    <a:pt x="1" y="3352"/>
                    <a:pt x="1" y="3352"/>
                  </a:cubicBezTo>
                  <a:lnTo>
                    <a:pt x="567" y="3940"/>
                  </a:lnTo>
                  <a:cubicBezTo>
                    <a:pt x="567" y="3940"/>
                    <a:pt x="2351" y="2721"/>
                    <a:pt x="2938" y="2242"/>
                  </a:cubicBezTo>
                  <a:cubicBezTo>
                    <a:pt x="3504" y="1764"/>
                    <a:pt x="4614" y="719"/>
                    <a:pt x="4070" y="241"/>
                  </a:cubicBezTo>
                  <a:cubicBezTo>
                    <a:pt x="3877" y="63"/>
                    <a:pt x="3657" y="1"/>
                    <a:pt x="3446"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2" name="Google Shape;332;g39181ba8852_1_307"/>
            <p:cNvSpPr/>
            <p:nvPr/>
          </p:nvSpPr>
          <p:spPr>
            <a:xfrm>
              <a:off x="634505" y="3525734"/>
              <a:ext cx="65342" cy="73684"/>
            </a:xfrm>
            <a:custGeom>
              <a:rect b="b" l="l" r="r" t="t"/>
              <a:pathLst>
                <a:path extrusionOk="0" h="786" w="697">
                  <a:moveTo>
                    <a:pt x="535" y="1"/>
                  </a:moveTo>
                  <a:cubicBezTo>
                    <a:pt x="488" y="1"/>
                    <a:pt x="442" y="25"/>
                    <a:pt x="413" y="67"/>
                  </a:cubicBezTo>
                  <a:lnTo>
                    <a:pt x="44" y="546"/>
                  </a:lnTo>
                  <a:cubicBezTo>
                    <a:pt x="0" y="611"/>
                    <a:pt x="22" y="698"/>
                    <a:pt x="87" y="763"/>
                  </a:cubicBezTo>
                  <a:cubicBezTo>
                    <a:pt x="110" y="779"/>
                    <a:pt x="136" y="786"/>
                    <a:pt x="162" y="786"/>
                  </a:cubicBezTo>
                  <a:cubicBezTo>
                    <a:pt x="209" y="786"/>
                    <a:pt x="255" y="762"/>
                    <a:pt x="283" y="720"/>
                  </a:cubicBezTo>
                  <a:lnTo>
                    <a:pt x="653" y="241"/>
                  </a:lnTo>
                  <a:cubicBezTo>
                    <a:pt x="696" y="176"/>
                    <a:pt x="675" y="89"/>
                    <a:pt x="609" y="23"/>
                  </a:cubicBezTo>
                  <a:cubicBezTo>
                    <a:pt x="586" y="8"/>
                    <a:pt x="560" y="1"/>
                    <a:pt x="53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3" name="Google Shape;333;g39181ba8852_1_307"/>
            <p:cNvSpPr/>
            <p:nvPr/>
          </p:nvSpPr>
          <p:spPr>
            <a:xfrm>
              <a:off x="614068" y="3513453"/>
              <a:ext cx="63280" cy="72465"/>
            </a:xfrm>
            <a:custGeom>
              <a:rect b="b" l="l" r="r" t="t"/>
              <a:pathLst>
                <a:path extrusionOk="0" h="773" w="675">
                  <a:moveTo>
                    <a:pt x="517" y="0"/>
                  </a:moveTo>
                  <a:cubicBezTo>
                    <a:pt x="471" y="0"/>
                    <a:pt x="419" y="19"/>
                    <a:pt x="392" y="46"/>
                  </a:cubicBezTo>
                  <a:lnTo>
                    <a:pt x="44" y="546"/>
                  </a:lnTo>
                  <a:cubicBezTo>
                    <a:pt x="0" y="611"/>
                    <a:pt x="0" y="698"/>
                    <a:pt x="66" y="742"/>
                  </a:cubicBezTo>
                  <a:cubicBezTo>
                    <a:pt x="95" y="761"/>
                    <a:pt x="129" y="772"/>
                    <a:pt x="161" y="772"/>
                  </a:cubicBezTo>
                  <a:cubicBezTo>
                    <a:pt x="200" y="772"/>
                    <a:pt x="238" y="756"/>
                    <a:pt x="262" y="720"/>
                  </a:cubicBezTo>
                  <a:lnTo>
                    <a:pt x="631" y="220"/>
                  </a:lnTo>
                  <a:cubicBezTo>
                    <a:pt x="675" y="154"/>
                    <a:pt x="653" y="67"/>
                    <a:pt x="610" y="24"/>
                  </a:cubicBezTo>
                  <a:lnTo>
                    <a:pt x="588" y="24"/>
                  </a:lnTo>
                  <a:cubicBezTo>
                    <a:pt x="571" y="7"/>
                    <a:pt x="545" y="0"/>
                    <a:pt x="517"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4" name="Google Shape;334;g39181ba8852_1_307"/>
            <p:cNvSpPr/>
            <p:nvPr/>
          </p:nvSpPr>
          <p:spPr>
            <a:xfrm>
              <a:off x="593631" y="3499204"/>
              <a:ext cx="63373" cy="73309"/>
            </a:xfrm>
            <a:custGeom>
              <a:rect b="b" l="l" r="r" t="t"/>
              <a:pathLst>
                <a:path extrusionOk="0" h="782" w="676">
                  <a:moveTo>
                    <a:pt x="534" y="1"/>
                  </a:moveTo>
                  <a:cubicBezTo>
                    <a:pt x="486" y="1"/>
                    <a:pt x="435" y="25"/>
                    <a:pt x="393" y="67"/>
                  </a:cubicBezTo>
                  <a:lnTo>
                    <a:pt x="44" y="546"/>
                  </a:lnTo>
                  <a:cubicBezTo>
                    <a:pt x="1" y="611"/>
                    <a:pt x="1" y="698"/>
                    <a:pt x="66" y="742"/>
                  </a:cubicBezTo>
                  <a:cubicBezTo>
                    <a:pt x="94" y="769"/>
                    <a:pt x="125" y="781"/>
                    <a:pt x="155" y="781"/>
                  </a:cubicBezTo>
                  <a:cubicBezTo>
                    <a:pt x="197" y="781"/>
                    <a:pt x="237" y="758"/>
                    <a:pt x="262" y="720"/>
                  </a:cubicBezTo>
                  <a:lnTo>
                    <a:pt x="632" y="219"/>
                  </a:lnTo>
                  <a:cubicBezTo>
                    <a:pt x="675" y="176"/>
                    <a:pt x="654" y="67"/>
                    <a:pt x="610" y="24"/>
                  </a:cubicBezTo>
                  <a:cubicBezTo>
                    <a:pt x="587" y="8"/>
                    <a:pt x="561" y="1"/>
                    <a:pt x="534"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5" name="Google Shape;335;g39181ba8852_1_307"/>
            <p:cNvSpPr/>
            <p:nvPr/>
          </p:nvSpPr>
          <p:spPr>
            <a:xfrm>
              <a:off x="575351" y="3484204"/>
              <a:ext cx="63280" cy="73121"/>
            </a:xfrm>
            <a:custGeom>
              <a:rect b="b" l="l" r="r" t="t"/>
              <a:pathLst>
                <a:path extrusionOk="0" h="780" w="675">
                  <a:moveTo>
                    <a:pt x="512" y="1"/>
                  </a:moveTo>
                  <a:cubicBezTo>
                    <a:pt x="470" y="1"/>
                    <a:pt x="428" y="17"/>
                    <a:pt x="392" y="53"/>
                  </a:cubicBezTo>
                  <a:lnTo>
                    <a:pt x="44" y="553"/>
                  </a:lnTo>
                  <a:cubicBezTo>
                    <a:pt x="0" y="619"/>
                    <a:pt x="0" y="706"/>
                    <a:pt x="65" y="749"/>
                  </a:cubicBezTo>
                  <a:cubicBezTo>
                    <a:pt x="95" y="769"/>
                    <a:pt x="128" y="780"/>
                    <a:pt x="161" y="780"/>
                  </a:cubicBezTo>
                  <a:cubicBezTo>
                    <a:pt x="200" y="780"/>
                    <a:pt x="237" y="763"/>
                    <a:pt x="261" y="728"/>
                  </a:cubicBezTo>
                  <a:lnTo>
                    <a:pt x="631" y="227"/>
                  </a:lnTo>
                  <a:cubicBezTo>
                    <a:pt x="675" y="162"/>
                    <a:pt x="675" y="75"/>
                    <a:pt x="609" y="31"/>
                  </a:cubicBezTo>
                  <a:cubicBezTo>
                    <a:pt x="580" y="12"/>
                    <a:pt x="546" y="1"/>
                    <a:pt x="512"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6" name="Google Shape;336;g39181ba8852_1_307"/>
            <p:cNvSpPr/>
            <p:nvPr/>
          </p:nvSpPr>
          <p:spPr>
            <a:xfrm>
              <a:off x="577319" y="3401426"/>
              <a:ext cx="173527" cy="191802"/>
            </a:xfrm>
            <a:custGeom>
              <a:rect b="b" l="l" r="r" t="t"/>
              <a:pathLst>
                <a:path extrusionOk="0" h="2046" w="1851">
                  <a:moveTo>
                    <a:pt x="1480" y="0"/>
                  </a:moveTo>
                  <a:cubicBezTo>
                    <a:pt x="1480" y="0"/>
                    <a:pt x="588" y="501"/>
                    <a:pt x="458" y="653"/>
                  </a:cubicBezTo>
                  <a:cubicBezTo>
                    <a:pt x="327" y="805"/>
                    <a:pt x="1" y="1502"/>
                    <a:pt x="1" y="1502"/>
                  </a:cubicBezTo>
                  <a:cubicBezTo>
                    <a:pt x="1" y="1502"/>
                    <a:pt x="57" y="1495"/>
                    <a:pt x="130" y="1495"/>
                  </a:cubicBezTo>
                  <a:cubicBezTo>
                    <a:pt x="241" y="1495"/>
                    <a:pt x="392" y="1510"/>
                    <a:pt x="458" y="1589"/>
                  </a:cubicBezTo>
                  <a:cubicBezTo>
                    <a:pt x="588" y="1698"/>
                    <a:pt x="893" y="2046"/>
                    <a:pt x="893" y="2046"/>
                  </a:cubicBezTo>
                  <a:cubicBezTo>
                    <a:pt x="893" y="2046"/>
                    <a:pt x="1415" y="1632"/>
                    <a:pt x="1589" y="1371"/>
                  </a:cubicBezTo>
                  <a:cubicBezTo>
                    <a:pt x="1741" y="1110"/>
                    <a:pt x="1850" y="805"/>
                    <a:pt x="1850" y="805"/>
                  </a:cubicBezTo>
                  <a:lnTo>
                    <a:pt x="1480" y="0"/>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37" name="Google Shape;337;g39181ba8852_1_307"/>
            <p:cNvSpPr/>
            <p:nvPr/>
          </p:nvSpPr>
          <p:spPr>
            <a:xfrm>
              <a:off x="-87625" y="2442685"/>
              <a:ext cx="148965" cy="277579"/>
            </a:xfrm>
            <a:custGeom>
              <a:rect b="b" l="l" r="r" t="t"/>
              <a:pathLst>
                <a:path extrusionOk="0" h="2961" w="1589">
                  <a:moveTo>
                    <a:pt x="1004" y="1"/>
                  </a:moveTo>
                  <a:cubicBezTo>
                    <a:pt x="1003" y="1"/>
                    <a:pt x="1002" y="1"/>
                    <a:pt x="1002" y="1"/>
                  </a:cubicBezTo>
                  <a:cubicBezTo>
                    <a:pt x="849" y="45"/>
                    <a:pt x="1110" y="1307"/>
                    <a:pt x="1045" y="1307"/>
                  </a:cubicBezTo>
                  <a:cubicBezTo>
                    <a:pt x="980" y="1307"/>
                    <a:pt x="653" y="1328"/>
                    <a:pt x="436" y="1481"/>
                  </a:cubicBezTo>
                  <a:cubicBezTo>
                    <a:pt x="1" y="1764"/>
                    <a:pt x="414" y="2764"/>
                    <a:pt x="414" y="2764"/>
                  </a:cubicBezTo>
                  <a:lnTo>
                    <a:pt x="1241" y="2960"/>
                  </a:lnTo>
                  <a:lnTo>
                    <a:pt x="1589" y="1764"/>
                  </a:lnTo>
                  <a:cubicBezTo>
                    <a:pt x="1589" y="1764"/>
                    <a:pt x="1138" y="1"/>
                    <a:pt x="1004"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338" name="Shape 338"/>
        <p:cNvGrpSpPr/>
        <p:nvPr/>
      </p:nvGrpSpPr>
      <p:grpSpPr>
        <a:xfrm>
          <a:off x="0" y="0"/>
          <a:ext cx="0" cy="0"/>
          <a:chOff x="0" y="0"/>
          <a:chExt cx="0" cy="0"/>
        </a:xfrm>
      </p:grpSpPr>
      <p:sp>
        <p:nvSpPr>
          <p:cNvPr id="339" name="Google Shape;339;g39181ba8852_1_384"/>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0" name="Google Shape;340;g39181ba8852_1_384"/>
          <p:cNvSpPr/>
          <p:nvPr/>
        </p:nvSpPr>
        <p:spPr>
          <a:xfrm>
            <a:off x="98995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41" name="Google Shape;341;g39181ba8852_1_384"/>
          <p:cNvGrpSpPr/>
          <p:nvPr/>
        </p:nvGrpSpPr>
        <p:grpSpPr>
          <a:xfrm>
            <a:off x="10402440" y="2943487"/>
            <a:ext cx="1164860" cy="3798487"/>
            <a:chOff x="9498975" y="3401300"/>
            <a:chExt cx="368825" cy="1202700"/>
          </a:xfrm>
        </p:grpSpPr>
        <p:sp>
          <p:nvSpPr>
            <p:cNvPr id="342" name="Google Shape;342;g39181ba8852_1_384"/>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3" name="Google Shape;343;g39181ba8852_1_384"/>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4" name="Google Shape;344;g39181ba8852_1_384"/>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5" name="Google Shape;345;g39181ba8852_1_384"/>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6" name="Google Shape;346;g39181ba8852_1_384"/>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7" name="Google Shape;347;g39181ba8852_1_384"/>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8" name="Google Shape;348;g39181ba8852_1_384"/>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49" name="Google Shape;349;g39181ba8852_1_384"/>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0" name="Google Shape;350;g39181ba8852_1_384"/>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1" name="Google Shape;351;g39181ba8852_1_384"/>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2" name="Google Shape;352;g39181ba8852_1_384"/>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3" name="Google Shape;353;g39181ba8852_1_384"/>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4" name="Google Shape;354;g39181ba8852_1_384"/>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5" name="Google Shape;355;g39181ba8852_1_384"/>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6" name="Google Shape;356;g39181ba8852_1_384"/>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7" name="Google Shape;357;g39181ba8852_1_384"/>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8" name="Google Shape;358;g39181ba8852_1_384"/>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9" name="Google Shape;359;g39181ba8852_1_384"/>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0" name="Google Shape;360;g39181ba8852_1_384"/>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1" name="Google Shape;361;g39181ba8852_1_384"/>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2" name="Google Shape;362;g39181ba8852_1_384"/>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3" name="Google Shape;363;g39181ba8852_1_384"/>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4" name="Google Shape;364;g39181ba8852_1_384"/>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5" name="Google Shape;365;g39181ba8852_1_384"/>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6" name="Google Shape;366;g39181ba8852_1_384"/>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7" name="Google Shape;367;g39181ba8852_1_384"/>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8" name="Google Shape;368;g39181ba8852_1_384"/>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9" name="Google Shape;369;g39181ba8852_1_384"/>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0" name="Google Shape;370;g39181ba8852_1_384"/>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1" name="Google Shape;371;g39181ba8852_1_384"/>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2" name="Google Shape;372;g39181ba8852_1_384"/>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3" name="Google Shape;373;g39181ba8852_1_384"/>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4" name="Google Shape;374;g39181ba8852_1_384"/>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5" name="Google Shape;375;g39181ba8852_1_384"/>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6" name="Google Shape;376;g39181ba8852_1_384"/>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7" name="Google Shape;377;g39181ba8852_1_384"/>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8" name="Google Shape;378;g39181ba8852_1_384"/>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9" name="Google Shape;379;g39181ba8852_1_384"/>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0" name="Google Shape;380;g39181ba8852_1_384"/>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1" name="Google Shape;381;g39181ba8852_1_384"/>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82" name="Google Shape;382;g39181ba8852_1_384"/>
          <p:cNvSpPr/>
          <p:nvPr/>
        </p:nvSpPr>
        <p:spPr>
          <a:xfrm>
            <a:off x="-1848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383" name="Google Shape;383;g39181ba8852_1_384"/>
          <p:cNvGrpSpPr/>
          <p:nvPr/>
        </p:nvGrpSpPr>
        <p:grpSpPr>
          <a:xfrm>
            <a:off x="367805" y="3001225"/>
            <a:ext cx="1064791" cy="3856602"/>
            <a:chOff x="-163725" y="2250975"/>
            <a:chExt cx="798614" cy="2892524"/>
          </a:xfrm>
        </p:grpSpPr>
        <p:sp>
          <p:nvSpPr>
            <p:cNvPr id="384" name="Google Shape;384;g39181ba8852_1_384"/>
            <p:cNvSpPr/>
            <p:nvPr/>
          </p:nvSpPr>
          <p:spPr>
            <a:xfrm>
              <a:off x="212628" y="2758945"/>
              <a:ext cx="406911" cy="472834"/>
            </a:xfrm>
            <a:custGeom>
              <a:rect b="b" l="l" r="r" t="t"/>
              <a:pathLst>
                <a:path extrusionOk="0" h="6068" w="5222">
                  <a:moveTo>
                    <a:pt x="1308" y="0"/>
                  </a:moveTo>
                  <a:cubicBezTo>
                    <a:pt x="1138" y="0"/>
                    <a:pt x="956" y="38"/>
                    <a:pt x="762" y="126"/>
                  </a:cubicBezTo>
                  <a:cubicBezTo>
                    <a:pt x="1" y="474"/>
                    <a:pt x="66" y="1214"/>
                    <a:pt x="458" y="1953"/>
                  </a:cubicBezTo>
                  <a:cubicBezTo>
                    <a:pt x="849" y="2671"/>
                    <a:pt x="3656" y="6022"/>
                    <a:pt x="3917" y="6066"/>
                  </a:cubicBezTo>
                  <a:cubicBezTo>
                    <a:pt x="3926" y="6067"/>
                    <a:pt x="3935" y="6068"/>
                    <a:pt x="3945" y="6068"/>
                  </a:cubicBezTo>
                  <a:cubicBezTo>
                    <a:pt x="4244" y="6068"/>
                    <a:pt x="5221" y="5445"/>
                    <a:pt x="5179" y="5087"/>
                  </a:cubicBezTo>
                  <a:cubicBezTo>
                    <a:pt x="5136" y="4695"/>
                    <a:pt x="3177" y="1496"/>
                    <a:pt x="2764" y="952"/>
                  </a:cubicBezTo>
                  <a:cubicBezTo>
                    <a:pt x="2421" y="524"/>
                    <a:pt x="1943" y="0"/>
                    <a:pt x="130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5" name="Google Shape;385;g39181ba8852_1_384"/>
            <p:cNvSpPr/>
            <p:nvPr/>
          </p:nvSpPr>
          <p:spPr>
            <a:xfrm>
              <a:off x="-151881" y="2480454"/>
              <a:ext cx="562990" cy="1236085"/>
            </a:xfrm>
            <a:custGeom>
              <a:rect b="b" l="l" r="r" t="t"/>
              <a:pathLst>
                <a:path extrusionOk="0" h="15863" w="7225">
                  <a:moveTo>
                    <a:pt x="2960" y="1"/>
                  </a:moveTo>
                  <a:cubicBezTo>
                    <a:pt x="2960" y="1"/>
                    <a:pt x="2851" y="2438"/>
                    <a:pt x="2699" y="2568"/>
                  </a:cubicBezTo>
                  <a:cubicBezTo>
                    <a:pt x="2264" y="2938"/>
                    <a:pt x="653" y="3243"/>
                    <a:pt x="371" y="3896"/>
                  </a:cubicBezTo>
                  <a:cubicBezTo>
                    <a:pt x="1" y="4657"/>
                    <a:pt x="2002" y="8138"/>
                    <a:pt x="2264" y="9292"/>
                  </a:cubicBezTo>
                  <a:cubicBezTo>
                    <a:pt x="2525" y="10445"/>
                    <a:pt x="1981" y="12229"/>
                    <a:pt x="1807" y="13360"/>
                  </a:cubicBezTo>
                  <a:cubicBezTo>
                    <a:pt x="1633" y="14492"/>
                    <a:pt x="5179" y="15862"/>
                    <a:pt x="5310" y="15862"/>
                  </a:cubicBezTo>
                  <a:cubicBezTo>
                    <a:pt x="5440" y="15862"/>
                    <a:pt x="6593" y="14796"/>
                    <a:pt x="6811" y="14426"/>
                  </a:cubicBezTo>
                  <a:cubicBezTo>
                    <a:pt x="7029" y="14057"/>
                    <a:pt x="6811" y="11163"/>
                    <a:pt x="6811" y="10423"/>
                  </a:cubicBezTo>
                  <a:cubicBezTo>
                    <a:pt x="6811" y="9683"/>
                    <a:pt x="6985" y="7094"/>
                    <a:pt x="7007" y="6920"/>
                  </a:cubicBezTo>
                  <a:cubicBezTo>
                    <a:pt x="7224" y="5788"/>
                    <a:pt x="6942" y="4896"/>
                    <a:pt x="6898" y="4657"/>
                  </a:cubicBezTo>
                  <a:cubicBezTo>
                    <a:pt x="6855" y="4418"/>
                    <a:pt x="6855" y="4026"/>
                    <a:pt x="6746" y="3874"/>
                  </a:cubicBezTo>
                  <a:cubicBezTo>
                    <a:pt x="6506" y="3569"/>
                    <a:pt x="5179" y="3156"/>
                    <a:pt x="5157" y="3003"/>
                  </a:cubicBezTo>
                  <a:cubicBezTo>
                    <a:pt x="5136" y="2851"/>
                    <a:pt x="4962" y="741"/>
                    <a:pt x="4962" y="741"/>
                  </a:cubicBezTo>
                  <a:lnTo>
                    <a:pt x="2960" y="1"/>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6" name="Google Shape;386;g39181ba8852_1_384"/>
            <p:cNvSpPr/>
            <p:nvPr/>
          </p:nvSpPr>
          <p:spPr>
            <a:xfrm>
              <a:off x="-138323" y="2680556"/>
              <a:ext cx="544367" cy="787173"/>
            </a:xfrm>
            <a:custGeom>
              <a:rect b="b" l="l" r="r" t="t"/>
              <a:pathLst>
                <a:path extrusionOk="0" h="10102" w="6986">
                  <a:moveTo>
                    <a:pt x="2525" y="0"/>
                  </a:moveTo>
                  <a:cubicBezTo>
                    <a:pt x="2525" y="0"/>
                    <a:pt x="1132" y="631"/>
                    <a:pt x="697" y="849"/>
                  </a:cubicBezTo>
                  <a:cubicBezTo>
                    <a:pt x="284" y="1045"/>
                    <a:pt x="1" y="1415"/>
                    <a:pt x="23" y="1980"/>
                  </a:cubicBezTo>
                  <a:cubicBezTo>
                    <a:pt x="44" y="2546"/>
                    <a:pt x="1807" y="6789"/>
                    <a:pt x="1872" y="7028"/>
                  </a:cubicBezTo>
                  <a:cubicBezTo>
                    <a:pt x="1916" y="7267"/>
                    <a:pt x="1393" y="9509"/>
                    <a:pt x="1676" y="9726"/>
                  </a:cubicBezTo>
                  <a:cubicBezTo>
                    <a:pt x="1741" y="9791"/>
                    <a:pt x="3330" y="9987"/>
                    <a:pt x="4744" y="10074"/>
                  </a:cubicBezTo>
                  <a:cubicBezTo>
                    <a:pt x="5364" y="10096"/>
                    <a:pt x="5876" y="10101"/>
                    <a:pt x="6232" y="10101"/>
                  </a:cubicBezTo>
                  <a:cubicBezTo>
                    <a:pt x="6588" y="10101"/>
                    <a:pt x="6789" y="10096"/>
                    <a:pt x="6789" y="10096"/>
                  </a:cubicBezTo>
                  <a:cubicBezTo>
                    <a:pt x="6789" y="10096"/>
                    <a:pt x="6702" y="8007"/>
                    <a:pt x="6768" y="7180"/>
                  </a:cubicBezTo>
                  <a:cubicBezTo>
                    <a:pt x="6855" y="6201"/>
                    <a:pt x="6855" y="5440"/>
                    <a:pt x="6898" y="4874"/>
                  </a:cubicBezTo>
                  <a:cubicBezTo>
                    <a:pt x="6985" y="3873"/>
                    <a:pt x="6963" y="2764"/>
                    <a:pt x="6898" y="2502"/>
                  </a:cubicBezTo>
                  <a:cubicBezTo>
                    <a:pt x="6833" y="2263"/>
                    <a:pt x="6746" y="1610"/>
                    <a:pt x="6572" y="1306"/>
                  </a:cubicBezTo>
                  <a:cubicBezTo>
                    <a:pt x="6398" y="1001"/>
                    <a:pt x="5070" y="544"/>
                    <a:pt x="5070" y="544"/>
                  </a:cubicBezTo>
                  <a:lnTo>
                    <a:pt x="4679" y="1284"/>
                  </a:lnTo>
                  <a:lnTo>
                    <a:pt x="2525"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7" name="Google Shape;387;g39181ba8852_1_384"/>
            <p:cNvSpPr/>
            <p:nvPr/>
          </p:nvSpPr>
          <p:spPr>
            <a:xfrm>
              <a:off x="-101057" y="2738218"/>
              <a:ext cx="501977" cy="713458"/>
            </a:xfrm>
            <a:custGeom>
              <a:rect b="b" l="l" r="r" t="t"/>
              <a:pathLst>
                <a:path extrusionOk="0" h="9156" w="6442">
                  <a:moveTo>
                    <a:pt x="654" y="0"/>
                  </a:moveTo>
                  <a:lnTo>
                    <a:pt x="654" y="0"/>
                  </a:lnTo>
                  <a:cubicBezTo>
                    <a:pt x="653" y="0"/>
                    <a:pt x="1" y="1197"/>
                    <a:pt x="23" y="1632"/>
                  </a:cubicBezTo>
                  <a:cubicBezTo>
                    <a:pt x="23" y="2089"/>
                    <a:pt x="1132" y="4983"/>
                    <a:pt x="1350" y="5592"/>
                  </a:cubicBezTo>
                  <a:cubicBezTo>
                    <a:pt x="1568" y="6179"/>
                    <a:pt x="893" y="8507"/>
                    <a:pt x="1176" y="8899"/>
                  </a:cubicBezTo>
                  <a:cubicBezTo>
                    <a:pt x="1314" y="9106"/>
                    <a:pt x="1837" y="9155"/>
                    <a:pt x="2298" y="9155"/>
                  </a:cubicBezTo>
                  <a:cubicBezTo>
                    <a:pt x="2707" y="9155"/>
                    <a:pt x="3069" y="9117"/>
                    <a:pt x="3069" y="9117"/>
                  </a:cubicBezTo>
                  <a:cubicBezTo>
                    <a:pt x="3069" y="9117"/>
                    <a:pt x="2590" y="8573"/>
                    <a:pt x="2808" y="8246"/>
                  </a:cubicBezTo>
                  <a:cubicBezTo>
                    <a:pt x="3047" y="7920"/>
                    <a:pt x="6441" y="6810"/>
                    <a:pt x="6441" y="6810"/>
                  </a:cubicBezTo>
                  <a:cubicBezTo>
                    <a:pt x="6441" y="6810"/>
                    <a:pt x="3961" y="5418"/>
                    <a:pt x="3395" y="5309"/>
                  </a:cubicBezTo>
                  <a:cubicBezTo>
                    <a:pt x="2851" y="5200"/>
                    <a:pt x="1002" y="2459"/>
                    <a:pt x="545" y="1849"/>
                  </a:cubicBezTo>
                  <a:cubicBezTo>
                    <a:pt x="110" y="1240"/>
                    <a:pt x="654" y="0"/>
                    <a:pt x="654"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8" name="Google Shape;388;g39181ba8852_1_384"/>
            <p:cNvSpPr/>
            <p:nvPr/>
          </p:nvSpPr>
          <p:spPr>
            <a:xfrm>
              <a:off x="66840" y="2548323"/>
              <a:ext cx="172988" cy="132312"/>
            </a:xfrm>
            <a:custGeom>
              <a:rect b="b" l="l" r="r" t="t"/>
              <a:pathLst>
                <a:path extrusionOk="0" h="1698" w="2220">
                  <a:moveTo>
                    <a:pt x="66" y="0"/>
                  </a:moveTo>
                  <a:lnTo>
                    <a:pt x="1" y="1284"/>
                  </a:lnTo>
                  <a:lnTo>
                    <a:pt x="675" y="1697"/>
                  </a:lnTo>
                  <a:lnTo>
                    <a:pt x="2220" y="1088"/>
                  </a:lnTo>
                  <a:lnTo>
                    <a:pt x="66"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9" name="Google Shape;389;g39181ba8852_1_384"/>
            <p:cNvSpPr/>
            <p:nvPr/>
          </p:nvSpPr>
          <p:spPr>
            <a:xfrm>
              <a:off x="-163725" y="2754192"/>
              <a:ext cx="203534" cy="533457"/>
            </a:xfrm>
            <a:custGeom>
              <a:rect b="b" l="l" r="r" t="t"/>
              <a:pathLst>
                <a:path extrusionOk="0" h="6846" w="2612">
                  <a:moveTo>
                    <a:pt x="1127" y="1"/>
                  </a:moveTo>
                  <a:cubicBezTo>
                    <a:pt x="411" y="1"/>
                    <a:pt x="126" y="619"/>
                    <a:pt x="66" y="1405"/>
                  </a:cubicBezTo>
                  <a:cubicBezTo>
                    <a:pt x="0" y="2232"/>
                    <a:pt x="588" y="6540"/>
                    <a:pt x="784" y="6714"/>
                  </a:cubicBezTo>
                  <a:cubicBezTo>
                    <a:pt x="868" y="6798"/>
                    <a:pt x="1139" y="6846"/>
                    <a:pt x="1436" y="6846"/>
                  </a:cubicBezTo>
                  <a:cubicBezTo>
                    <a:pt x="1832" y="6846"/>
                    <a:pt x="2273" y="6761"/>
                    <a:pt x="2372" y="6562"/>
                  </a:cubicBezTo>
                  <a:cubicBezTo>
                    <a:pt x="2546" y="6214"/>
                    <a:pt x="2611" y="2471"/>
                    <a:pt x="2546" y="1775"/>
                  </a:cubicBezTo>
                  <a:cubicBezTo>
                    <a:pt x="2459" y="1101"/>
                    <a:pt x="2285" y="143"/>
                    <a:pt x="1306" y="13"/>
                  </a:cubicBezTo>
                  <a:cubicBezTo>
                    <a:pt x="1244" y="5"/>
                    <a:pt x="1184" y="1"/>
                    <a:pt x="1127"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0" name="Google Shape;390;g39181ba8852_1_384"/>
            <p:cNvSpPr/>
            <p:nvPr/>
          </p:nvSpPr>
          <p:spPr>
            <a:xfrm>
              <a:off x="4115" y="2258222"/>
              <a:ext cx="332417" cy="373794"/>
            </a:xfrm>
            <a:custGeom>
              <a:rect b="b" l="l" r="r" t="t"/>
              <a:pathLst>
                <a:path extrusionOk="0" h="4797" w="4266">
                  <a:moveTo>
                    <a:pt x="2013" y="0"/>
                  </a:moveTo>
                  <a:cubicBezTo>
                    <a:pt x="1610" y="0"/>
                    <a:pt x="1209" y="133"/>
                    <a:pt x="893" y="481"/>
                  </a:cubicBezTo>
                  <a:cubicBezTo>
                    <a:pt x="0" y="1417"/>
                    <a:pt x="196" y="2505"/>
                    <a:pt x="523" y="3201"/>
                  </a:cubicBezTo>
                  <a:cubicBezTo>
                    <a:pt x="784" y="3745"/>
                    <a:pt x="1067" y="4050"/>
                    <a:pt x="1632" y="4419"/>
                  </a:cubicBezTo>
                  <a:cubicBezTo>
                    <a:pt x="1752" y="4479"/>
                    <a:pt x="2700" y="4797"/>
                    <a:pt x="3038" y="4797"/>
                  </a:cubicBezTo>
                  <a:cubicBezTo>
                    <a:pt x="3068" y="4797"/>
                    <a:pt x="3093" y="4795"/>
                    <a:pt x="3112" y="4789"/>
                  </a:cubicBezTo>
                  <a:cubicBezTo>
                    <a:pt x="3264" y="4768"/>
                    <a:pt x="3525" y="3614"/>
                    <a:pt x="3591" y="3614"/>
                  </a:cubicBezTo>
                  <a:cubicBezTo>
                    <a:pt x="3598" y="3618"/>
                    <a:pt x="3608" y="3620"/>
                    <a:pt x="3619" y="3620"/>
                  </a:cubicBezTo>
                  <a:cubicBezTo>
                    <a:pt x="3675" y="3620"/>
                    <a:pt x="3768" y="3574"/>
                    <a:pt x="3786" y="3484"/>
                  </a:cubicBezTo>
                  <a:cubicBezTo>
                    <a:pt x="3808" y="3353"/>
                    <a:pt x="3765" y="2505"/>
                    <a:pt x="3808" y="2418"/>
                  </a:cubicBezTo>
                  <a:cubicBezTo>
                    <a:pt x="3852" y="2331"/>
                    <a:pt x="4265" y="1395"/>
                    <a:pt x="3721" y="764"/>
                  </a:cubicBezTo>
                  <a:cubicBezTo>
                    <a:pt x="3431" y="404"/>
                    <a:pt x="2717" y="0"/>
                    <a:pt x="2013"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1" name="Google Shape;391;g39181ba8852_1_384"/>
            <p:cNvSpPr/>
            <p:nvPr/>
          </p:nvSpPr>
          <p:spPr>
            <a:xfrm>
              <a:off x="-4379" y="2250975"/>
              <a:ext cx="318859" cy="302495"/>
            </a:xfrm>
            <a:custGeom>
              <a:rect b="b" l="l" r="r" t="t"/>
              <a:pathLst>
                <a:path extrusionOk="0" h="3882" w="4092">
                  <a:moveTo>
                    <a:pt x="2362" y="0"/>
                  </a:moveTo>
                  <a:cubicBezTo>
                    <a:pt x="1844" y="0"/>
                    <a:pt x="1024" y="197"/>
                    <a:pt x="588" y="1053"/>
                  </a:cubicBezTo>
                  <a:cubicBezTo>
                    <a:pt x="1" y="2228"/>
                    <a:pt x="697" y="3860"/>
                    <a:pt x="980" y="3881"/>
                  </a:cubicBezTo>
                  <a:cubicBezTo>
                    <a:pt x="1089" y="3881"/>
                    <a:pt x="1502" y="3337"/>
                    <a:pt x="1306" y="2228"/>
                  </a:cubicBezTo>
                  <a:cubicBezTo>
                    <a:pt x="1306" y="2221"/>
                    <a:pt x="1309" y="2218"/>
                    <a:pt x="1313" y="2218"/>
                  </a:cubicBezTo>
                  <a:cubicBezTo>
                    <a:pt x="1382" y="2218"/>
                    <a:pt x="1945" y="2908"/>
                    <a:pt x="2054" y="2908"/>
                  </a:cubicBezTo>
                  <a:cubicBezTo>
                    <a:pt x="2060" y="2908"/>
                    <a:pt x="2065" y="2906"/>
                    <a:pt x="2068" y="2902"/>
                  </a:cubicBezTo>
                  <a:cubicBezTo>
                    <a:pt x="2133" y="2837"/>
                    <a:pt x="1807" y="1858"/>
                    <a:pt x="2068" y="1662"/>
                  </a:cubicBezTo>
                  <a:cubicBezTo>
                    <a:pt x="2575" y="1299"/>
                    <a:pt x="3011" y="1194"/>
                    <a:pt x="3347" y="1194"/>
                  </a:cubicBezTo>
                  <a:cubicBezTo>
                    <a:pt x="3817" y="1194"/>
                    <a:pt x="4091" y="1401"/>
                    <a:pt x="4091" y="1401"/>
                  </a:cubicBezTo>
                  <a:cubicBezTo>
                    <a:pt x="3982" y="357"/>
                    <a:pt x="3069" y="161"/>
                    <a:pt x="2764" y="52"/>
                  </a:cubicBezTo>
                  <a:cubicBezTo>
                    <a:pt x="2685" y="24"/>
                    <a:pt x="2542" y="0"/>
                    <a:pt x="236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2" name="Google Shape;392;g39181ba8852_1_384"/>
            <p:cNvSpPr/>
            <p:nvPr/>
          </p:nvSpPr>
          <p:spPr>
            <a:xfrm>
              <a:off x="85463" y="2414142"/>
              <a:ext cx="54390" cy="100442"/>
            </a:xfrm>
            <a:custGeom>
              <a:rect b="b" l="l" r="r" t="t"/>
              <a:pathLst>
                <a:path extrusionOk="0" h="1289" w="698">
                  <a:moveTo>
                    <a:pt x="329" y="1"/>
                  </a:moveTo>
                  <a:cubicBezTo>
                    <a:pt x="315" y="1"/>
                    <a:pt x="300" y="1"/>
                    <a:pt x="284" y="3"/>
                  </a:cubicBezTo>
                  <a:cubicBezTo>
                    <a:pt x="110" y="25"/>
                    <a:pt x="1" y="351"/>
                    <a:pt x="66" y="700"/>
                  </a:cubicBezTo>
                  <a:cubicBezTo>
                    <a:pt x="108" y="1034"/>
                    <a:pt x="311" y="1288"/>
                    <a:pt x="481" y="1288"/>
                  </a:cubicBezTo>
                  <a:cubicBezTo>
                    <a:pt x="488" y="1288"/>
                    <a:pt x="495" y="1288"/>
                    <a:pt x="501" y="1287"/>
                  </a:cubicBezTo>
                  <a:cubicBezTo>
                    <a:pt x="697" y="1265"/>
                    <a:pt x="697" y="787"/>
                    <a:pt x="632" y="438"/>
                  </a:cubicBezTo>
                  <a:cubicBezTo>
                    <a:pt x="592" y="118"/>
                    <a:pt x="497" y="1"/>
                    <a:pt x="329"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3" name="Google Shape;393;g39181ba8852_1_384"/>
            <p:cNvSpPr/>
            <p:nvPr/>
          </p:nvSpPr>
          <p:spPr>
            <a:xfrm>
              <a:off x="141409" y="5055834"/>
              <a:ext cx="108624" cy="20416"/>
            </a:xfrm>
            <a:custGeom>
              <a:rect b="b" l="l" r="r" t="t"/>
              <a:pathLst>
                <a:path extrusionOk="0" h="262" w="1394">
                  <a:moveTo>
                    <a:pt x="1" y="0"/>
                  </a:moveTo>
                  <a:lnTo>
                    <a:pt x="1" y="261"/>
                  </a:lnTo>
                  <a:lnTo>
                    <a:pt x="1393" y="261"/>
                  </a:lnTo>
                  <a:lnTo>
                    <a:pt x="1393" y="0"/>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4" name="Google Shape;394;g39181ba8852_1_384"/>
            <p:cNvSpPr/>
            <p:nvPr/>
          </p:nvSpPr>
          <p:spPr>
            <a:xfrm>
              <a:off x="119436" y="4912459"/>
              <a:ext cx="412054" cy="180780"/>
            </a:xfrm>
            <a:custGeom>
              <a:rect b="b" l="l" r="r" t="t"/>
              <a:pathLst>
                <a:path extrusionOk="0" h="2320" w="5288">
                  <a:moveTo>
                    <a:pt x="501" y="0"/>
                  </a:moveTo>
                  <a:cubicBezTo>
                    <a:pt x="411" y="0"/>
                    <a:pt x="353" y="4"/>
                    <a:pt x="348" y="13"/>
                  </a:cubicBezTo>
                  <a:cubicBezTo>
                    <a:pt x="152" y="274"/>
                    <a:pt x="44" y="752"/>
                    <a:pt x="22" y="992"/>
                  </a:cubicBezTo>
                  <a:cubicBezTo>
                    <a:pt x="0" y="1253"/>
                    <a:pt x="152" y="1840"/>
                    <a:pt x="348" y="1840"/>
                  </a:cubicBezTo>
                  <a:cubicBezTo>
                    <a:pt x="870" y="1840"/>
                    <a:pt x="1480" y="1862"/>
                    <a:pt x="2024" y="1927"/>
                  </a:cubicBezTo>
                  <a:cubicBezTo>
                    <a:pt x="2568" y="1993"/>
                    <a:pt x="2763" y="2319"/>
                    <a:pt x="4156" y="2319"/>
                  </a:cubicBezTo>
                  <a:cubicBezTo>
                    <a:pt x="4548" y="2319"/>
                    <a:pt x="5287" y="2276"/>
                    <a:pt x="5266" y="2123"/>
                  </a:cubicBezTo>
                  <a:cubicBezTo>
                    <a:pt x="5244" y="1949"/>
                    <a:pt x="3938" y="1666"/>
                    <a:pt x="3525" y="1275"/>
                  </a:cubicBezTo>
                  <a:cubicBezTo>
                    <a:pt x="2459" y="296"/>
                    <a:pt x="1741" y="56"/>
                    <a:pt x="1741" y="56"/>
                  </a:cubicBezTo>
                  <a:cubicBezTo>
                    <a:pt x="1741" y="56"/>
                    <a:pt x="863" y="0"/>
                    <a:pt x="5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5" name="Google Shape;395;g39181ba8852_1_384"/>
            <p:cNvSpPr/>
            <p:nvPr/>
          </p:nvSpPr>
          <p:spPr>
            <a:xfrm>
              <a:off x="39724" y="3463978"/>
              <a:ext cx="359534" cy="1502502"/>
            </a:xfrm>
            <a:custGeom>
              <a:rect b="b" l="l" r="r" t="t"/>
              <a:pathLst>
                <a:path extrusionOk="0" h="19282" w="4614">
                  <a:moveTo>
                    <a:pt x="4380" y="0"/>
                  </a:moveTo>
                  <a:cubicBezTo>
                    <a:pt x="3680" y="0"/>
                    <a:pt x="262" y="999"/>
                    <a:pt x="262" y="999"/>
                  </a:cubicBezTo>
                  <a:cubicBezTo>
                    <a:pt x="262" y="999"/>
                    <a:pt x="174" y="1565"/>
                    <a:pt x="87" y="2370"/>
                  </a:cubicBezTo>
                  <a:cubicBezTo>
                    <a:pt x="0" y="3175"/>
                    <a:pt x="784" y="5743"/>
                    <a:pt x="1067" y="7766"/>
                  </a:cubicBezTo>
                  <a:cubicBezTo>
                    <a:pt x="1328" y="9790"/>
                    <a:pt x="1502" y="10203"/>
                    <a:pt x="1436" y="10682"/>
                  </a:cubicBezTo>
                  <a:cubicBezTo>
                    <a:pt x="1371" y="11160"/>
                    <a:pt x="762" y="13097"/>
                    <a:pt x="849" y="14381"/>
                  </a:cubicBezTo>
                  <a:cubicBezTo>
                    <a:pt x="914" y="15686"/>
                    <a:pt x="1175" y="19059"/>
                    <a:pt x="1175" y="19059"/>
                  </a:cubicBezTo>
                  <a:cubicBezTo>
                    <a:pt x="1175" y="19059"/>
                    <a:pt x="1567" y="19233"/>
                    <a:pt x="2220" y="19276"/>
                  </a:cubicBezTo>
                  <a:cubicBezTo>
                    <a:pt x="2257" y="19280"/>
                    <a:pt x="2293" y="19281"/>
                    <a:pt x="2328" y="19281"/>
                  </a:cubicBezTo>
                  <a:cubicBezTo>
                    <a:pt x="2943" y="19281"/>
                    <a:pt x="3351" y="18776"/>
                    <a:pt x="3351" y="18776"/>
                  </a:cubicBezTo>
                  <a:cubicBezTo>
                    <a:pt x="3351" y="18776"/>
                    <a:pt x="3873" y="11247"/>
                    <a:pt x="3960" y="10464"/>
                  </a:cubicBezTo>
                  <a:cubicBezTo>
                    <a:pt x="4026" y="9942"/>
                    <a:pt x="4439" y="6395"/>
                    <a:pt x="4570" y="3502"/>
                  </a:cubicBezTo>
                  <a:cubicBezTo>
                    <a:pt x="4613" y="2566"/>
                    <a:pt x="4504" y="412"/>
                    <a:pt x="4504" y="42"/>
                  </a:cubicBezTo>
                  <a:cubicBezTo>
                    <a:pt x="4504" y="13"/>
                    <a:pt x="4460" y="0"/>
                    <a:pt x="438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6" name="Google Shape;396;g39181ba8852_1_384"/>
            <p:cNvSpPr/>
            <p:nvPr/>
          </p:nvSpPr>
          <p:spPr>
            <a:xfrm>
              <a:off x="-41624"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7" name="Google Shape;397;g39181ba8852_1_384"/>
            <p:cNvSpPr/>
            <p:nvPr/>
          </p:nvSpPr>
          <p:spPr>
            <a:xfrm>
              <a:off x="-41637"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8" name="Google Shape;398;g39181ba8852_1_384"/>
            <p:cNvSpPr/>
            <p:nvPr/>
          </p:nvSpPr>
          <p:spPr>
            <a:xfrm>
              <a:off x="-2677" y="5084665"/>
              <a:ext cx="108546" cy="28909"/>
            </a:xfrm>
            <a:custGeom>
              <a:rect b="b" l="l" r="r" t="t"/>
              <a:pathLst>
                <a:path extrusionOk="0" h="371" w="1393">
                  <a:moveTo>
                    <a:pt x="22" y="0"/>
                  </a:moveTo>
                  <a:lnTo>
                    <a:pt x="0" y="283"/>
                  </a:lnTo>
                  <a:lnTo>
                    <a:pt x="1371" y="370"/>
                  </a:lnTo>
                  <a:lnTo>
                    <a:pt x="1393" y="87"/>
                  </a:lnTo>
                  <a:lnTo>
                    <a:pt x="22"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99" name="Google Shape;399;g39181ba8852_1_384"/>
            <p:cNvSpPr/>
            <p:nvPr/>
          </p:nvSpPr>
          <p:spPr>
            <a:xfrm>
              <a:off x="-21300"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0" name="Google Shape;400;g39181ba8852_1_384"/>
            <p:cNvSpPr/>
            <p:nvPr/>
          </p:nvSpPr>
          <p:spPr>
            <a:xfrm>
              <a:off x="-2665" y="5084665"/>
              <a:ext cx="108546" cy="28909"/>
            </a:xfrm>
            <a:custGeom>
              <a:rect b="b" l="l" r="r" t="t"/>
              <a:pathLst>
                <a:path extrusionOk="0" h="371" w="1393">
                  <a:moveTo>
                    <a:pt x="22" y="0"/>
                  </a:moveTo>
                  <a:lnTo>
                    <a:pt x="0" y="283"/>
                  </a:lnTo>
                  <a:lnTo>
                    <a:pt x="1371" y="370"/>
                  </a:lnTo>
                  <a:lnTo>
                    <a:pt x="1393" y="87"/>
                  </a:lnTo>
                  <a:lnTo>
                    <a:pt x="2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1" name="Google Shape;401;g39181ba8852_1_384"/>
            <p:cNvSpPr/>
            <p:nvPr/>
          </p:nvSpPr>
          <p:spPr>
            <a:xfrm>
              <a:off x="-21287"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2" name="Google Shape;402;g39181ba8852_1_384"/>
            <p:cNvSpPr/>
            <p:nvPr/>
          </p:nvSpPr>
          <p:spPr>
            <a:xfrm>
              <a:off x="138059" y="2728010"/>
              <a:ext cx="88208" cy="52598"/>
            </a:xfrm>
            <a:custGeom>
              <a:rect b="b" l="l" r="r" t="t"/>
              <a:pathLst>
                <a:path extrusionOk="0" h="675" w="1132">
                  <a:moveTo>
                    <a:pt x="0" y="0"/>
                  </a:moveTo>
                  <a:lnTo>
                    <a:pt x="1132" y="675"/>
                  </a:lnTo>
                  <a:lnTo>
                    <a:pt x="1023" y="153"/>
                  </a:lnTo>
                  <a:lnTo>
                    <a:pt x="0"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3" name="Google Shape;403;g39181ba8852_1_384"/>
            <p:cNvSpPr/>
            <p:nvPr/>
          </p:nvSpPr>
          <p:spPr>
            <a:xfrm>
              <a:off x="226186" y="2734789"/>
              <a:ext cx="33974" cy="45818"/>
            </a:xfrm>
            <a:custGeom>
              <a:rect b="b" l="l" r="r" t="t"/>
              <a:pathLst>
                <a:path extrusionOk="0" h="588" w="436">
                  <a:moveTo>
                    <a:pt x="262" y="1"/>
                  </a:moveTo>
                  <a:lnTo>
                    <a:pt x="1" y="588"/>
                  </a:lnTo>
                  <a:lnTo>
                    <a:pt x="1" y="588"/>
                  </a:lnTo>
                  <a:lnTo>
                    <a:pt x="436" y="153"/>
                  </a:lnTo>
                  <a:lnTo>
                    <a:pt x="262"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4" name="Google Shape;404;g39181ba8852_1_384"/>
            <p:cNvSpPr/>
            <p:nvPr/>
          </p:nvSpPr>
          <p:spPr>
            <a:xfrm>
              <a:off x="-21287" y="3440056"/>
              <a:ext cx="413768" cy="62026"/>
            </a:xfrm>
            <a:custGeom>
              <a:rect b="b" l="l" r="r" t="t"/>
              <a:pathLst>
                <a:path extrusionOk="0" h="796" w="5310">
                  <a:moveTo>
                    <a:pt x="152" y="1"/>
                  </a:moveTo>
                  <a:lnTo>
                    <a:pt x="0" y="523"/>
                  </a:lnTo>
                  <a:cubicBezTo>
                    <a:pt x="0" y="523"/>
                    <a:pt x="849" y="654"/>
                    <a:pt x="2328" y="741"/>
                  </a:cubicBezTo>
                  <a:cubicBezTo>
                    <a:pt x="3090" y="784"/>
                    <a:pt x="3835" y="795"/>
                    <a:pt x="4390" y="795"/>
                  </a:cubicBezTo>
                  <a:cubicBezTo>
                    <a:pt x="4945" y="795"/>
                    <a:pt x="5309" y="784"/>
                    <a:pt x="5309" y="784"/>
                  </a:cubicBezTo>
                  <a:lnTo>
                    <a:pt x="5309" y="240"/>
                  </a:lnTo>
                  <a:cubicBezTo>
                    <a:pt x="5309" y="240"/>
                    <a:pt x="4439" y="197"/>
                    <a:pt x="3003" y="153"/>
                  </a:cubicBezTo>
                  <a:cubicBezTo>
                    <a:pt x="1588" y="88"/>
                    <a:pt x="152" y="1"/>
                    <a:pt x="152"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5" name="Google Shape;405;g39181ba8852_1_384"/>
            <p:cNvSpPr/>
            <p:nvPr/>
          </p:nvSpPr>
          <p:spPr>
            <a:xfrm>
              <a:off x="339794" y="3457043"/>
              <a:ext cx="50961" cy="50961"/>
            </a:xfrm>
            <a:custGeom>
              <a:rect b="b" l="l" r="r" t="t"/>
              <a:pathLst>
                <a:path extrusionOk="0" h="654" w="654">
                  <a:moveTo>
                    <a:pt x="175" y="0"/>
                  </a:moveTo>
                  <a:cubicBezTo>
                    <a:pt x="66" y="0"/>
                    <a:pt x="1" y="88"/>
                    <a:pt x="1" y="175"/>
                  </a:cubicBezTo>
                  <a:lnTo>
                    <a:pt x="1" y="479"/>
                  </a:lnTo>
                  <a:cubicBezTo>
                    <a:pt x="1" y="566"/>
                    <a:pt x="66" y="653"/>
                    <a:pt x="175" y="653"/>
                  </a:cubicBezTo>
                  <a:lnTo>
                    <a:pt x="479" y="653"/>
                  </a:lnTo>
                  <a:cubicBezTo>
                    <a:pt x="588" y="653"/>
                    <a:pt x="653" y="566"/>
                    <a:pt x="653" y="479"/>
                  </a:cubicBezTo>
                  <a:lnTo>
                    <a:pt x="653" y="175"/>
                  </a:lnTo>
                  <a:cubicBezTo>
                    <a:pt x="653" y="88"/>
                    <a:pt x="588" y="0"/>
                    <a:pt x="479"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6" name="Google Shape;406;g39181ba8852_1_384"/>
            <p:cNvSpPr/>
            <p:nvPr/>
          </p:nvSpPr>
          <p:spPr>
            <a:xfrm>
              <a:off x="194005" y="2746633"/>
              <a:ext cx="71299" cy="45896"/>
            </a:xfrm>
            <a:custGeom>
              <a:rect b="b" l="l" r="r" t="t"/>
              <a:pathLst>
                <a:path extrusionOk="0" h="589" w="915">
                  <a:moveTo>
                    <a:pt x="914" y="1"/>
                  </a:moveTo>
                  <a:lnTo>
                    <a:pt x="0" y="110"/>
                  </a:lnTo>
                  <a:lnTo>
                    <a:pt x="457" y="588"/>
                  </a:lnTo>
                  <a:lnTo>
                    <a:pt x="849" y="523"/>
                  </a:lnTo>
                  <a:lnTo>
                    <a:pt x="91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7" name="Google Shape;407;g39181ba8852_1_384"/>
            <p:cNvSpPr/>
            <p:nvPr/>
          </p:nvSpPr>
          <p:spPr>
            <a:xfrm>
              <a:off x="229615" y="2787386"/>
              <a:ext cx="144157" cy="717199"/>
            </a:xfrm>
            <a:custGeom>
              <a:rect b="b" l="l" r="r" t="t"/>
              <a:pathLst>
                <a:path extrusionOk="0" h="9204" w="1850">
                  <a:moveTo>
                    <a:pt x="392" y="0"/>
                  </a:moveTo>
                  <a:lnTo>
                    <a:pt x="0" y="65"/>
                  </a:lnTo>
                  <a:cubicBezTo>
                    <a:pt x="0" y="65"/>
                    <a:pt x="610" y="3394"/>
                    <a:pt x="784" y="5004"/>
                  </a:cubicBezTo>
                  <a:cubicBezTo>
                    <a:pt x="979" y="6614"/>
                    <a:pt x="979" y="8703"/>
                    <a:pt x="979" y="8703"/>
                  </a:cubicBezTo>
                  <a:lnTo>
                    <a:pt x="1567" y="9204"/>
                  </a:lnTo>
                  <a:lnTo>
                    <a:pt x="1850" y="8747"/>
                  </a:lnTo>
                  <a:cubicBezTo>
                    <a:pt x="1850" y="8747"/>
                    <a:pt x="1632" y="7376"/>
                    <a:pt x="1349" y="4917"/>
                  </a:cubicBezTo>
                  <a:cubicBezTo>
                    <a:pt x="1045" y="2459"/>
                    <a:pt x="392" y="0"/>
                    <a:pt x="39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8" name="Google Shape;408;g39181ba8852_1_384"/>
            <p:cNvSpPr/>
            <p:nvPr/>
          </p:nvSpPr>
          <p:spPr>
            <a:xfrm>
              <a:off x="36295" y="2648296"/>
              <a:ext cx="181559" cy="145949"/>
            </a:xfrm>
            <a:custGeom>
              <a:rect b="b" l="l" r="r" t="t"/>
              <a:pathLst>
                <a:path extrusionOk="0" h="1873" w="2330">
                  <a:moveTo>
                    <a:pt x="393" y="1"/>
                  </a:moveTo>
                  <a:lnTo>
                    <a:pt x="1" y="545"/>
                  </a:lnTo>
                  <a:lnTo>
                    <a:pt x="2024" y="1872"/>
                  </a:lnTo>
                  <a:lnTo>
                    <a:pt x="2329" y="1176"/>
                  </a:lnTo>
                  <a:lnTo>
                    <a:pt x="39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09" name="Google Shape;409;g39181ba8852_1_384"/>
            <p:cNvSpPr/>
            <p:nvPr/>
          </p:nvSpPr>
          <p:spPr>
            <a:xfrm>
              <a:off x="136345" y="2875515"/>
              <a:ext cx="351041" cy="507042"/>
            </a:xfrm>
            <a:custGeom>
              <a:rect b="b" l="l" r="r" t="t"/>
              <a:pathLst>
                <a:path extrusionOk="0" h="6507" w="4505">
                  <a:moveTo>
                    <a:pt x="4265" y="0"/>
                  </a:moveTo>
                  <a:lnTo>
                    <a:pt x="1" y="566"/>
                  </a:lnTo>
                  <a:lnTo>
                    <a:pt x="262" y="6506"/>
                  </a:lnTo>
                  <a:lnTo>
                    <a:pt x="4505" y="5832"/>
                  </a:lnTo>
                  <a:lnTo>
                    <a:pt x="4265"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0" name="Google Shape;410;g39181ba8852_1_384"/>
            <p:cNvSpPr/>
            <p:nvPr/>
          </p:nvSpPr>
          <p:spPr>
            <a:xfrm>
              <a:off x="246523" y="2704244"/>
              <a:ext cx="34052" cy="67948"/>
            </a:xfrm>
            <a:custGeom>
              <a:rect b="b" l="l" r="r" t="t"/>
              <a:pathLst>
                <a:path extrusionOk="0" h="872" w="437">
                  <a:moveTo>
                    <a:pt x="23" y="1"/>
                  </a:moveTo>
                  <a:lnTo>
                    <a:pt x="1" y="393"/>
                  </a:lnTo>
                  <a:lnTo>
                    <a:pt x="371" y="871"/>
                  </a:lnTo>
                  <a:lnTo>
                    <a:pt x="436" y="305"/>
                  </a:lnTo>
                  <a:lnTo>
                    <a:pt x="2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1" name="Google Shape;411;g39181ba8852_1_384"/>
            <p:cNvSpPr/>
            <p:nvPr/>
          </p:nvSpPr>
          <p:spPr>
            <a:xfrm>
              <a:off x="-133180" y="3036579"/>
              <a:ext cx="498470" cy="250365"/>
            </a:xfrm>
            <a:custGeom>
              <a:rect b="b" l="l" r="r" t="t"/>
              <a:pathLst>
                <a:path extrusionOk="0" h="3213" w="6397">
                  <a:moveTo>
                    <a:pt x="6049" y="0"/>
                  </a:moveTo>
                  <a:cubicBezTo>
                    <a:pt x="6049" y="0"/>
                    <a:pt x="3568" y="305"/>
                    <a:pt x="1153" y="1175"/>
                  </a:cubicBezTo>
                  <a:cubicBezTo>
                    <a:pt x="914" y="1262"/>
                    <a:pt x="0" y="1850"/>
                    <a:pt x="239" y="2764"/>
                  </a:cubicBezTo>
                  <a:cubicBezTo>
                    <a:pt x="328" y="3093"/>
                    <a:pt x="627" y="3212"/>
                    <a:pt x="1013" y="3212"/>
                  </a:cubicBezTo>
                  <a:cubicBezTo>
                    <a:pt x="1672" y="3212"/>
                    <a:pt x="2585" y="2866"/>
                    <a:pt x="3133" y="2633"/>
                  </a:cubicBezTo>
                  <a:cubicBezTo>
                    <a:pt x="3982" y="2263"/>
                    <a:pt x="6397" y="958"/>
                    <a:pt x="6397" y="958"/>
                  </a:cubicBezTo>
                  <a:lnTo>
                    <a:pt x="6049"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2" name="Google Shape;412;g39181ba8852_1_384"/>
            <p:cNvSpPr/>
            <p:nvPr/>
          </p:nvSpPr>
          <p:spPr>
            <a:xfrm>
              <a:off x="407584" y="3075228"/>
              <a:ext cx="84858" cy="36000"/>
            </a:xfrm>
            <a:custGeom>
              <a:rect b="b" l="l" r="r" t="t"/>
              <a:pathLst>
                <a:path extrusionOk="0" h="462" w="1089">
                  <a:moveTo>
                    <a:pt x="913" y="1"/>
                  </a:moveTo>
                  <a:cubicBezTo>
                    <a:pt x="900" y="1"/>
                    <a:pt x="886" y="2"/>
                    <a:pt x="871" y="5"/>
                  </a:cubicBezTo>
                  <a:lnTo>
                    <a:pt x="153" y="114"/>
                  </a:lnTo>
                  <a:cubicBezTo>
                    <a:pt x="66" y="135"/>
                    <a:pt x="1" y="222"/>
                    <a:pt x="23" y="310"/>
                  </a:cubicBezTo>
                  <a:cubicBezTo>
                    <a:pt x="44" y="397"/>
                    <a:pt x="131" y="462"/>
                    <a:pt x="219" y="462"/>
                  </a:cubicBezTo>
                  <a:lnTo>
                    <a:pt x="937" y="331"/>
                  </a:lnTo>
                  <a:cubicBezTo>
                    <a:pt x="1024" y="331"/>
                    <a:pt x="1089" y="244"/>
                    <a:pt x="1067" y="135"/>
                  </a:cubicBezTo>
                  <a:cubicBezTo>
                    <a:pt x="1067" y="60"/>
                    <a:pt x="1001" y="1"/>
                    <a:pt x="91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3" name="Google Shape;413;g39181ba8852_1_384"/>
            <p:cNvSpPr/>
            <p:nvPr/>
          </p:nvSpPr>
          <p:spPr>
            <a:xfrm>
              <a:off x="405948" y="3050137"/>
              <a:ext cx="84858" cy="36000"/>
            </a:xfrm>
            <a:custGeom>
              <a:rect b="b" l="l" r="r" t="t"/>
              <a:pathLst>
                <a:path extrusionOk="0" h="462" w="1089">
                  <a:moveTo>
                    <a:pt x="871" y="1"/>
                  </a:moveTo>
                  <a:lnTo>
                    <a:pt x="152" y="131"/>
                  </a:lnTo>
                  <a:cubicBezTo>
                    <a:pt x="65" y="131"/>
                    <a:pt x="0" y="218"/>
                    <a:pt x="22" y="305"/>
                  </a:cubicBezTo>
                  <a:lnTo>
                    <a:pt x="22" y="327"/>
                  </a:lnTo>
                  <a:cubicBezTo>
                    <a:pt x="41" y="402"/>
                    <a:pt x="109" y="462"/>
                    <a:pt x="184" y="462"/>
                  </a:cubicBezTo>
                  <a:cubicBezTo>
                    <a:pt x="195" y="462"/>
                    <a:pt x="206" y="460"/>
                    <a:pt x="218" y="457"/>
                  </a:cubicBezTo>
                  <a:lnTo>
                    <a:pt x="936" y="349"/>
                  </a:lnTo>
                  <a:cubicBezTo>
                    <a:pt x="1023" y="327"/>
                    <a:pt x="1088" y="240"/>
                    <a:pt x="1066" y="153"/>
                  </a:cubicBezTo>
                  <a:cubicBezTo>
                    <a:pt x="1066" y="44"/>
                    <a:pt x="979" y="1"/>
                    <a:pt x="87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4" name="Google Shape;414;g39181ba8852_1_384"/>
            <p:cNvSpPr/>
            <p:nvPr/>
          </p:nvSpPr>
          <p:spPr>
            <a:xfrm>
              <a:off x="404233" y="3026059"/>
              <a:ext cx="83143" cy="36000"/>
            </a:xfrm>
            <a:custGeom>
              <a:rect b="b" l="l" r="r" t="t"/>
              <a:pathLst>
                <a:path extrusionOk="0" h="462" w="1067">
                  <a:moveTo>
                    <a:pt x="905" y="1"/>
                  </a:moveTo>
                  <a:cubicBezTo>
                    <a:pt x="894" y="1"/>
                    <a:pt x="882" y="2"/>
                    <a:pt x="871" y="5"/>
                  </a:cubicBezTo>
                  <a:lnTo>
                    <a:pt x="153" y="114"/>
                  </a:lnTo>
                  <a:cubicBezTo>
                    <a:pt x="44" y="135"/>
                    <a:pt x="0" y="223"/>
                    <a:pt x="0" y="310"/>
                  </a:cubicBezTo>
                  <a:cubicBezTo>
                    <a:pt x="22" y="418"/>
                    <a:pt x="109" y="462"/>
                    <a:pt x="196" y="462"/>
                  </a:cubicBezTo>
                  <a:lnTo>
                    <a:pt x="914" y="331"/>
                  </a:lnTo>
                  <a:cubicBezTo>
                    <a:pt x="1001" y="331"/>
                    <a:pt x="1067" y="244"/>
                    <a:pt x="1067" y="135"/>
                  </a:cubicBezTo>
                  <a:cubicBezTo>
                    <a:pt x="1048" y="60"/>
                    <a:pt x="980"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5" name="Google Shape;415;g39181ba8852_1_384"/>
            <p:cNvSpPr/>
            <p:nvPr/>
          </p:nvSpPr>
          <p:spPr>
            <a:xfrm>
              <a:off x="399169" y="3004008"/>
              <a:ext cx="83143" cy="34676"/>
            </a:xfrm>
            <a:custGeom>
              <a:rect b="b" l="l" r="r" t="t"/>
              <a:pathLst>
                <a:path extrusionOk="0" h="445" w="1067">
                  <a:moveTo>
                    <a:pt x="905" y="1"/>
                  </a:moveTo>
                  <a:cubicBezTo>
                    <a:pt x="893" y="1"/>
                    <a:pt x="882" y="2"/>
                    <a:pt x="870" y="5"/>
                  </a:cubicBezTo>
                  <a:lnTo>
                    <a:pt x="152" y="114"/>
                  </a:lnTo>
                  <a:cubicBezTo>
                    <a:pt x="44" y="114"/>
                    <a:pt x="0" y="223"/>
                    <a:pt x="0" y="310"/>
                  </a:cubicBezTo>
                  <a:cubicBezTo>
                    <a:pt x="19" y="385"/>
                    <a:pt x="87" y="444"/>
                    <a:pt x="162" y="444"/>
                  </a:cubicBezTo>
                  <a:cubicBezTo>
                    <a:pt x="173" y="444"/>
                    <a:pt x="185" y="443"/>
                    <a:pt x="196" y="440"/>
                  </a:cubicBezTo>
                  <a:lnTo>
                    <a:pt x="914" y="331"/>
                  </a:lnTo>
                  <a:cubicBezTo>
                    <a:pt x="1001" y="310"/>
                    <a:pt x="1066" y="223"/>
                    <a:pt x="1066" y="136"/>
                  </a:cubicBezTo>
                  <a:cubicBezTo>
                    <a:pt x="1047" y="60"/>
                    <a:pt x="979"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6" name="Google Shape;416;g39181ba8852_1_384"/>
            <p:cNvSpPr/>
            <p:nvPr/>
          </p:nvSpPr>
          <p:spPr>
            <a:xfrm>
              <a:off x="287276" y="3003228"/>
              <a:ext cx="193326" cy="127871"/>
            </a:xfrm>
            <a:custGeom>
              <a:rect b="b" l="l" r="r" t="t"/>
              <a:pathLst>
                <a:path extrusionOk="0" h="1641" w="2481">
                  <a:moveTo>
                    <a:pt x="1777" y="1"/>
                  </a:moveTo>
                  <a:cubicBezTo>
                    <a:pt x="1555" y="1"/>
                    <a:pt x="1334" y="9"/>
                    <a:pt x="1240" y="37"/>
                  </a:cubicBezTo>
                  <a:cubicBezTo>
                    <a:pt x="1001" y="124"/>
                    <a:pt x="0" y="777"/>
                    <a:pt x="0" y="777"/>
                  </a:cubicBezTo>
                  <a:lnTo>
                    <a:pt x="653" y="1603"/>
                  </a:lnTo>
                  <a:cubicBezTo>
                    <a:pt x="653" y="1603"/>
                    <a:pt x="861" y="1640"/>
                    <a:pt x="1121" y="1640"/>
                  </a:cubicBezTo>
                  <a:cubicBezTo>
                    <a:pt x="1208" y="1640"/>
                    <a:pt x="1300" y="1636"/>
                    <a:pt x="1393" y="1625"/>
                  </a:cubicBezTo>
                  <a:cubicBezTo>
                    <a:pt x="1763" y="1582"/>
                    <a:pt x="2481" y="1255"/>
                    <a:pt x="2481" y="1255"/>
                  </a:cubicBezTo>
                  <a:cubicBezTo>
                    <a:pt x="2481" y="1255"/>
                    <a:pt x="2263" y="755"/>
                    <a:pt x="2219" y="559"/>
                  </a:cubicBezTo>
                  <a:cubicBezTo>
                    <a:pt x="2154" y="363"/>
                    <a:pt x="2372" y="15"/>
                    <a:pt x="2372" y="15"/>
                  </a:cubicBezTo>
                  <a:cubicBezTo>
                    <a:pt x="2372" y="15"/>
                    <a:pt x="2073" y="1"/>
                    <a:pt x="177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7" name="Google Shape;417;g39181ba8852_1_384"/>
            <p:cNvSpPr/>
            <p:nvPr/>
          </p:nvSpPr>
          <p:spPr>
            <a:xfrm>
              <a:off x="261796" y="3024735"/>
              <a:ext cx="103481" cy="127247"/>
            </a:xfrm>
            <a:custGeom>
              <a:rect b="b" l="l" r="r" t="t"/>
              <a:pathLst>
                <a:path extrusionOk="0" h="1633" w="1328">
                  <a:moveTo>
                    <a:pt x="871" y="0"/>
                  </a:moveTo>
                  <a:lnTo>
                    <a:pt x="1" y="283"/>
                  </a:lnTo>
                  <a:lnTo>
                    <a:pt x="436" y="1632"/>
                  </a:lnTo>
                  <a:lnTo>
                    <a:pt x="1328" y="1327"/>
                  </a:lnTo>
                  <a:lnTo>
                    <a:pt x="871"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8" name="Google Shape;418;g39181ba8852_1_384"/>
            <p:cNvSpPr/>
            <p:nvPr/>
          </p:nvSpPr>
          <p:spPr>
            <a:xfrm>
              <a:off x="263510" y="3116526"/>
              <a:ext cx="371379" cy="233767"/>
            </a:xfrm>
            <a:custGeom>
              <a:rect b="b" l="l" r="r" t="t"/>
              <a:pathLst>
                <a:path extrusionOk="0" h="3000" w="4766">
                  <a:moveTo>
                    <a:pt x="3897" y="0"/>
                  </a:moveTo>
                  <a:cubicBezTo>
                    <a:pt x="3372" y="0"/>
                    <a:pt x="2639" y="458"/>
                    <a:pt x="2155" y="737"/>
                  </a:cubicBezTo>
                  <a:cubicBezTo>
                    <a:pt x="1437" y="1150"/>
                    <a:pt x="0" y="2086"/>
                    <a:pt x="0" y="2086"/>
                  </a:cubicBezTo>
                  <a:lnTo>
                    <a:pt x="392" y="3000"/>
                  </a:lnTo>
                  <a:cubicBezTo>
                    <a:pt x="392" y="3000"/>
                    <a:pt x="2611" y="2565"/>
                    <a:pt x="3830" y="2021"/>
                  </a:cubicBezTo>
                  <a:cubicBezTo>
                    <a:pt x="4026" y="1912"/>
                    <a:pt x="4766" y="1281"/>
                    <a:pt x="4461" y="389"/>
                  </a:cubicBezTo>
                  <a:cubicBezTo>
                    <a:pt x="4355" y="106"/>
                    <a:pt x="4150" y="0"/>
                    <a:pt x="3897"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19" name="Google Shape;419;g39181ba8852_1_384"/>
            <p:cNvSpPr/>
            <p:nvPr/>
          </p:nvSpPr>
          <p:spPr>
            <a:xfrm>
              <a:off x="139773" y="3357381"/>
              <a:ext cx="81429" cy="48546"/>
            </a:xfrm>
            <a:custGeom>
              <a:rect b="b" l="l" r="r" t="t"/>
              <a:pathLst>
                <a:path extrusionOk="0" h="623" w="1045">
                  <a:moveTo>
                    <a:pt x="856" y="0"/>
                  </a:moveTo>
                  <a:cubicBezTo>
                    <a:pt x="832" y="0"/>
                    <a:pt x="807" y="6"/>
                    <a:pt x="783" y="18"/>
                  </a:cubicBezTo>
                  <a:lnTo>
                    <a:pt x="109" y="300"/>
                  </a:lnTo>
                  <a:cubicBezTo>
                    <a:pt x="44" y="344"/>
                    <a:pt x="0" y="431"/>
                    <a:pt x="22" y="518"/>
                  </a:cubicBezTo>
                  <a:cubicBezTo>
                    <a:pt x="54" y="582"/>
                    <a:pt x="121" y="622"/>
                    <a:pt x="188" y="622"/>
                  </a:cubicBezTo>
                  <a:cubicBezTo>
                    <a:pt x="213" y="622"/>
                    <a:pt x="238" y="617"/>
                    <a:pt x="261" y="605"/>
                  </a:cubicBezTo>
                  <a:lnTo>
                    <a:pt x="914" y="322"/>
                  </a:lnTo>
                  <a:cubicBezTo>
                    <a:pt x="1001" y="279"/>
                    <a:pt x="1045" y="192"/>
                    <a:pt x="1001" y="105"/>
                  </a:cubicBezTo>
                  <a:cubicBezTo>
                    <a:pt x="985" y="41"/>
                    <a:pt x="923" y="0"/>
                    <a:pt x="856"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0" name="Google Shape;420;g39181ba8852_1_384"/>
            <p:cNvSpPr/>
            <p:nvPr/>
          </p:nvSpPr>
          <p:spPr>
            <a:xfrm>
              <a:off x="127851" y="3335329"/>
              <a:ext cx="81507" cy="49481"/>
            </a:xfrm>
            <a:custGeom>
              <a:rect b="b" l="l" r="r" t="t"/>
              <a:pathLst>
                <a:path extrusionOk="0" h="635" w="1046">
                  <a:moveTo>
                    <a:pt x="853" y="1"/>
                  </a:moveTo>
                  <a:cubicBezTo>
                    <a:pt x="831" y="1"/>
                    <a:pt x="807" y="6"/>
                    <a:pt x="784" y="18"/>
                  </a:cubicBezTo>
                  <a:lnTo>
                    <a:pt x="110" y="301"/>
                  </a:lnTo>
                  <a:cubicBezTo>
                    <a:pt x="23" y="344"/>
                    <a:pt x="1" y="453"/>
                    <a:pt x="23" y="540"/>
                  </a:cubicBezTo>
                  <a:cubicBezTo>
                    <a:pt x="56" y="606"/>
                    <a:pt x="127" y="635"/>
                    <a:pt x="198" y="635"/>
                  </a:cubicBezTo>
                  <a:cubicBezTo>
                    <a:pt x="220" y="635"/>
                    <a:pt x="241" y="632"/>
                    <a:pt x="262" y="627"/>
                  </a:cubicBezTo>
                  <a:lnTo>
                    <a:pt x="915" y="322"/>
                  </a:lnTo>
                  <a:cubicBezTo>
                    <a:pt x="1002" y="301"/>
                    <a:pt x="1045" y="192"/>
                    <a:pt x="1002" y="105"/>
                  </a:cubicBezTo>
                  <a:cubicBezTo>
                    <a:pt x="970" y="41"/>
                    <a:pt x="915"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1" name="Google Shape;421;g39181ba8852_1_384"/>
            <p:cNvSpPr/>
            <p:nvPr/>
          </p:nvSpPr>
          <p:spPr>
            <a:xfrm>
              <a:off x="116008" y="3313278"/>
              <a:ext cx="83143" cy="50260"/>
            </a:xfrm>
            <a:custGeom>
              <a:rect b="b" l="l" r="r" t="t"/>
              <a:pathLst>
                <a:path extrusionOk="0" h="645" w="1067">
                  <a:moveTo>
                    <a:pt x="875" y="1"/>
                  </a:moveTo>
                  <a:cubicBezTo>
                    <a:pt x="852" y="1"/>
                    <a:pt x="829" y="6"/>
                    <a:pt x="806" y="18"/>
                  </a:cubicBezTo>
                  <a:lnTo>
                    <a:pt x="131" y="301"/>
                  </a:lnTo>
                  <a:cubicBezTo>
                    <a:pt x="44" y="344"/>
                    <a:pt x="1" y="453"/>
                    <a:pt x="44" y="540"/>
                  </a:cubicBezTo>
                  <a:cubicBezTo>
                    <a:pt x="76" y="604"/>
                    <a:pt x="143" y="644"/>
                    <a:pt x="202" y="644"/>
                  </a:cubicBezTo>
                  <a:cubicBezTo>
                    <a:pt x="224" y="644"/>
                    <a:pt x="244" y="639"/>
                    <a:pt x="262" y="627"/>
                  </a:cubicBezTo>
                  <a:lnTo>
                    <a:pt x="936" y="322"/>
                  </a:lnTo>
                  <a:cubicBezTo>
                    <a:pt x="1023" y="301"/>
                    <a:pt x="1067" y="192"/>
                    <a:pt x="1023" y="105"/>
                  </a:cubicBezTo>
                  <a:cubicBezTo>
                    <a:pt x="991" y="41"/>
                    <a:pt x="936" y="1"/>
                    <a:pt x="87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2" name="Google Shape;422;g39181ba8852_1_384"/>
            <p:cNvSpPr/>
            <p:nvPr/>
          </p:nvSpPr>
          <p:spPr>
            <a:xfrm>
              <a:off x="109229" y="3291226"/>
              <a:ext cx="81429" cy="50260"/>
            </a:xfrm>
            <a:custGeom>
              <a:rect b="b" l="l" r="r" t="t"/>
              <a:pathLst>
                <a:path extrusionOk="0" h="645" w="1045">
                  <a:moveTo>
                    <a:pt x="853" y="1"/>
                  </a:moveTo>
                  <a:cubicBezTo>
                    <a:pt x="830" y="1"/>
                    <a:pt x="807" y="6"/>
                    <a:pt x="784" y="18"/>
                  </a:cubicBezTo>
                  <a:lnTo>
                    <a:pt x="109" y="301"/>
                  </a:lnTo>
                  <a:cubicBezTo>
                    <a:pt x="22" y="344"/>
                    <a:pt x="1" y="453"/>
                    <a:pt x="22" y="540"/>
                  </a:cubicBezTo>
                  <a:cubicBezTo>
                    <a:pt x="54" y="604"/>
                    <a:pt x="121" y="644"/>
                    <a:pt x="189" y="644"/>
                  </a:cubicBezTo>
                  <a:cubicBezTo>
                    <a:pt x="213" y="644"/>
                    <a:pt x="238" y="639"/>
                    <a:pt x="262" y="627"/>
                  </a:cubicBezTo>
                  <a:lnTo>
                    <a:pt x="914" y="323"/>
                  </a:lnTo>
                  <a:cubicBezTo>
                    <a:pt x="1001" y="301"/>
                    <a:pt x="1045" y="192"/>
                    <a:pt x="1001" y="105"/>
                  </a:cubicBezTo>
                  <a:cubicBezTo>
                    <a:pt x="970" y="41"/>
                    <a:pt x="914"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3" name="Google Shape;423;g39181ba8852_1_384"/>
            <p:cNvSpPr/>
            <p:nvPr/>
          </p:nvSpPr>
          <p:spPr>
            <a:xfrm>
              <a:off x="114293" y="3268629"/>
              <a:ext cx="186624" cy="135897"/>
            </a:xfrm>
            <a:custGeom>
              <a:rect b="b" l="l" r="r" t="t"/>
              <a:pathLst>
                <a:path extrusionOk="0" h="1744" w="2395">
                  <a:moveTo>
                    <a:pt x="2076" y="1"/>
                  </a:moveTo>
                  <a:cubicBezTo>
                    <a:pt x="1705" y="1"/>
                    <a:pt x="1125" y="11"/>
                    <a:pt x="980" y="69"/>
                  </a:cubicBezTo>
                  <a:cubicBezTo>
                    <a:pt x="741" y="134"/>
                    <a:pt x="1" y="656"/>
                    <a:pt x="1" y="656"/>
                  </a:cubicBezTo>
                  <a:cubicBezTo>
                    <a:pt x="1" y="656"/>
                    <a:pt x="371" y="808"/>
                    <a:pt x="436" y="1026"/>
                  </a:cubicBezTo>
                  <a:cubicBezTo>
                    <a:pt x="479" y="1222"/>
                    <a:pt x="588" y="1744"/>
                    <a:pt x="588" y="1744"/>
                  </a:cubicBezTo>
                  <a:cubicBezTo>
                    <a:pt x="588" y="1744"/>
                    <a:pt x="1372" y="1635"/>
                    <a:pt x="1698" y="1461"/>
                  </a:cubicBezTo>
                  <a:cubicBezTo>
                    <a:pt x="2024" y="1287"/>
                    <a:pt x="2307" y="1048"/>
                    <a:pt x="2307" y="1048"/>
                  </a:cubicBezTo>
                  <a:lnTo>
                    <a:pt x="2394" y="3"/>
                  </a:lnTo>
                  <a:cubicBezTo>
                    <a:pt x="2394" y="3"/>
                    <a:pt x="2261" y="1"/>
                    <a:pt x="2076"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24" name="Google Shape;424;g39181ba8852_1_384"/>
            <p:cNvSpPr/>
            <p:nvPr/>
          </p:nvSpPr>
          <p:spPr>
            <a:xfrm>
              <a:off x="239744" y="3240032"/>
              <a:ext cx="105195" cy="127247"/>
            </a:xfrm>
            <a:custGeom>
              <a:rect b="b" l="l" r="r" t="t"/>
              <a:pathLst>
                <a:path extrusionOk="0" h="1633" w="1350">
                  <a:moveTo>
                    <a:pt x="893" y="0"/>
                  </a:moveTo>
                  <a:lnTo>
                    <a:pt x="1" y="305"/>
                  </a:lnTo>
                  <a:lnTo>
                    <a:pt x="458" y="1632"/>
                  </a:lnTo>
                  <a:lnTo>
                    <a:pt x="1350" y="1328"/>
                  </a:lnTo>
                  <a:lnTo>
                    <a:pt x="893"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25" name="Google Shape;425;g39181ba8852_1_384"/>
          <p:cNvSpPr txBox="1"/>
          <p:nvPr>
            <p:ph type="title"/>
          </p:nvPr>
        </p:nvSpPr>
        <p:spPr>
          <a:xfrm>
            <a:off x="2924620" y="720000"/>
            <a:ext cx="6342900" cy="1411500"/>
          </a:xfrm>
          <a:prstGeom prst="rect">
            <a:avLst/>
          </a:prstGeom>
        </p:spPr>
        <p:txBody>
          <a:bodyPr anchorCtr="0" anchor="t" bIns="121900" lIns="121900" spcFirstLastPara="1" rIns="121900" wrap="square" tIns="121900">
            <a:noAutofit/>
          </a:bodyPr>
          <a:lstStyle>
            <a:lvl1pPr lvl="0" rtl="0" algn="ctr">
              <a:spcBef>
                <a:spcPts val="0"/>
              </a:spcBef>
              <a:spcAft>
                <a:spcPts val="0"/>
              </a:spcAft>
              <a:buSzPts val="4700"/>
              <a:buNone/>
              <a:defRPr sz="9600"/>
            </a:lvl1pPr>
            <a:lvl2pPr lvl="1" rtl="0">
              <a:spcBef>
                <a:spcPts val="0"/>
              </a:spcBef>
              <a:spcAft>
                <a:spcPts val="0"/>
              </a:spcAft>
              <a:buSzPts val="4700"/>
              <a:buNone/>
              <a:defRPr/>
            </a:lvl2pPr>
            <a:lvl3pPr lvl="2" rtl="0">
              <a:spcBef>
                <a:spcPts val="0"/>
              </a:spcBef>
              <a:spcAft>
                <a:spcPts val="0"/>
              </a:spcAft>
              <a:buSzPts val="4700"/>
              <a:buNone/>
              <a:defRPr/>
            </a:lvl3pPr>
            <a:lvl4pPr lvl="3" rtl="0">
              <a:spcBef>
                <a:spcPts val="0"/>
              </a:spcBef>
              <a:spcAft>
                <a:spcPts val="0"/>
              </a:spcAft>
              <a:buSzPts val="4700"/>
              <a:buNone/>
              <a:defRPr/>
            </a:lvl4pPr>
            <a:lvl5pPr lvl="4" rtl="0">
              <a:spcBef>
                <a:spcPts val="0"/>
              </a:spcBef>
              <a:spcAft>
                <a:spcPts val="0"/>
              </a:spcAft>
              <a:buSzPts val="4700"/>
              <a:buNone/>
              <a:defRPr/>
            </a:lvl5pPr>
            <a:lvl6pPr lvl="5" rtl="0">
              <a:spcBef>
                <a:spcPts val="0"/>
              </a:spcBef>
              <a:spcAft>
                <a:spcPts val="0"/>
              </a:spcAft>
              <a:buSzPts val="4700"/>
              <a:buNone/>
              <a:defRPr/>
            </a:lvl6pPr>
            <a:lvl7pPr lvl="6" rtl="0">
              <a:spcBef>
                <a:spcPts val="0"/>
              </a:spcBef>
              <a:spcAft>
                <a:spcPts val="0"/>
              </a:spcAft>
              <a:buSzPts val="4700"/>
              <a:buNone/>
              <a:defRPr/>
            </a:lvl7pPr>
            <a:lvl8pPr lvl="7" rtl="0">
              <a:spcBef>
                <a:spcPts val="0"/>
              </a:spcBef>
              <a:spcAft>
                <a:spcPts val="0"/>
              </a:spcAft>
              <a:buSzPts val="4700"/>
              <a:buNone/>
              <a:defRPr/>
            </a:lvl8pPr>
            <a:lvl9pPr lvl="8" rtl="0">
              <a:spcBef>
                <a:spcPts val="0"/>
              </a:spcBef>
              <a:spcAft>
                <a:spcPts val="0"/>
              </a:spcAft>
              <a:buSzPts val="4700"/>
              <a:buNone/>
              <a:defRPr/>
            </a:lvl9pPr>
          </a:lstStyle>
          <a:p/>
        </p:txBody>
      </p:sp>
      <p:sp>
        <p:nvSpPr>
          <p:cNvPr id="426" name="Google Shape;426;g39181ba8852_1_384"/>
          <p:cNvSpPr txBox="1"/>
          <p:nvPr>
            <p:ph idx="1" type="subTitle"/>
          </p:nvPr>
        </p:nvSpPr>
        <p:spPr>
          <a:xfrm>
            <a:off x="2924567" y="2455267"/>
            <a:ext cx="6342900" cy="1411500"/>
          </a:xfrm>
          <a:prstGeom prst="rect">
            <a:avLst/>
          </a:prstGeom>
        </p:spPr>
        <p:txBody>
          <a:bodyPr anchorCtr="0" anchor="ctr" bIns="121900" lIns="121900" spcFirstLastPara="1" rIns="121900" wrap="square" tIns="121900">
            <a:noAutofit/>
          </a:bodyPr>
          <a:lstStyle>
            <a:lvl1pPr lvl="0" rtl="0" algn="ctr">
              <a:lnSpc>
                <a:spcPct val="100000"/>
              </a:lnSpc>
              <a:spcBef>
                <a:spcPts val="0"/>
              </a:spcBef>
              <a:spcAft>
                <a:spcPts val="0"/>
              </a:spcAft>
              <a:buSzPts val="1600"/>
              <a:buNone/>
              <a:defRPr/>
            </a:lvl1pPr>
            <a:lvl2pPr lvl="1" rtl="0" algn="ctr">
              <a:lnSpc>
                <a:spcPct val="100000"/>
              </a:lnSpc>
              <a:spcBef>
                <a:spcPts val="0"/>
              </a:spcBef>
              <a:spcAft>
                <a:spcPts val="0"/>
              </a:spcAft>
              <a:buSzPts val="1600"/>
              <a:buNone/>
              <a:defRPr/>
            </a:lvl2pPr>
            <a:lvl3pPr lvl="2" rtl="0" algn="ctr">
              <a:lnSpc>
                <a:spcPct val="100000"/>
              </a:lnSpc>
              <a:spcBef>
                <a:spcPts val="2100"/>
              </a:spcBef>
              <a:spcAft>
                <a:spcPts val="0"/>
              </a:spcAft>
              <a:buSzPts val="1600"/>
              <a:buNone/>
              <a:defRPr/>
            </a:lvl3pPr>
            <a:lvl4pPr lvl="3" rtl="0" algn="ctr">
              <a:lnSpc>
                <a:spcPct val="100000"/>
              </a:lnSpc>
              <a:spcBef>
                <a:spcPts val="2100"/>
              </a:spcBef>
              <a:spcAft>
                <a:spcPts val="0"/>
              </a:spcAft>
              <a:buSzPts val="1600"/>
              <a:buNone/>
              <a:defRPr/>
            </a:lvl4pPr>
            <a:lvl5pPr lvl="4" rtl="0" algn="ctr">
              <a:lnSpc>
                <a:spcPct val="100000"/>
              </a:lnSpc>
              <a:spcBef>
                <a:spcPts val="2100"/>
              </a:spcBef>
              <a:spcAft>
                <a:spcPts val="0"/>
              </a:spcAft>
              <a:buSzPts val="1600"/>
              <a:buNone/>
              <a:defRPr/>
            </a:lvl5pPr>
            <a:lvl6pPr lvl="5" rtl="0" algn="ctr">
              <a:lnSpc>
                <a:spcPct val="100000"/>
              </a:lnSpc>
              <a:spcBef>
                <a:spcPts val="2100"/>
              </a:spcBef>
              <a:spcAft>
                <a:spcPts val="0"/>
              </a:spcAft>
              <a:buSzPts val="1600"/>
              <a:buNone/>
              <a:defRPr/>
            </a:lvl6pPr>
            <a:lvl7pPr lvl="6" rtl="0" algn="ctr">
              <a:lnSpc>
                <a:spcPct val="100000"/>
              </a:lnSpc>
              <a:spcBef>
                <a:spcPts val="2100"/>
              </a:spcBef>
              <a:spcAft>
                <a:spcPts val="0"/>
              </a:spcAft>
              <a:buSzPts val="1600"/>
              <a:buNone/>
              <a:defRPr/>
            </a:lvl7pPr>
            <a:lvl8pPr lvl="7" rtl="0" algn="ctr">
              <a:lnSpc>
                <a:spcPct val="100000"/>
              </a:lnSpc>
              <a:spcBef>
                <a:spcPts val="2100"/>
              </a:spcBef>
              <a:spcAft>
                <a:spcPts val="0"/>
              </a:spcAft>
              <a:buSzPts val="1600"/>
              <a:buNone/>
              <a:defRPr/>
            </a:lvl8pPr>
            <a:lvl9pPr lvl="8" rtl="0" algn="ctr">
              <a:lnSpc>
                <a:spcPct val="100000"/>
              </a:lnSpc>
              <a:spcBef>
                <a:spcPts val="2100"/>
              </a:spcBef>
              <a:spcAft>
                <a:spcPts val="2100"/>
              </a:spcAft>
              <a:buSzPts val="1600"/>
              <a:buNone/>
              <a:defRPr/>
            </a:lvl9pPr>
          </a:lstStyle>
          <a:p/>
        </p:txBody>
      </p:sp>
      <p:sp>
        <p:nvSpPr>
          <p:cNvPr id="427" name="Google Shape;427;g39181ba8852_1_384"/>
          <p:cNvSpPr txBox="1"/>
          <p:nvPr/>
        </p:nvSpPr>
        <p:spPr>
          <a:xfrm>
            <a:off x="2798800" y="4815933"/>
            <a:ext cx="6594300" cy="741600"/>
          </a:xfrm>
          <a:prstGeom prst="rect">
            <a:avLst/>
          </a:prstGeom>
          <a:noFill/>
          <a:ln>
            <a:noFill/>
          </a:ln>
        </p:spPr>
        <p:txBody>
          <a:bodyPr anchorCtr="0" anchor="t" bIns="121900" lIns="121900" spcFirstLastPara="1" rIns="121900" wrap="square" tIns="121900">
            <a:noAutofit/>
          </a:bodyPr>
          <a:lstStyle/>
          <a:p>
            <a:pPr indent="0" lvl="0" marL="0" rtl="0" algn="ctr">
              <a:spcBef>
                <a:spcPts val="400"/>
              </a:spcBef>
              <a:spcAft>
                <a:spcPts val="0"/>
              </a:spcAft>
              <a:buNone/>
            </a:pPr>
            <a:r>
              <a:rPr b="1" lang="en-US" sz="1600">
                <a:solidFill>
                  <a:schemeClr val="dk1"/>
                </a:solidFill>
                <a:latin typeface="Open Sans"/>
                <a:ea typeface="Open Sans"/>
                <a:cs typeface="Open Sans"/>
                <a:sym typeface="Open Sans"/>
              </a:rPr>
              <a:t>CREDITS:</a:t>
            </a:r>
            <a:r>
              <a:rPr lang="en-US" sz="1600">
                <a:solidFill>
                  <a:schemeClr val="dk1"/>
                </a:solidFill>
                <a:latin typeface="Open Sans"/>
                <a:ea typeface="Open Sans"/>
                <a:cs typeface="Open Sans"/>
                <a:sym typeface="Open Sans"/>
              </a:rPr>
              <a:t> This presentation template was created by </a:t>
            </a:r>
            <a:r>
              <a:rPr b="1" lang="en-US" sz="1600" u="sng">
                <a:solidFill>
                  <a:schemeClr val="hlink"/>
                </a:solidFill>
                <a:latin typeface="Open Sans"/>
                <a:ea typeface="Open Sans"/>
                <a:cs typeface="Open Sans"/>
                <a:sym typeface="Open Sans"/>
                <a:hlinkClick r:id="rId2"/>
              </a:rPr>
              <a:t>Slidesgo</a:t>
            </a:r>
            <a:r>
              <a:rPr lang="en-US" sz="1600">
                <a:solidFill>
                  <a:schemeClr val="dk1"/>
                </a:solidFill>
                <a:latin typeface="Open Sans"/>
                <a:ea typeface="Open Sans"/>
                <a:cs typeface="Open Sans"/>
                <a:sym typeface="Open Sans"/>
              </a:rPr>
              <a:t>, and includes icons by </a:t>
            </a:r>
            <a:r>
              <a:rPr b="1" lang="en-US" sz="16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US" sz="1600">
                <a:solidFill>
                  <a:schemeClr val="dk1"/>
                </a:solidFill>
                <a:latin typeface="Open Sans"/>
                <a:ea typeface="Open Sans"/>
                <a:cs typeface="Open Sans"/>
                <a:sym typeface="Open Sans"/>
              </a:rPr>
              <a:t>, and infographics &amp; images by </a:t>
            </a:r>
            <a:r>
              <a:rPr b="1" lang="en-US" sz="16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US" sz="1600" u="sng">
                <a:solidFill>
                  <a:schemeClr val="dk1"/>
                </a:solidFill>
                <a:latin typeface="Open Sans"/>
                <a:ea typeface="Open Sans"/>
                <a:cs typeface="Open Sans"/>
                <a:sym typeface="Open Sans"/>
              </a:rPr>
              <a:t> </a:t>
            </a:r>
            <a:endParaRPr b="1" sz="1600" u="sng">
              <a:solidFill>
                <a:schemeClr val="dk1"/>
              </a:solidFill>
              <a:latin typeface="Open Sans"/>
              <a:ea typeface="Open Sans"/>
              <a:cs typeface="Open Sans"/>
              <a:sym typeface="Open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28" name="Shape 428"/>
        <p:cNvGrpSpPr/>
        <p:nvPr/>
      </p:nvGrpSpPr>
      <p:grpSpPr>
        <a:xfrm>
          <a:off x="0" y="0"/>
          <a:ext cx="0" cy="0"/>
          <a:chOff x="0" y="0"/>
          <a:chExt cx="0" cy="0"/>
        </a:xfrm>
      </p:grpSpPr>
      <p:sp>
        <p:nvSpPr>
          <p:cNvPr id="429" name="Google Shape;429;g39181ba8852_1_474"/>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0" name="Google Shape;430;g39181ba8852_1_474"/>
          <p:cNvSpPr/>
          <p:nvPr/>
        </p:nvSpPr>
        <p:spPr>
          <a:xfrm flipH="1">
            <a:off x="-499094"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431" name="Google Shape;431;g39181ba8852_1_474"/>
          <p:cNvGrpSpPr/>
          <p:nvPr/>
        </p:nvGrpSpPr>
        <p:grpSpPr>
          <a:xfrm>
            <a:off x="-305938" y="4144031"/>
            <a:ext cx="1066721" cy="2526602"/>
            <a:chOff x="7131700" y="3058575"/>
            <a:chExt cx="800061" cy="1894999"/>
          </a:xfrm>
        </p:grpSpPr>
        <p:sp>
          <p:nvSpPr>
            <p:cNvPr id="432" name="Google Shape;432;g39181ba8852_1_474"/>
            <p:cNvSpPr/>
            <p:nvPr/>
          </p:nvSpPr>
          <p:spPr>
            <a:xfrm>
              <a:off x="7385008" y="3940203"/>
              <a:ext cx="101721" cy="80042"/>
            </a:xfrm>
            <a:custGeom>
              <a:rect b="b" l="l" r="r" t="t"/>
              <a:pathLst>
                <a:path extrusionOk="0" h="1045" w="1328">
                  <a:moveTo>
                    <a:pt x="0" y="0"/>
                  </a:moveTo>
                  <a:lnTo>
                    <a:pt x="0" y="1045"/>
                  </a:lnTo>
                  <a:lnTo>
                    <a:pt x="1328" y="1045"/>
                  </a:lnTo>
                  <a:lnTo>
                    <a:pt x="132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3" name="Google Shape;433;g39181ba8852_1_474"/>
            <p:cNvSpPr/>
            <p:nvPr/>
          </p:nvSpPr>
          <p:spPr>
            <a:xfrm>
              <a:off x="7495003" y="4095158"/>
              <a:ext cx="101721" cy="716699"/>
            </a:xfrm>
            <a:custGeom>
              <a:rect b="b" l="l" r="r" t="t"/>
              <a:pathLst>
                <a:path extrusionOk="0" h="9357" w="1328">
                  <a:moveTo>
                    <a:pt x="0" y="1"/>
                  </a:moveTo>
                  <a:lnTo>
                    <a:pt x="0" y="9357"/>
                  </a:lnTo>
                  <a:lnTo>
                    <a:pt x="1328" y="9357"/>
                  </a:lnTo>
                  <a:lnTo>
                    <a:pt x="1328"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4" name="Google Shape;434;g39181ba8852_1_474"/>
            <p:cNvSpPr/>
            <p:nvPr/>
          </p:nvSpPr>
          <p:spPr>
            <a:xfrm>
              <a:off x="7746626" y="4835158"/>
              <a:ext cx="116735" cy="118416"/>
            </a:xfrm>
            <a:custGeom>
              <a:rect b="b" l="l" r="r" t="t"/>
              <a:pathLst>
                <a:path extrusionOk="0" h="1546" w="1524">
                  <a:moveTo>
                    <a:pt x="762" y="1"/>
                  </a:moveTo>
                  <a:cubicBezTo>
                    <a:pt x="327" y="1"/>
                    <a:pt x="1" y="349"/>
                    <a:pt x="1" y="784"/>
                  </a:cubicBezTo>
                  <a:cubicBezTo>
                    <a:pt x="1" y="1197"/>
                    <a:pt x="327" y="1545"/>
                    <a:pt x="762" y="1545"/>
                  </a:cubicBezTo>
                  <a:cubicBezTo>
                    <a:pt x="1176" y="1545"/>
                    <a:pt x="1524" y="1197"/>
                    <a:pt x="1524" y="784"/>
                  </a:cubicBezTo>
                  <a:cubicBezTo>
                    <a:pt x="1524" y="349"/>
                    <a:pt x="1176"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5" name="Google Shape;435;g39181ba8852_1_474"/>
            <p:cNvSpPr/>
            <p:nvPr/>
          </p:nvSpPr>
          <p:spPr>
            <a:xfrm>
              <a:off x="7215038" y="4835158"/>
              <a:ext cx="116735" cy="118416"/>
            </a:xfrm>
            <a:custGeom>
              <a:rect b="b" l="l" r="r" t="t"/>
              <a:pathLst>
                <a:path extrusionOk="0" h="1546" w="1524">
                  <a:moveTo>
                    <a:pt x="762" y="1"/>
                  </a:moveTo>
                  <a:cubicBezTo>
                    <a:pt x="348" y="1"/>
                    <a:pt x="0" y="349"/>
                    <a:pt x="0" y="784"/>
                  </a:cubicBezTo>
                  <a:cubicBezTo>
                    <a:pt x="0" y="1197"/>
                    <a:pt x="348" y="1545"/>
                    <a:pt x="762" y="1545"/>
                  </a:cubicBezTo>
                  <a:cubicBezTo>
                    <a:pt x="1197" y="1545"/>
                    <a:pt x="1523" y="1197"/>
                    <a:pt x="1523" y="784"/>
                  </a:cubicBezTo>
                  <a:cubicBezTo>
                    <a:pt x="1523" y="349"/>
                    <a:pt x="1197"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6" name="Google Shape;436;g39181ba8852_1_474"/>
            <p:cNvSpPr/>
            <p:nvPr/>
          </p:nvSpPr>
          <p:spPr>
            <a:xfrm>
              <a:off x="7196655" y="4811796"/>
              <a:ext cx="698416" cy="48408"/>
            </a:xfrm>
            <a:custGeom>
              <a:rect b="b" l="l" r="r" t="t"/>
              <a:pathLst>
                <a:path extrusionOk="0" h="632" w="9118">
                  <a:moveTo>
                    <a:pt x="632" y="1"/>
                  </a:moveTo>
                  <a:cubicBezTo>
                    <a:pt x="284" y="1"/>
                    <a:pt x="1" y="284"/>
                    <a:pt x="1" y="632"/>
                  </a:cubicBezTo>
                  <a:lnTo>
                    <a:pt x="9117" y="632"/>
                  </a:lnTo>
                  <a:cubicBezTo>
                    <a:pt x="9117" y="284"/>
                    <a:pt x="8834" y="1"/>
                    <a:pt x="8486"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7" name="Google Shape;437;g39181ba8852_1_474"/>
            <p:cNvSpPr/>
            <p:nvPr/>
          </p:nvSpPr>
          <p:spPr>
            <a:xfrm>
              <a:off x="7511624" y="4158503"/>
              <a:ext cx="25124" cy="653355"/>
            </a:xfrm>
            <a:custGeom>
              <a:rect b="b" l="l" r="r" t="t"/>
              <a:pathLst>
                <a:path extrusionOk="0" h="8530" w="328">
                  <a:moveTo>
                    <a:pt x="1" y="1"/>
                  </a:moveTo>
                  <a:lnTo>
                    <a:pt x="1" y="8530"/>
                  </a:lnTo>
                  <a:lnTo>
                    <a:pt x="327" y="8530"/>
                  </a:lnTo>
                  <a:lnTo>
                    <a:pt x="32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8" name="Google Shape;438;g39181ba8852_1_474"/>
            <p:cNvSpPr/>
            <p:nvPr/>
          </p:nvSpPr>
          <p:spPr>
            <a:xfrm>
              <a:off x="7160041" y="4015191"/>
              <a:ext cx="771720" cy="145071"/>
            </a:xfrm>
            <a:custGeom>
              <a:rect b="b" l="l" r="r" t="t"/>
              <a:pathLst>
                <a:path extrusionOk="0" h="1894" w="10075">
                  <a:moveTo>
                    <a:pt x="740" y="1"/>
                  </a:moveTo>
                  <a:cubicBezTo>
                    <a:pt x="326" y="1"/>
                    <a:pt x="0" y="327"/>
                    <a:pt x="0" y="740"/>
                  </a:cubicBezTo>
                  <a:lnTo>
                    <a:pt x="0" y="1154"/>
                  </a:lnTo>
                  <a:cubicBezTo>
                    <a:pt x="0" y="1567"/>
                    <a:pt x="326" y="1893"/>
                    <a:pt x="740" y="1893"/>
                  </a:cubicBezTo>
                  <a:lnTo>
                    <a:pt x="9334" y="1893"/>
                  </a:lnTo>
                  <a:cubicBezTo>
                    <a:pt x="9748" y="1893"/>
                    <a:pt x="10074" y="1567"/>
                    <a:pt x="10074" y="1154"/>
                  </a:cubicBezTo>
                  <a:lnTo>
                    <a:pt x="10074" y="740"/>
                  </a:lnTo>
                  <a:cubicBezTo>
                    <a:pt x="10074" y="327"/>
                    <a:pt x="9748" y="1"/>
                    <a:pt x="93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39" name="Google Shape;439;g39181ba8852_1_474"/>
            <p:cNvSpPr/>
            <p:nvPr/>
          </p:nvSpPr>
          <p:spPr>
            <a:xfrm>
              <a:off x="7131700" y="3058575"/>
              <a:ext cx="601673" cy="890034"/>
            </a:xfrm>
            <a:custGeom>
              <a:rect b="b" l="l" r="r" t="t"/>
              <a:pathLst>
                <a:path extrusionOk="0" h="11620" w="7855">
                  <a:moveTo>
                    <a:pt x="3917" y="0"/>
                  </a:moveTo>
                  <a:cubicBezTo>
                    <a:pt x="1763" y="0"/>
                    <a:pt x="0" y="1785"/>
                    <a:pt x="0" y="3939"/>
                  </a:cubicBezTo>
                  <a:lnTo>
                    <a:pt x="0" y="9835"/>
                  </a:lnTo>
                  <a:cubicBezTo>
                    <a:pt x="0" y="10814"/>
                    <a:pt x="805" y="11619"/>
                    <a:pt x="1784" y="11619"/>
                  </a:cubicBezTo>
                  <a:lnTo>
                    <a:pt x="6071" y="11619"/>
                  </a:lnTo>
                  <a:cubicBezTo>
                    <a:pt x="7050" y="11619"/>
                    <a:pt x="7855" y="10814"/>
                    <a:pt x="7855" y="9835"/>
                  </a:cubicBezTo>
                  <a:lnTo>
                    <a:pt x="7855" y="3939"/>
                  </a:lnTo>
                  <a:cubicBezTo>
                    <a:pt x="7855" y="1785"/>
                    <a:pt x="6071" y="0"/>
                    <a:pt x="391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0" name="Google Shape;440;g39181ba8852_1_474"/>
            <p:cNvSpPr/>
            <p:nvPr/>
          </p:nvSpPr>
          <p:spPr>
            <a:xfrm>
              <a:off x="7238324" y="3111886"/>
              <a:ext cx="468394" cy="785022"/>
            </a:xfrm>
            <a:custGeom>
              <a:rect b="b" l="l" r="r" t="t"/>
              <a:pathLst>
                <a:path extrusionOk="0" h="10249" w="6115">
                  <a:moveTo>
                    <a:pt x="3069" y="1"/>
                  </a:moveTo>
                  <a:cubicBezTo>
                    <a:pt x="1371" y="1"/>
                    <a:pt x="1" y="1371"/>
                    <a:pt x="1" y="3047"/>
                  </a:cubicBezTo>
                  <a:lnTo>
                    <a:pt x="1" y="8856"/>
                  </a:lnTo>
                  <a:cubicBezTo>
                    <a:pt x="1" y="9618"/>
                    <a:pt x="632" y="10249"/>
                    <a:pt x="1393" y="10249"/>
                  </a:cubicBezTo>
                  <a:lnTo>
                    <a:pt x="4722" y="10249"/>
                  </a:lnTo>
                  <a:cubicBezTo>
                    <a:pt x="5484" y="10249"/>
                    <a:pt x="6115" y="9618"/>
                    <a:pt x="6115" y="8856"/>
                  </a:cubicBezTo>
                  <a:lnTo>
                    <a:pt x="6115" y="3047"/>
                  </a:lnTo>
                  <a:cubicBezTo>
                    <a:pt x="6115" y="1371"/>
                    <a:pt x="4744" y="1"/>
                    <a:pt x="306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441" name="Google Shape;441;g39181ba8852_1_474"/>
          <p:cNvSpPr/>
          <p:nvPr/>
        </p:nvSpPr>
        <p:spPr>
          <a:xfrm>
            <a:off x="107349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442" name="Google Shape;442;g39181ba8852_1_474"/>
          <p:cNvGrpSpPr/>
          <p:nvPr/>
        </p:nvGrpSpPr>
        <p:grpSpPr>
          <a:xfrm>
            <a:off x="11241148" y="3001228"/>
            <a:ext cx="1157665" cy="3856600"/>
            <a:chOff x="-1434450" y="2250977"/>
            <a:chExt cx="868271" cy="2892522"/>
          </a:xfrm>
        </p:grpSpPr>
        <p:sp>
          <p:nvSpPr>
            <p:cNvPr id="443" name="Google Shape;443;g39181ba8852_1_474"/>
            <p:cNvSpPr/>
            <p:nvPr/>
          </p:nvSpPr>
          <p:spPr>
            <a:xfrm>
              <a:off x="-1301572" y="2770032"/>
              <a:ext cx="359138" cy="275989"/>
            </a:xfrm>
            <a:custGeom>
              <a:rect b="b" l="l" r="r" t="t"/>
              <a:pathLst>
                <a:path extrusionOk="0" h="3479" w="4527">
                  <a:moveTo>
                    <a:pt x="4178" y="0"/>
                  </a:moveTo>
                  <a:cubicBezTo>
                    <a:pt x="4178" y="0"/>
                    <a:pt x="2046" y="1001"/>
                    <a:pt x="1023" y="1654"/>
                  </a:cubicBezTo>
                  <a:cubicBezTo>
                    <a:pt x="23" y="2329"/>
                    <a:pt x="1" y="2742"/>
                    <a:pt x="218" y="3112"/>
                  </a:cubicBezTo>
                  <a:cubicBezTo>
                    <a:pt x="375" y="3377"/>
                    <a:pt x="593" y="3479"/>
                    <a:pt x="839" y="3479"/>
                  </a:cubicBezTo>
                  <a:cubicBezTo>
                    <a:pt x="1480" y="3479"/>
                    <a:pt x="2305" y="2786"/>
                    <a:pt x="2699" y="2503"/>
                  </a:cubicBezTo>
                  <a:cubicBezTo>
                    <a:pt x="3243" y="2133"/>
                    <a:pt x="4527" y="610"/>
                    <a:pt x="4527" y="610"/>
                  </a:cubicBezTo>
                  <a:lnTo>
                    <a:pt x="4178" y="0"/>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4" name="Google Shape;444;g39181ba8852_1_474"/>
            <p:cNvSpPr/>
            <p:nvPr/>
          </p:nvSpPr>
          <p:spPr>
            <a:xfrm>
              <a:off x="-1325689" y="2782090"/>
              <a:ext cx="367706" cy="285350"/>
            </a:xfrm>
            <a:custGeom>
              <a:rect b="b" l="l" r="r" t="t"/>
              <a:pathLst>
                <a:path extrusionOk="0" h="3597" w="4635">
                  <a:moveTo>
                    <a:pt x="3873" y="1"/>
                  </a:moveTo>
                  <a:cubicBezTo>
                    <a:pt x="3873" y="1"/>
                    <a:pt x="2002" y="893"/>
                    <a:pt x="1001" y="1546"/>
                  </a:cubicBezTo>
                  <a:cubicBezTo>
                    <a:pt x="0" y="2177"/>
                    <a:pt x="44" y="2851"/>
                    <a:pt x="261" y="3221"/>
                  </a:cubicBezTo>
                  <a:cubicBezTo>
                    <a:pt x="416" y="3493"/>
                    <a:pt x="636" y="3596"/>
                    <a:pt x="883" y="3596"/>
                  </a:cubicBezTo>
                  <a:cubicBezTo>
                    <a:pt x="1506" y="3596"/>
                    <a:pt x="2303" y="2942"/>
                    <a:pt x="2676" y="2677"/>
                  </a:cubicBezTo>
                  <a:cubicBezTo>
                    <a:pt x="3220" y="2307"/>
                    <a:pt x="4635" y="1284"/>
                    <a:pt x="4635" y="1284"/>
                  </a:cubicBezTo>
                  <a:lnTo>
                    <a:pt x="3873" y="1"/>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5" name="Google Shape;445;g39181ba8852_1_474"/>
            <p:cNvSpPr/>
            <p:nvPr/>
          </p:nvSpPr>
          <p:spPr>
            <a:xfrm>
              <a:off x="-987426" y="2766303"/>
              <a:ext cx="129550" cy="74967"/>
            </a:xfrm>
            <a:custGeom>
              <a:rect b="b" l="l" r="r" t="t"/>
              <a:pathLst>
                <a:path extrusionOk="0" h="945" w="1633">
                  <a:moveTo>
                    <a:pt x="562" y="0"/>
                  </a:moveTo>
                  <a:cubicBezTo>
                    <a:pt x="289" y="0"/>
                    <a:pt x="1" y="156"/>
                    <a:pt x="1" y="156"/>
                  </a:cubicBezTo>
                  <a:lnTo>
                    <a:pt x="284" y="809"/>
                  </a:lnTo>
                  <a:cubicBezTo>
                    <a:pt x="284" y="809"/>
                    <a:pt x="1067" y="918"/>
                    <a:pt x="1176" y="939"/>
                  </a:cubicBezTo>
                  <a:cubicBezTo>
                    <a:pt x="1184" y="943"/>
                    <a:pt x="1194" y="944"/>
                    <a:pt x="1205" y="944"/>
                  </a:cubicBezTo>
                  <a:cubicBezTo>
                    <a:pt x="1336" y="944"/>
                    <a:pt x="1633" y="722"/>
                    <a:pt x="1633" y="722"/>
                  </a:cubicBezTo>
                  <a:cubicBezTo>
                    <a:pt x="1633" y="722"/>
                    <a:pt x="1132" y="265"/>
                    <a:pt x="828" y="69"/>
                  </a:cubicBezTo>
                  <a:cubicBezTo>
                    <a:pt x="749" y="19"/>
                    <a:pt x="657" y="0"/>
                    <a:pt x="562"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6" name="Google Shape;446;g39181ba8852_1_474"/>
            <p:cNvSpPr/>
            <p:nvPr/>
          </p:nvSpPr>
          <p:spPr>
            <a:xfrm>
              <a:off x="-964975" y="2742425"/>
              <a:ext cx="100197" cy="55610"/>
            </a:xfrm>
            <a:custGeom>
              <a:rect b="b" l="l" r="r" t="t"/>
              <a:pathLst>
                <a:path extrusionOk="0" h="701" w="1263">
                  <a:moveTo>
                    <a:pt x="1219" y="0"/>
                  </a:moveTo>
                  <a:cubicBezTo>
                    <a:pt x="1176" y="0"/>
                    <a:pt x="849" y="196"/>
                    <a:pt x="740" y="196"/>
                  </a:cubicBezTo>
                  <a:cubicBezTo>
                    <a:pt x="109" y="240"/>
                    <a:pt x="1" y="392"/>
                    <a:pt x="1" y="392"/>
                  </a:cubicBezTo>
                  <a:cubicBezTo>
                    <a:pt x="1" y="392"/>
                    <a:pt x="348" y="700"/>
                    <a:pt x="588" y="700"/>
                  </a:cubicBezTo>
                  <a:cubicBezTo>
                    <a:pt x="603" y="700"/>
                    <a:pt x="618" y="699"/>
                    <a:pt x="632" y="697"/>
                  </a:cubicBezTo>
                  <a:cubicBezTo>
                    <a:pt x="849" y="653"/>
                    <a:pt x="871" y="566"/>
                    <a:pt x="914" y="479"/>
                  </a:cubicBezTo>
                  <a:cubicBezTo>
                    <a:pt x="958" y="392"/>
                    <a:pt x="1045" y="370"/>
                    <a:pt x="1154" y="261"/>
                  </a:cubicBezTo>
                  <a:cubicBezTo>
                    <a:pt x="1241" y="174"/>
                    <a:pt x="1263" y="0"/>
                    <a:pt x="1219"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7" name="Google Shape;447;g39181ba8852_1_474"/>
            <p:cNvSpPr/>
            <p:nvPr/>
          </p:nvSpPr>
          <p:spPr>
            <a:xfrm>
              <a:off x="-933878" y="2795655"/>
              <a:ext cx="157158" cy="55055"/>
            </a:xfrm>
            <a:custGeom>
              <a:rect b="b" l="l" r="r" t="t"/>
              <a:pathLst>
                <a:path extrusionOk="0" h="694" w="1981">
                  <a:moveTo>
                    <a:pt x="1867" y="1"/>
                  </a:moveTo>
                  <a:cubicBezTo>
                    <a:pt x="1811" y="1"/>
                    <a:pt x="1736" y="21"/>
                    <a:pt x="1654" y="91"/>
                  </a:cubicBezTo>
                  <a:cubicBezTo>
                    <a:pt x="1522" y="185"/>
                    <a:pt x="1358" y="295"/>
                    <a:pt x="1344" y="295"/>
                  </a:cubicBezTo>
                  <a:cubicBezTo>
                    <a:pt x="1342" y="295"/>
                    <a:pt x="1343" y="293"/>
                    <a:pt x="1349" y="287"/>
                  </a:cubicBezTo>
                  <a:lnTo>
                    <a:pt x="1349" y="287"/>
                  </a:lnTo>
                  <a:cubicBezTo>
                    <a:pt x="1284" y="308"/>
                    <a:pt x="1219" y="352"/>
                    <a:pt x="1153" y="352"/>
                  </a:cubicBezTo>
                  <a:cubicBezTo>
                    <a:pt x="1001" y="330"/>
                    <a:pt x="675" y="113"/>
                    <a:pt x="675" y="113"/>
                  </a:cubicBezTo>
                  <a:cubicBezTo>
                    <a:pt x="675" y="113"/>
                    <a:pt x="675" y="91"/>
                    <a:pt x="653" y="91"/>
                  </a:cubicBezTo>
                  <a:cubicBezTo>
                    <a:pt x="615" y="166"/>
                    <a:pt x="561" y="226"/>
                    <a:pt x="505" y="226"/>
                  </a:cubicBezTo>
                  <a:cubicBezTo>
                    <a:pt x="496" y="226"/>
                    <a:pt x="488" y="224"/>
                    <a:pt x="479" y="221"/>
                  </a:cubicBezTo>
                  <a:cubicBezTo>
                    <a:pt x="461" y="210"/>
                    <a:pt x="424" y="203"/>
                    <a:pt x="378" y="203"/>
                  </a:cubicBezTo>
                  <a:cubicBezTo>
                    <a:pt x="254" y="203"/>
                    <a:pt x="64" y="253"/>
                    <a:pt x="0" y="395"/>
                  </a:cubicBezTo>
                  <a:cubicBezTo>
                    <a:pt x="0" y="395"/>
                    <a:pt x="218" y="526"/>
                    <a:pt x="522" y="591"/>
                  </a:cubicBezTo>
                  <a:cubicBezTo>
                    <a:pt x="566" y="591"/>
                    <a:pt x="610" y="613"/>
                    <a:pt x="653" y="635"/>
                  </a:cubicBezTo>
                  <a:lnTo>
                    <a:pt x="762" y="635"/>
                  </a:lnTo>
                  <a:cubicBezTo>
                    <a:pt x="784" y="635"/>
                    <a:pt x="805" y="657"/>
                    <a:pt x="827" y="657"/>
                  </a:cubicBezTo>
                  <a:cubicBezTo>
                    <a:pt x="842" y="657"/>
                    <a:pt x="866" y="647"/>
                    <a:pt x="893" y="647"/>
                  </a:cubicBezTo>
                  <a:cubicBezTo>
                    <a:pt x="907" y="647"/>
                    <a:pt x="921" y="649"/>
                    <a:pt x="936" y="657"/>
                  </a:cubicBezTo>
                  <a:cubicBezTo>
                    <a:pt x="958" y="657"/>
                    <a:pt x="1001" y="678"/>
                    <a:pt x="1023" y="678"/>
                  </a:cubicBezTo>
                  <a:cubicBezTo>
                    <a:pt x="1045" y="689"/>
                    <a:pt x="1062" y="693"/>
                    <a:pt x="1077" y="693"/>
                  </a:cubicBezTo>
                  <a:cubicBezTo>
                    <a:pt x="1121" y="693"/>
                    <a:pt x="1137" y="657"/>
                    <a:pt x="1153" y="657"/>
                  </a:cubicBezTo>
                  <a:cubicBezTo>
                    <a:pt x="1241" y="678"/>
                    <a:pt x="1284" y="678"/>
                    <a:pt x="1306" y="678"/>
                  </a:cubicBezTo>
                  <a:cubicBezTo>
                    <a:pt x="1371" y="657"/>
                    <a:pt x="1676" y="417"/>
                    <a:pt x="1697" y="374"/>
                  </a:cubicBezTo>
                  <a:cubicBezTo>
                    <a:pt x="1741" y="308"/>
                    <a:pt x="1980" y="69"/>
                    <a:pt x="1959" y="26"/>
                  </a:cubicBezTo>
                  <a:cubicBezTo>
                    <a:pt x="1948" y="15"/>
                    <a:pt x="1915" y="1"/>
                    <a:pt x="1867" y="1"/>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8" name="Google Shape;448;g39181ba8852_1_474"/>
            <p:cNvSpPr/>
            <p:nvPr/>
          </p:nvSpPr>
          <p:spPr>
            <a:xfrm>
              <a:off x="-882075" y="2783835"/>
              <a:ext cx="65608" cy="39744"/>
            </a:xfrm>
            <a:custGeom>
              <a:rect b="b" l="l" r="r" t="t"/>
              <a:pathLst>
                <a:path extrusionOk="0" h="501" w="827">
                  <a:moveTo>
                    <a:pt x="718" y="0"/>
                  </a:moveTo>
                  <a:cubicBezTo>
                    <a:pt x="675" y="0"/>
                    <a:pt x="544" y="131"/>
                    <a:pt x="544" y="131"/>
                  </a:cubicBezTo>
                  <a:cubicBezTo>
                    <a:pt x="544" y="131"/>
                    <a:pt x="500" y="22"/>
                    <a:pt x="479" y="22"/>
                  </a:cubicBezTo>
                  <a:cubicBezTo>
                    <a:pt x="472" y="21"/>
                    <a:pt x="466" y="20"/>
                    <a:pt x="459" y="20"/>
                  </a:cubicBezTo>
                  <a:cubicBezTo>
                    <a:pt x="382" y="20"/>
                    <a:pt x="323" y="133"/>
                    <a:pt x="283" y="153"/>
                  </a:cubicBezTo>
                  <a:cubicBezTo>
                    <a:pt x="280" y="158"/>
                    <a:pt x="278" y="161"/>
                    <a:pt x="276" y="161"/>
                  </a:cubicBezTo>
                  <a:cubicBezTo>
                    <a:pt x="260" y="161"/>
                    <a:pt x="256" y="44"/>
                    <a:pt x="218" y="44"/>
                  </a:cubicBezTo>
                  <a:cubicBezTo>
                    <a:pt x="131" y="44"/>
                    <a:pt x="65" y="153"/>
                    <a:pt x="0" y="240"/>
                  </a:cubicBezTo>
                  <a:cubicBezTo>
                    <a:pt x="22" y="240"/>
                    <a:pt x="22" y="262"/>
                    <a:pt x="22" y="262"/>
                  </a:cubicBezTo>
                  <a:cubicBezTo>
                    <a:pt x="22" y="262"/>
                    <a:pt x="348" y="479"/>
                    <a:pt x="500" y="501"/>
                  </a:cubicBezTo>
                  <a:cubicBezTo>
                    <a:pt x="566" y="501"/>
                    <a:pt x="631" y="457"/>
                    <a:pt x="696" y="436"/>
                  </a:cubicBezTo>
                  <a:cubicBezTo>
                    <a:pt x="718" y="414"/>
                    <a:pt x="805" y="196"/>
                    <a:pt x="805" y="87"/>
                  </a:cubicBezTo>
                  <a:cubicBezTo>
                    <a:pt x="827" y="22"/>
                    <a:pt x="762" y="0"/>
                    <a:pt x="718"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49" name="Google Shape;449;g39181ba8852_1_474"/>
            <p:cNvSpPr/>
            <p:nvPr/>
          </p:nvSpPr>
          <p:spPr>
            <a:xfrm>
              <a:off x="-973622" y="2275252"/>
              <a:ext cx="184765" cy="339612"/>
            </a:xfrm>
            <a:custGeom>
              <a:rect b="b" l="l" r="r" t="t"/>
              <a:pathLst>
                <a:path extrusionOk="0" h="4281" w="2329">
                  <a:moveTo>
                    <a:pt x="1216" y="0"/>
                  </a:moveTo>
                  <a:cubicBezTo>
                    <a:pt x="753" y="0"/>
                    <a:pt x="393" y="515"/>
                    <a:pt x="393" y="515"/>
                  </a:cubicBezTo>
                  <a:lnTo>
                    <a:pt x="305" y="1821"/>
                  </a:lnTo>
                  <a:cubicBezTo>
                    <a:pt x="305" y="1821"/>
                    <a:pt x="480" y="2408"/>
                    <a:pt x="240" y="3170"/>
                  </a:cubicBezTo>
                  <a:cubicBezTo>
                    <a:pt x="1" y="3931"/>
                    <a:pt x="675" y="4236"/>
                    <a:pt x="915" y="4279"/>
                  </a:cubicBezTo>
                  <a:cubicBezTo>
                    <a:pt x="925" y="4280"/>
                    <a:pt x="935" y="4281"/>
                    <a:pt x="945" y="4281"/>
                  </a:cubicBezTo>
                  <a:cubicBezTo>
                    <a:pt x="1165" y="4281"/>
                    <a:pt x="1281" y="4060"/>
                    <a:pt x="1198" y="4018"/>
                  </a:cubicBezTo>
                  <a:cubicBezTo>
                    <a:pt x="1089" y="3996"/>
                    <a:pt x="1633" y="2473"/>
                    <a:pt x="1959" y="2125"/>
                  </a:cubicBezTo>
                  <a:cubicBezTo>
                    <a:pt x="2285" y="1777"/>
                    <a:pt x="2329" y="667"/>
                    <a:pt x="1654" y="167"/>
                  </a:cubicBezTo>
                  <a:cubicBezTo>
                    <a:pt x="1504" y="46"/>
                    <a:pt x="1356" y="0"/>
                    <a:pt x="121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0" name="Google Shape;450;g39181ba8852_1_474"/>
            <p:cNvSpPr/>
            <p:nvPr/>
          </p:nvSpPr>
          <p:spPr>
            <a:xfrm>
              <a:off x="-1220418" y="4837604"/>
              <a:ext cx="260687" cy="252587"/>
            </a:xfrm>
            <a:custGeom>
              <a:rect b="b" l="l" r="r" t="t"/>
              <a:pathLst>
                <a:path extrusionOk="0" h="3184" w="3286">
                  <a:moveTo>
                    <a:pt x="2838" y="0"/>
                  </a:moveTo>
                  <a:cubicBezTo>
                    <a:pt x="2714" y="0"/>
                    <a:pt x="1763" y="330"/>
                    <a:pt x="1763" y="330"/>
                  </a:cubicBezTo>
                  <a:cubicBezTo>
                    <a:pt x="1763" y="330"/>
                    <a:pt x="1676" y="983"/>
                    <a:pt x="697" y="2375"/>
                  </a:cubicBezTo>
                  <a:cubicBezTo>
                    <a:pt x="697" y="2375"/>
                    <a:pt x="0" y="2941"/>
                    <a:pt x="66" y="3071"/>
                  </a:cubicBezTo>
                  <a:cubicBezTo>
                    <a:pt x="88" y="3151"/>
                    <a:pt x="290" y="3183"/>
                    <a:pt x="517" y="3183"/>
                  </a:cubicBezTo>
                  <a:cubicBezTo>
                    <a:pt x="724" y="3183"/>
                    <a:pt x="953" y="3157"/>
                    <a:pt x="1088" y="3115"/>
                  </a:cubicBezTo>
                  <a:cubicBezTo>
                    <a:pt x="1393" y="3028"/>
                    <a:pt x="1872" y="2179"/>
                    <a:pt x="2220" y="1940"/>
                  </a:cubicBezTo>
                  <a:cubicBezTo>
                    <a:pt x="2568" y="1701"/>
                    <a:pt x="2916" y="1788"/>
                    <a:pt x="3177" y="1483"/>
                  </a:cubicBezTo>
                  <a:cubicBezTo>
                    <a:pt x="3286" y="1374"/>
                    <a:pt x="3286" y="1004"/>
                    <a:pt x="3155" y="787"/>
                  </a:cubicBezTo>
                  <a:cubicBezTo>
                    <a:pt x="3047" y="613"/>
                    <a:pt x="2894" y="373"/>
                    <a:pt x="2851" y="4"/>
                  </a:cubicBezTo>
                  <a:cubicBezTo>
                    <a:pt x="2850" y="1"/>
                    <a:pt x="2845" y="0"/>
                    <a:pt x="2838"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1" name="Google Shape;451;g39181ba8852_1_474"/>
            <p:cNvSpPr/>
            <p:nvPr/>
          </p:nvSpPr>
          <p:spPr>
            <a:xfrm>
              <a:off x="-1232476" y="4875841"/>
              <a:ext cx="276236" cy="225377"/>
            </a:xfrm>
            <a:custGeom>
              <a:rect b="b" l="l" r="r" t="t"/>
              <a:pathLst>
                <a:path extrusionOk="0" h="2841" w="3482">
                  <a:moveTo>
                    <a:pt x="3133" y="0"/>
                  </a:moveTo>
                  <a:cubicBezTo>
                    <a:pt x="3133" y="0"/>
                    <a:pt x="3133" y="283"/>
                    <a:pt x="2937" y="566"/>
                  </a:cubicBezTo>
                  <a:cubicBezTo>
                    <a:pt x="2763" y="827"/>
                    <a:pt x="1828" y="1676"/>
                    <a:pt x="1132" y="2111"/>
                  </a:cubicBezTo>
                  <a:cubicBezTo>
                    <a:pt x="1077" y="2138"/>
                    <a:pt x="934" y="2166"/>
                    <a:pt x="826" y="2166"/>
                  </a:cubicBezTo>
                  <a:cubicBezTo>
                    <a:pt x="764" y="2166"/>
                    <a:pt x="712" y="2157"/>
                    <a:pt x="696" y="2133"/>
                  </a:cubicBezTo>
                  <a:cubicBezTo>
                    <a:pt x="653" y="2067"/>
                    <a:pt x="849" y="1893"/>
                    <a:pt x="849" y="1893"/>
                  </a:cubicBezTo>
                  <a:lnTo>
                    <a:pt x="849" y="1893"/>
                  </a:lnTo>
                  <a:cubicBezTo>
                    <a:pt x="522" y="2133"/>
                    <a:pt x="0" y="2633"/>
                    <a:pt x="44" y="2742"/>
                  </a:cubicBezTo>
                  <a:cubicBezTo>
                    <a:pt x="64" y="2812"/>
                    <a:pt x="290" y="2840"/>
                    <a:pt x="556" y="2840"/>
                  </a:cubicBezTo>
                  <a:cubicBezTo>
                    <a:pt x="870" y="2840"/>
                    <a:pt x="1240" y="2801"/>
                    <a:pt x="1393" y="2742"/>
                  </a:cubicBezTo>
                  <a:cubicBezTo>
                    <a:pt x="1697" y="2655"/>
                    <a:pt x="2132" y="1828"/>
                    <a:pt x="2481" y="1589"/>
                  </a:cubicBezTo>
                  <a:cubicBezTo>
                    <a:pt x="2633" y="1480"/>
                    <a:pt x="3177" y="1175"/>
                    <a:pt x="3329" y="1001"/>
                  </a:cubicBezTo>
                  <a:cubicBezTo>
                    <a:pt x="3373" y="958"/>
                    <a:pt x="3438" y="784"/>
                    <a:pt x="3438" y="718"/>
                  </a:cubicBezTo>
                  <a:cubicBezTo>
                    <a:pt x="3481" y="414"/>
                    <a:pt x="3199" y="0"/>
                    <a:pt x="313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2" name="Google Shape;452;g39181ba8852_1_474"/>
            <p:cNvSpPr/>
            <p:nvPr/>
          </p:nvSpPr>
          <p:spPr>
            <a:xfrm>
              <a:off x="-1040894" y="4927643"/>
              <a:ext cx="81157" cy="136368"/>
            </a:xfrm>
            <a:custGeom>
              <a:rect b="b" l="l" r="r" t="t"/>
              <a:pathLst>
                <a:path extrusionOk="0" h="1719" w="1023">
                  <a:moveTo>
                    <a:pt x="1023" y="0"/>
                  </a:moveTo>
                  <a:cubicBezTo>
                    <a:pt x="1023" y="0"/>
                    <a:pt x="1" y="944"/>
                    <a:pt x="49" y="944"/>
                  </a:cubicBezTo>
                  <a:cubicBezTo>
                    <a:pt x="52" y="944"/>
                    <a:pt x="57" y="941"/>
                    <a:pt x="66" y="936"/>
                  </a:cubicBezTo>
                  <a:cubicBezTo>
                    <a:pt x="155" y="875"/>
                    <a:pt x="229" y="849"/>
                    <a:pt x="291" y="849"/>
                  </a:cubicBezTo>
                  <a:cubicBezTo>
                    <a:pt x="645" y="849"/>
                    <a:pt x="566" y="1719"/>
                    <a:pt x="566" y="1719"/>
                  </a:cubicBezTo>
                  <a:lnTo>
                    <a:pt x="697" y="1719"/>
                  </a:lnTo>
                  <a:cubicBezTo>
                    <a:pt x="697" y="1719"/>
                    <a:pt x="718" y="1088"/>
                    <a:pt x="805" y="805"/>
                  </a:cubicBezTo>
                  <a:cubicBezTo>
                    <a:pt x="849" y="588"/>
                    <a:pt x="1023" y="0"/>
                    <a:pt x="102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3" name="Google Shape;453;g39181ba8852_1_474"/>
            <p:cNvSpPr/>
            <p:nvPr/>
          </p:nvSpPr>
          <p:spPr>
            <a:xfrm>
              <a:off x="-1138311" y="4121018"/>
              <a:ext cx="220068" cy="762282"/>
            </a:xfrm>
            <a:custGeom>
              <a:rect b="b" l="l" r="r" t="t"/>
              <a:pathLst>
                <a:path extrusionOk="0" h="9609" w="2774">
                  <a:moveTo>
                    <a:pt x="554" y="1"/>
                  </a:moveTo>
                  <a:cubicBezTo>
                    <a:pt x="240" y="1"/>
                    <a:pt x="0" y="152"/>
                    <a:pt x="10" y="573"/>
                  </a:cubicBezTo>
                  <a:cubicBezTo>
                    <a:pt x="10" y="747"/>
                    <a:pt x="227" y="2683"/>
                    <a:pt x="293" y="3097"/>
                  </a:cubicBezTo>
                  <a:cubicBezTo>
                    <a:pt x="358" y="3510"/>
                    <a:pt x="815" y="7775"/>
                    <a:pt x="728" y="9363"/>
                  </a:cubicBezTo>
                  <a:cubicBezTo>
                    <a:pt x="728" y="9476"/>
                    <a:pt x="1199" y="9608"/>
                    <a:pt x="1509" y="9608"/>
                  </a:cubicBezTo>
                  <a:cubicBezTo>
                    <a:pt x="1675" y="9608"/>
                    <a:pt x="1795" y="9570"/>
                    <a:pt x="1772" y="9472"/>
                  </a:cubicBezTo>
                  <a:cubicBezTo>
                    <a:pt x="1729" y="9189"/>
                    <a:pt x="2686" y="4990"/>
                    <a:pt x="2730" y="4185"/>
                  </a:cubicBezTo>
                  <a:cubicBezTo>
                    <a:pt x="2773" y="3401"/>
                    <a:pt x="2599" y="1334"/>
                    <a:pt x="1794" y="529"/>
                  </a:cubicBezTo>
                  <a:cubicBezTo>
                    <a:pt x="1521" y="268"/>
                    <a:pt x="971" y="1"/>
                    <a:pt x="5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4" name="Google Shape;454;g39181ba8852_1_474"/>
            <p:cNvSpPr/>
            <p:nvPr/>
          </p:nvSpPr>
          <p:spPr>
            <a:xfrm>
              <a:off x="-685337" y="4967308"/>
              <a:ext cx="119157" cy="176192"/>
            </a:xfrm>
            <a:custGeom>
              <a:rect b="b" l="l" r="r" t="t"/>
              <a:pathLst>
                <a:path extrusionOk="0" h="2221" w="1502">
                  <a:moveTo>
                    <a:pt x="1088" y="0"/>
                  </a:moveTo>
                  <a:lnTo>
                    <a:pt x="0" y="327"/>
                  </a:lnTo>
                  <a:cubicBezTo>
                    <a:pt x="0" y="327"/>
                    <a:pt x="22" y="1241"/>
                    <a:pt x="370" y="1676"/>
                  </a:cubicBezTo>
                  <a:cubicBezTo>
                    <a:pt x="434" y="1761"/>
                    <a:pt x="935" y="2220"/>
                    <a:pt x="1140" y="2220"/>
                  </a:cubicBezTo>
                  <a:cubicBezTo>
                    <a:pt x="1145" y="2220"/>
                    <a:pt x="1149" y="2220"/>
                    <a:pt x="1154" y="2220"/>
                  </a:cubicBezTo>
                  <a:cubicBezTo>
                    <a:pt x="1371" y="2176"/>
                    <a:pt x="1502" y="1545"/>
                    <a:pt x="1502" y="1262"/>
                  </a:cubicBezTo>
                  <a:cubicBezTo>
                    <a:pt x="1502" y="1001"/>
                    <a:pt x="1088" y="0"/>
                    <a:pt x="108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5" name="Google Shape;455;g39181ba8852_1_474"/>
            <p:cNvSpPr/>
            <p:nvPr/>
          </p:nvSpPr>
          <p:spPr>
            <a:xfrm>
              <a:off x="-687082" y="4922407"/>
              <a:ext cx="103688" cy="164134"/>
            </a:xfrm>
            <a:custGeom>
              <a:rect b="b" l="l" r="r" t="t"/>
              <a:pathLst>
                <a:path extrusionOk="0" h="2069" w="1307">
                  <a:moveTo>
                    <a:pt x="893" y="1"/>
                  </a:moveTo>
                  <a:lnTo>
                    <a:pt x="44" y="88"/>
                  </a:lnTo>
                  <a:cubicBezTo>
                    <a:pt x="44" y="88"/>
                    <a:pt x="44" y="458"/>
                    <a:pt x="22" y="784"/>
                  </a:cubicBezTo>
                  <a:cubicBezTo>
                    <a:pt x="1" y="1128"/>
                    <a:pt x="447" y="2068"/>
                    <a:pt x="983" y="2068"/>
                  </a:cubicBezTo>
                  <a:cubicBezTo>
                    <a:pt x="989" y="2068"/>
                    <a:pt x="995" y="2068"/>
                    <a:pt x="1002" y="2068"/>
                  </a:cubicBezTo>
                  <a:cubicBezTo>
                    <a:pt x="1219" y="2068"/>
                    <a:pt x="1306" y="1502"/>
                    <a:pt x="1284" y="1350"/>
                  </a:cubicBezTo>
                  <a:cubicBezTo>
                    <a:pt x="1219" y="741"/>
                    <a:pt x="893" y="1"/>
                    <a:pt x="893"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6" name="Google Shape;456;g39181ba8852_1_474"/>
            <p:cNvSpPr/>
            <p:nvPr/>
          </p:nvSpPr>
          <p:spPr>
            <a:xfrm>
              <a:off x="-852803" y="4153067"/>
              <a:ext cx="252119" cy="847086"/>
            </a:xfrm>
            <a:custGeom>
              <a:rect b="b" l="l" r="r" t="t"/>
              <a:pathLst>
                <a:path extrusionOk="0" h="10678" w="3178">
                  <a:moveTo>
                    <a:pt x="1071" y="0"/>
                  </a:moveTo>
                  <a:cubicBezTo>
                    <a:pt x="1020" y="0"/>
                    <a:pt x="968" y="5"/>
                    <a:pt x="915" y="16"/>
                  </a:cubicBezTo>
                  <a:cubicBezTo>
                    <a:pt x="175" y="147"/>
                    <a:pt x="1" y="669"/>
                    <a:pt x="349" y="2801"/>
                  </a:cubicBezTo>
                  <a:cubicBezTo>
                    <a:pt x="632" y="4433"/>
                    <a:pt x="1633" y="8089"/>
                    <a:pt x="2111" y="9786"/>
                  </a:cubicBezTo>
                  <a:cubicBezTo>
                    <a:pt x="2286" y="10330"/>
                    <a:pt x="2220" y="10678"/>
                    <a:pt x="2264" y="10678"/>
                  </a:cubicBezTo>
                  <a:cubicBezTo>
                    <a:pt x="2481" y="10678"/>
                    <a:pt x="3091" y="10678"/>
                    <a:pt x="3156" y="10199"/>
                  </a:cubicBezTo>
                  <a:cubicBezTo>
                    <a:pt x="3178" y="10090"/>
                    <a:pt x="2938" y="9720"/>
                    <a:pt x="2938" y="9438"/>
                  </a:cubicBezTo>
                  <a:cubicBezTo>
                    <a:pt x="2938" y="7762"/>
                    <a:pt x="2917" y="3541"/>
                    <a:pt x="2829" y="2932"/>
                  </a:cubicBezTo>
                  <a:cubicBezTo>
                    <a:pt x="2705" y="2268"/>
                    <a:pt x="2125" y="0"/>
                    <a:pt x="1071"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7" name="Google Shape;457;g39181ba8852_1_474"/>
            <p:cNvSpPr/>
            <p:nvPr/>
          </p:nvSpPr>
          <p:spPr>
            <a:xfrm>
              <a:off x="-1434450" y="2706965"/>
              <a:ext cx="347000" cy="513503"/>
            </a:xfrm>
            <a:custGeom>
              <a:rect b="b" l="l" r="r" t="t"/>
              <a:pathLst>
                <a:path extrusionOk="0" h="6473" w="4374">
                  <a:moveTo>
                    <a:pt x="3338" y="0"/>
                  </a:moveTo>
                  <a:cubicBezTo>
                    <a:pt x="2854" y="0"/>
                    <a:pt x="2108" y="1267"/>
                    <a:pt x="1654" y="2710"/>
                  </a:cubicBezTo>
                  <a:cubicBezTo>
                    <a:pt x="805" y="5386"/>
                    <a:pt x="0" y="5822"/>
                    <a:pt x="893" y="6322"/>
                  </a:cubicBezTo>
                  <a:cubicBezTo>
                    <a:pt x="1088" y="6424"/>
                    <a:pt x="1251" y="6473"/>
                    <a:pt x="1391" y="6473"/>
                  </a:cubicBezTo>
                  <a:cubicBezTo>
                    <a:pt x="2061" y="6473"/>
                    <a:pt x="2223" y="5358"/>
                    <a:pt x="3068" y="3559"/>
                  </a:cubicBezTo>
                  <a:cubicBezTo>
                    <a:pt x="3852" y="1840"/>
                    <a:pt x="4374" y="338"/>
                    <a:pt x="3416" y="12"/>
                  </a:cubicBezTo>
                  <a:cubicBezTo>
                    <a:pt x="3391" y="4"/>
                    <a:pt x="3365" y="0"/>
                    <a:pt x="333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8" name="Google Shape;458;g39181ba8852_1_474"/>
            <p:cNvSpPr/>
            <p:nvPr/>
          </p:nvSpPr>
          <p:spPr>
            <a:xfrm>
              <a:off x="-1229065" y="3487490"/>
              <a:ext cx="274570" cy="812657"/>
            </a:xfrm>
            <a:custGeom>
              <a:rect b="b" l="l" r="r" t="t"/>
              <a:pathLst>
                <a:path extrusionOk="0" h="10244" w="3461">
                  <a:moveTo>
                    <a:pt x="1571" y="0"/>
                  </a:moveTo>
                  <a:cubicBezTo>
                    <a:pt x="1113" y="0"/>
                    <a:pt x="614" y="197"/>
                    <a:pt x="349" y="682"/>
                  </a:cubicBezTo>
                  <a:cubicBezTo>
                    <a:pt x="1" y="1313"/>
                    <a:pt x="22" y="2423"/>
                    <a:pt x="196" y="3881"/>
                  </a:cubicBezTo>
                  <a:cubicBezTo>
                    <a:pt x="414" y="5861"/>
                    <a:pt x="1067" y="8994"/>
                    <a:pt x="1154" y="9277"/>
                  </a:cubicBezTo>
                  <a:cubicBezTo>
                    <a:pt x="1334" y="9940"/>
                    <a:pt x="1758" y="10243"/>
                    <a:pt x="2152" y="10243"/>
                  </a:cubicBezTo>
                  <a:cubicBezTo>
                    <a:pt x="2521" y="10243"/>
                    <a:pt x="2865" y="9978"/>
                    <a:pt x="2960" y="9494"/>
                  </a:cubicBezTo>
                  <a:cubicBezTo>
                    <a:pt x="3025" y="9211"/>
                    <a:pt x="3460" y="3533"/>
                    <a:pt x="3373" y="2902"/>
                  </a:cubicBezTo>
                  <a:cubicBezTo>
                    <a:pt x="3308" y="2271"/>
                    <a:pt x="2960" y="1117"/>
                    <a:pt x="2503" y="399"/>
                  </a:cubicBezTo>
                  <a:cubicBezTo>
                    <a:pt x="2350" y="154"/>
                    <a:pt x="1976" y="0"/>
                    <a:pt x="15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59" name="Google Shape;459;g39181ba8852_1_474"/>
            <p:cNvSpPr/>
            <p:nvPr/>
          </p:nvSpPr>
          <p:spPr>
            <a:xfrm>
              <a:off x="-970132" y="3505102"/>
              <a:ext cx="300432" cy="796156"/>
            </a:xfrm>
            <a:custGeom>
              <a:rect b="b" l="l" r="r" t="t"/>
              <a:pathLst>
                <a:path extrusionOk="0" h="10036" w="3787">
                  <a:moveTo>
                    <a:pt x="1536" y="0"/>
                  </a:moveTo>
                  <a:cubicBezTo>
                    <a:pt x="966" y="0"/>
                    <a:pt x="434" y="209"/>
                    <a:pt x="305" y="526"/>
                  </a:cubicBezTo>
                  <a:cubicBezTo>
                    <a:pt x="0" y="1309"/>
                    <a:pt x="153" y="2462"/>
                    <a:pt x="218" y="3093"/>
                  </a:cubicBezTo>
                  <a:cubicBezTo>
                    <a:pt x="261" y="3724"/>
                    <a:pt x="1589" y="9185"/>
                    <a:pt x="1698" y="9446"/>
                  </a:cubicBezTo>
                  <a:cubicBezTo>
                    <a:pt x="1859" y="9841"/>
                    <a:pt x="2209" y="10036"/>
                    <a:pt x="2572" y="10036"/>
                  </a:cubicBezTo>
                  <a:cubicBezTo>
                    <a:pt x="3090" y="10036"/>
                    <a:pt x="3635" y="9639"/>
                    <a:pt x="3699" y="8859"/>
                  </a:cubicBezTo>
                  <a:cubicBezTo>
                    <a:pt x="3721" y="8576"/>
                    <a:pt x="3786" y="5595"/>
                    <a:pt x="3634" y="3615"/>
                  </a:cubicBezTo>
                  <a:cubicBezTo>
                    <a:pt x="3503" y="2157"/>
                    <a:pt x="3308" y="1048"/>
                    <a:pt x="2851" y="526"/>
                  </a:cubicBezTo>
                  <a:cubicBezTo>
                    <a:pt x="2539" y="154"/>
                    <a:pt x="2024" y="0"/>
                    <a:pt x="1536"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0" name="Google Shape;460;g39181ba8852_1_474"/>
            <p:cNvSpPr/>
            <p:nvPr/>
          </p:nvSpPr>
          <p:spPr>
            <a:xfrm>
              <a:off x="-1218672" y="3469086"/>
              <a:ext cx="250373" cy="248620"/>
            </a:xfrm>
            <a:custGeom>
              <a:rect b="b" l="l" r="r" t="t"/>
              <a:pathLst>
                <a:path extrusionOk="0" h="3134" w="3156">
                  <a:moveTo>
                    <a:pt x="414" y="0"/>
                  </a:moveTo>
                  <a:cubicBezTo>
                    <a:pt x="174" y="610"/>
                    <a:pt x="0" y="1154"/>
                    <a:pt x="87" y="1458"/>
                  </a:cubicBezTo>
                  <a:cubicBezTo>
                    <a:pt x="327" y="2372"/>
                    <a:pt x="2981" y="3134"/>
                    <a:pt x="2981" y="3134"/>
                  </a:cubicBezTo>
                  <a:lnTo>
                    <a:pt x="3155" y="3134"/>
                  </a:lnTo>
                  <a:lnTo>
                    <a:pt x="3155" y="218"/>
                  </a:lnTo>
                  <a:cubicBezTo>
                    <a:pt x="2133" y="218"/>
                    <a:pt x="1436" y="0"/>
                    <a:pt x="414"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1" name="Google Shape;461;g39181ba8852_1_474"/>
            <p:cNvSpPr/>
            <p:nvPr/>
          </p:nvSpPr>
          <p:spPr>
            <a:xfrm>
              <a:off x="-1268730" y="2694113"/>
              <a:ext cx="581745" cy="792269"/>
            </a:xfrm>
            <a:custGeom>
              <a:rect b="b" l="l" r="r" t="t"/>
              <a:pathLst>
                <a:path extrusionOk="0" h="9987" w="7333">
                  <a:moveTo>
                    <a:pt x="3786" y="0"/>
                  </a:moveTo>
                  <a:cubicBezTo>
                    <a:pt x="3786" y="0"/>
                    <a:pt x="1931" y="176"/>
                    <a:pt x="1366" y="176"/>
                  </a:cubicBezTo>
                  <a:cubicBezTo>
                    <a:pt x="1334" y="176"/>
                    <a:pt x="1307" y="175"/>
                    <a:pt x="1284" y="174"/>
                  </a:cubicBezTo>
                  <a:cubicBezTo>
                    <a:pt x="1088" y="174"/>
                    <a:pt x="958" y="849"/>
                    <a:pt x="892" y="1044"/>
                  </a:cubicBezTo>
                  <a:cubicBezTo>
                    <a:pt x="479" y="2132"/>
                    <a:pt x="0" y="3394"/>
                    <a:pt x="1023" y="4265"/>
                  </a:cubicBezTo>
                  <a:cubicBezTo>
                    <a:pt x="1240" y="4460"/>
                    <a:pt x="1458" y="6745"/>
                    <a:pt x="1458" y="7811"/>
                  </a:cubicBezTo>
                  <a:cubicBezTo>
                    <a:pt x="1458" y="8246"/>
                    <a:pt x="1349" y="8943"/>
                    <a:pt x="1045" y="9769"/>
                  </a:cubicBezTo>
                  <a:cubicBezTo>
                    <a:pt x="2067" y="9769"/>
                    <a:pt x="2764" y="9987"/>
                    <a:pt x="3786" y="9987"/>
                  </a:cubicBezTo>
                  <a:lnTo>
                    <a:pt x="6854" y="9987"/>
                  </a:lnTo>
                  <a:cubicBezTo>
                    <a:pt x="6528" y="9160"/>
                    <a:pt x="6201" y="8246"/>
                    <a:pt x="6114" y="7811"/>
                  </a:cubicBezTo>
                  <a:cubicBezTo>
                    <a:pt x="5527" y="4547"/>
                    <a:pt x="7333" y="1501"/>
                    <a:pt x="7072" y="892"/>
                  </a:cubicBezTo>
                  <a:cubicBezTo>
                    <a:pt x="6876" y="479"/>
                    <a:pt x="5940" y="305"/>
                    <a:pt x="5527" y="174"/>
                  </a:cubicBezTo>
                  <a:cubicBezTo>
                    <a:pt x="5070" y="44"/>
                    <a:pt x="3786" y="0"/>
                    <a:pt x="3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2" name="Google Shape;462;g39181ba8852_1_474"/>
            <p:cNvSpPr/>
            <p:nvPr/>
          </p:nvSpPr>
          <p:spPr>
            <a:xfrm>
              <a:off x="-968386" y="3486380"/>
              <a:ext cx="274490" cy="231326"/>
            </a:xfrm>
            <a:custGeom>
              <a:rect b="b" l="l" r="r" t="t"/>
              <a:pathLst>
                <a:path extrusionOk="0" h="2916" w="3460">
                  <a:moveTo>
                    <a:pt x="0" y="0"/>
                  </a:moveTo>
                  <a:lnTo>
                    <a:pt x="0" y="2916"/>
                  </a:lnTo>
                  <a:lnTo>
                    <a:pt x="174" y="2916"/>
                  </a:lnTo>
                  <a:cubicBezTo>
                    <a:pt x="174" y="2916"/>
                    <a:pt x="3155" y="2350"/>
                    <a:pt x="3394" y="1458"/>
                  </a:cubicBezTo>
                  <a:cubicBezTo>
                    <a:pt x="3460" y="1153"/>
                    <a:pt x="3286" y="587"/>
                    <a:pt x="3068"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3" name="Google Shape;463;g39181ba8852_1_474"/>
            <p:cNvSpPr/>
            <p:nvPr/>
          </p:nvSpPr>
          <p:spPr>
            <a:xfrm>
              <a:off x="-1094442" y="2511100"/>
              <a:ext cx="233158" cy="234817"/>
            </a:xfrm>
            <a:custGeom>
              <a:rect b="b" l="l" r="r" t="t"/>
              <a:pathLst>
                <a:path extrusionOk="0" h="2960" w="2939">
                  <a:moveTo>
                    <a:pt x="762" y="1"/>
                  </a:moveTo>
                  <a:cubicBezTo>
                    <a:pt x="762" y="1"/>
                    <a:pt x="784" y="1284"/>
                    <a:pt x="654" y="1633"/>
                  </a:cubicBezTo>
                  <a:cubicBezTo>
                    <a:pt x="523" y="1981"/>
                    <a:pt x="1" y="2394"/>
                    <a:pt x="1" y="2394"/>
                  </a:cubicBezTo>
                  <a:lnTo>
                    <a:pt x="1197" y="2960"/>
                  </a:lnTo>
                  <a:lnTo>
                    <a:pt x="2938" y="2307"/>
                  </a:lnTo>
                  <a:cubicBezTo>
                    <a:pt x="2938" y="2307"/>
                    <a:pt x="2655" y="1981"/>
                    <a:pt x="2525" y="1633"/>
                  </a:cubicBezTo>
                  <a:cubicBezTo>
                    <a:pt x="2394" y="1284"/>
                    <a:pt x="2394" y="1"/>
                    <a:pt x="239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4" name="Google Shape;464;g39181ba8852_1_474"/>
            <p:cNvSpPr/>
            <p:nvPr/>
          </p:nvSpPr>
          <p:spPr>
            <a:xfrm>
              <a:off x="-1106500" y="2511100"/>
              <a:ext cx="203726" cy="196897"/>
            </a:xfrm>
            <a:custGeom>
              <a:rect b="b" l="l" r="r" t="t"/>
              <a:pathLst>
                <a:path extrusionOk="0" h="2482" w="2568">
                  <a:moveTo>
                    <a:pt x="914" y="1"/>
                  </a:moveTo>
                  <a:cubicBezTo>
                    <a:pt x="914" y="1"/>
                    <a:pt x="936" y="1284"/>
                    <a:pt x="806" y="1633"/>
                  </a:cubicBezTo>
                  <a:cubicBezTo>
                    <a:pt x="675" y="1981"/>
                    <a:pt x="0" y="2481"/>
                    <a:pt x="0" y="2481"/>
                  </a:cubicBezTo>
                  <a:lnTo>
                    <a:pt x="2568" y="653"/>
                  </a:lnTo>
                  <a:cubicBezTo>
                    <a:pt x="2546" y="305"/>
                    <a:pt x="2546" y="1"/>
                    <a:pt x="254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5" name="Google Shape;465;g39181ba8852_1_474"/>
            <p:cNvSpPr/>
            <p:nvPr/>
          </p:nvSpPr>
          <p:spPr>
            <a:xfrm>
              <a:off x="-1132361" y="2262083"/>
              <a:ext cx="307334" cy="346672"/>
            </a:xfrm>
            <a:custGeom>
              <a:rect b="b" l="l" r="r" t="t"/>
              <a:pathLst>
                <a:path extrusionOk="0" h="4370" w="3874">
                  <a:moveTo>
                    <a:pt x="1962" y="0"/>
                  </a:moveTo>
                  <a:cubicBezTo>
                    <a:pt x="1191" y="0"/>
                    <a:pt x="478" y="568"/>
                    <a:pt x="261" y="1617"/>
                  </a:cubicBezTo>
                  <a:cubicBezTo>
                    <a:pt x="0" y="2900"/>
                    <a:pt x="522" y="4162"/>
                    <a:pt x="1132" y="4336"/>
                  </a:cubicBezTo>
                  <a:cubicBezTo>
                    <a:pt x="1204" y="4359"/>
                    <a:pt x="1286" y="4370"/>
                    <a:pt x="1375" y="4370"/>
                  </a:cubicBezTo>
                  <a:cubicBezTo>
                    <a:pt x="2064" y="4370"/>
                    <a:pt x="3176" y="3715"/>
                    <a:pt x="3503" y="2617"/>
                  </a:cubicBezTo>
                  <a:cubicBezTo>
                    <a:pt x="3873" y="1399"/>
                    <a:pt x="3373" y="355"/>
                    <a:pt x="2437" y="72"/>
                  </a:cubicBezTo>
                  <a:cubicBezTo>
                    <a:pt x="2279" y="24"/>
                    <a:pt x="2119" y="0"/>
                    <a:pt x="1962"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6" name="Google Shape;466;g39181ba8852_1_474"/>
            <p:cNvSpPr/>
            <p:nvPr/>
          </p:nvSpPr>
          <p:spPr>
            <a:xfrm>
              <a:off x="-1035737" y="2250977"/>
              <a:ext cx="252119" cy="287809"/>
            </a:xfrm>
            <a:custGeom>
              <a:rect b="b" l="l" r="r" t="t"/>
              <a:pathLst>
                <a:path extrusionOk="0" h="3628" w="3178">
                  <a:moveTo>
                    <a:pt x="773" y="0"/>
                  </a:moveTo>
                  <a:cubicBezTo>
                    <a:pt x="351" y="0"/>
                    <a:pt x="33" y="172"/>
                    <a:pt x="22" y="234"/>
                  </a:cubicBezTo>
                  <a:cubicBezTo>
                    <a:pt x="1" y="342"/>
                    <a:pt x="109" y="778"/>
                    <a:pt x="153" y="952"/>
                  </a:cubicBezTo>
                  <a:cubicBezTo>
                    <a:pt x="240" y="1321"/>
                    <a:pt x="566" y="1583"/>
                    <a:pt x="1328" y="1757"/>
                  </a:cubicBezTo>
                  <a:cubicBezTo>
                    <a:pt x="1850" y="1865"/>
                    <a:pt x="2111" y="2692"/>
                    <a:pt x="2068" y="2975"/>
                  </a:cubicBezTo>
                  <a:cubicBezTo>
                    <a:pt x="2046" y="3106"/>
                    <a:pt x="1828" y="3628"/>
                    <a:pt x="1828" y="3628"/>
                  </a:cubicBezTo>
                  <a:cubicBezTo>
                    <a:pt x="1828" y="3628"/>
                    <a:pt x="3177" y="2670"/>
                    <a:pt x="2307" y="1060"/>
                  </a:cubicBezTo>
                  <a:cubicBezTo>
                    <a:pt x="1857" y="219"/>
                    <a:pt x="1249" y="0"/>
                    <a:pt x="77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7" name="Google Shape;467;g39181ba8852_1_474"/>
            <p:cNvSpPr/>
            <p:nvPr/>
          </p:nvSpPr>
          <p:spPr>
            <a:xfrm>
              <a:off x="-1113402" y="2267557"/>
              <a:ext cx="144702" cy="112490"/>
            </a:xfrm>
            <a:custGeom>
              <a:rect b="b" l="l" r="r" t="t"/>
              <a:pathLst>
                <a:path extrusionOk="0" h="1418" w="1824">
                  <a:moveTo>
                    <a:pt x="1258" y="0"/>
                  </a:moveTo>
                  <a:cubicBezTo>
                    <a:pt x="1188" y="0"/>
                    <a:pt x="1103" y="8"/>
                    <a:pt x="1001" y="25"/>
                  </a:cubicBezTo>
                  <a:cubicBezTo>
                    <a:pt x="87" y="155"/>
                    <a:pt x="0" y="1417"/>
                    <a:pt x="0" y="1417"/>
                  </a:cubicBezTo>
                  <a:cubicBezTo>
                    <a:pt x="0" y="1417"/>
                    <a:pt x="479" y="1112"/>
                    <a:pt x="936" y="1069"/>
                  </a:cubicBezTo>
                  <a:cubicBezTo>
                    <a:pt x="1415" y="1025"/>
                    <a:pt x="1480" y="481"/>
                    <a:pt x="1480" y="481"/>
                  </a:cubicBezTo>
                  <a:cubicBezTo>
                    <a:pt x="1480" y="481"/>
                    <a:pt x="1824" y="0"/>
                    <a:pt x="125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8" name="Google Shape;468;g39181ba8852_1_474"/>
            <p:cNvSpPr/>
            <p:nvPr/>
          </p:nvSpPr>
          <p:spPr>
            <a:xfrm>
              <a:off x="-1246279" y="2849441"/>
              <a:ext cx="474726" cy="631784"/>
            </a:xfrm>
            <a:custGeom>
              <a:rect b="b" l="l" r="r" t="t"/>
              <a:pathLst>
                <a:path extrusionOk="0" h="7964" w="5984">
                  <a:moveTo>
                    <a:pt x="283" y="0"/>
                  </a:moveTo>
                  <a:cubicBezTo>
                    <a:pt x="44" y="827"/>
                    <a:pt x="0" y="1676"/>
                    <a:pt x="740" y="2307"/>
                  </a:cubicBezTo>
                  <a:cubicBezTo>
                    <a:pt x="957" y="2502"/>
                    <a:pt x="1175" y="4787"/>
                    <a:pt x="1175" y="5853"/>
                  </a:cubicBezTo>
                  <a:cubicBezTo>
                    <a:pt x="1175" y="6288"/>
                    <a:pt x="1066" y="6985"/>
                    <a:pt x="762" y="7811"/>
                  </a:cubicBezTo>
                  <a:cubicBezTo>
                    <a:pt x="1414" y="7811"/>
                    <a:pt x="1915" y="7898"/>
                    <a:pt x="2481" y="7964"/>
                  </a:cubicBezTo>
                  <a:cubicBezTo>
                    <a:pt x="2481" y="7964"/>
                    <a:pt x="2285" y="7202"/>
                    <a:pt x="2285" y="6789"/>
                  </a:cubicBezTo>
                  <a:cubicBezTo>
                    <a:pt x="2296" y="6007"/>
                    <a:pt x="3098" y="5907"/>
                    <a:pt x="3921" y="5907"/>
                  </a:cubicBezTo>
                  <a:cubicBezTo>
                    <a:pt x="4202" y="5907"/>
                    <a:pt x="4485" y="5919"/>
                    <a:pt x="4740" y="5919"/>
                  </a:cubicBezTo>
                  <a:cubicBezTo>
                    <a:pt x="5192" y="5919"/>
                    <a:pt x="5556" y="5882"/>
                    <a:pt x="5657" y="5679"/>
                  </a:cubicBezTo>
                  <a:cubicBezTo>
                    <a:pt x="5984" y="5026"/>
                    <a:pt x="4482" y="3438"/>
                    <a:pt x="4635" y="3220"/>
                  </a:cubicBezTo>
                  <a:cubicBezTo>
                    <a:pt x="4809" y="3003"/>
                    <a:pt x="4635" y="2720"/>
                    <a:pt x="4373" y="2589"/>
                  </a:cubicBezTo>
                  <a:cubicBezTo>
                    <a:pt x="4091" y="2481"/>
                    <a:pt x="3503" y="2524"/>
                    <a:pt x="2089" y="2459"/>
                  </a:cubicBezTo>
                  <a:cubicBezTo>
                    <a:pt x="696" y="2372"/>
                    <a:pt x="501" y="1676"/>
                    <a:pt x="283" y="1371"/>
                  </a:cubicBezTo>
                  <a:cubicBezTo>
                    <a:pt x="87" y="1066"/>
                    <a:pt x="283" y="66"/>
                    <a:pt x="28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69" name="Google Shape;469;g39181ba8852_1_474"/>
            <p:cNvSpPr/>
            <p:nvPr/>
          </p:nvSpPr>
          <p:spPr>
            <a:xfrm>
              <a:off x="-1059933" y="2711328"/>
              <a:ext cx="60531" cy="34588"/>
            </a:xfrm>
            <a:custGeom>
              <a:rect b="b" l="l" r="r" t="t"/>
              <a:pathLst>
                <a:path extrusionOk="0" h="436" w="763">
                  <a:moveTo>
                    <a:pt x="610" y="1"/>
                  </a:moveTo>
                  <a:lnTo>
                    <a:pt x="1" y="109"/>
                  </a:lnTo>
                  <a:lnTo>
                    <a:pt x="762" y="436"/>
                  </a:lnTo>
                  <a:lnTo>
                    <a:pt x="61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0" name="Google Shape;470;g39181ba8852_1_474"/>
            <p:cNvSpPr/>
            <p:nvPr/>
          </p:nvSpPr>
          <p:spPr>
            <a:xfrm>
              <a:off x="-999484" y="2711328"/>
              <a:ext cx="48393" cy="34588"/>
            </a:xfrm>
            <a:custGeom>
              <a:rect b="b" l="l" r="r" t="t"/>
              <a:pathLst>
                <a:path extrusionOk="0" h="436" w="610">
                  <a:moveTo>
                    <a:pt x="153" y="1"/>
                  </a:moveTo>
                  <a:lnTo>
                    <a:pt x="0" y="436"/>
                  </a:lnTo>
                  <a:lnTo>
                    <a:pt x="610" y="218"/>
                  </a:lnTo>
                  <a:lnTo>
                    <a:pt x="15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1" name="Google Shape;471;g39181ba8852_1_474"/>
            <p:cNvSpPr/>
            <p:nvPr/>
          </p:nvSpPr>
          <p:spPr>
            <a:xfrm>
              <a:off x="-1235966" y="3469086"/>
              <a:ext cx="576589" cy="785446"/>
            </a:xfrm>
            <a:custGeom>
              <a:rect b="b" l="l" r="r" t="t"/>
              <a:pathLst>
                <a:path extrusionOk="0" h="9901" w="7268">
                  <a:moveTo>
                    <a:pt x="632" y="0"/>
                  </a:moveTo>
                  <a:cubicBezTo>
                    <a:pt x="632" y="0"/>
                    <a:pt x="175" y="762"/>
                    <a:pt x="88" y="2111"/>
                  </a:cubicBezTo>
                  <a:cubicBezTo>
                    <a:pt x="1" y="3482"/>
                    <a:pt x="980" y="9748"/>
                    <a:pt x="980" y="9748"/>
                  </a:cubicBezTo>
                  <a:lnTo>
                    <a:pt x="3678" y="9900"/>
                  </a:lnTo>
                  <a:lnTo>
                    <a:pt x="7268" y="9618"/>
                  </a:lnTo>
                  <a:cubicBezTo>
                    <a:pt x="7268" y="9618"/>
                    <a:pt x="7181" y="3895"/>
                    <a:pt x="7029" y="2176"/>
                  </a:cubicBezTo>
                  <a:cubicBezTo>
                    <a:pt x="6854" y="479"/>
                    <a:pt x="6376" y="44"/>
                    <a:pt x="6376" y="44"/>
                  </a:cubicBezTo>
                  <a:lnTo>
                    <a:pt x="3112" y="174"/>
                  </a:lnTo>
                  <a:lnTo>
                    <a:pt x="632"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2" name="Google Shape;472;g39181ba8852_1_474"/>
            <p:cNvSpPr/>
            <p:nvPr/>
          </p:nvSpPr>
          <p:spPr>
            <a:xfrm>
              <a:off x="-987426" y="2652624"/>
              <a:ext cx="157158" cy="117488"/>
            </a:xfrm>
            <a:custGeom>
              <a:rect b="b" l="l" r="r" t="t"/>
              <a:pathLst>
                <a:path extrusionOk="0" h="1481" w="1981">
                  <a:moveTo>
                    <a:pt x="1437" y="1"/>
                  </a:moveTo>
                  <a:lnTo>
                    <a:pt x="1" y="741"/>
                  </a:lnTo>
                  <a:lnTo>
                    <a:pt x="501" y="1480"/>
                  </a:lnTo>
                  <a:lnTo>
                    <a:pt x="1981" y="697"/>
                  </a:lnTo>
                  <a:lnTo>
                    <a:pt x="1437"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3" name="Google Shape;473;g39181ba8852_1_474"/>
            <p:cNvSpPr/>
            <p:nvPr/>
          </p:nvSpPr>
          <p:spPr>
            <a:xfrm>
              <a:off x="-1123794" y="2661271"/>
              <a:ext cx="112335" cy="103684"/>
            </a:xfrm>
            <a:custGeom>
              <a:rect b="b" l="l" r="r" t="t"/>
              <a:pathLst>
                <a:path extrusionOk="0" h="1307" w="1416">
                  <a:moveTo>
                    <a:pt x="654" y="1"/>
                  </a:moveTo>
                  <a:lnTo>
                    <a:pt x="1" y="588"/>
                  </a:lnTo>
                  <a:lnTo>
                    <a:pt x="871" y="1306"/>
                  </a:lnTo>
                  <a:lnTo>
                    <a:pt x="1415" y="632"/>
                  </a:lnTo>
                  <a:lnTo>
                    <a:pt x="654"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4" name="Google Shape;474;g39181ba8852_1_474"/>
            <p:cNvSpPr/>
            <p:nvPr/>
          </p:nvSpPr>
          <p:spPr>
            <a:xfrm>
              <a:off x="-1235966" y="3469086"/>
              <a:ext cx="338432" cy="785446"/>
            </a:xfrm>
            <a:custGeom>
              <a:rect b="b" l="l" r="r" t="t"/>
              <a:pathLst>
                <a:path extrusionOk="0" h="9901" w="4266">
                  <a:moveTo>
                    <a:pt x="632" y="0"/>
                  </a:moveTo>
                  <a:cubicBezTo>
                    <a:pt x="632" y="0"/>
                    <a:pt x="175" y="762"/>
                    <a:pt x="88" y="2111"/>
                  </a:cubicBezTo>
                  <a:cubicBezTo>
                    <a:pt x="1" y="3482"/>
                    <a:pt x="980" y="9748"/>
                    <a:pt x="980" y="9748"/>
                  </a:cubicBezTo>
                  <a:lnTo>
                    <a:pt x="3678" y="9900"/>
                  </a:lnTo>
                  <a:lnTo>
                    <a:pt x="4265" y="9879"/>
                  </a:lnTo>
                  <a:cubicBezTo>
                    <a:pt x="4265" y="9879"/>
                    <a:pt x="3612" y="9748"/>
                    <a:pt x="3525" y="9161"/>
                  </a:cubicBezTo>
                  <a:cubicBezTo>
                    <a:pt x="3337" y="8007"/>
                    <a:pt x="3148" y="5801"/>
                    <a:pt x="2978" y="5801"/>
                  </a:cubicBezTo>
                  <a:cubicBezTo>
                    <a:pt x="2972" y="5801"/>
                    <a:pt x="2966" y="5804"/>
                    <a:pt x="2960" y="5810"/>
                  </a:cubicBezTo>
                  <a:cubicBezTo>
                    <a:pt x="2786" y="6027"/>
                    <a:pt x="2873" y="7746"/>
                    <a:pt x="2568" y="8073"/>
                  </a:cubicBezTo>
                  <a:cubicBezTo>
                    <a:pt x="2444" y="8224"/>
                    <a:pt x="2294" y="8302"/>
                    <a:pt x="2141" y="8302"/>
                  </a:cubicBezTo>
                  <a:cubicBezTo>
                    <a:pt x="1919" y="8302"/>
                    <a:pt x="1691" y="8137"/>
                    <a:pt x="1524" y="7790"/>
                  </a:cubicBezTo>
                  <a:cubicBezTo>
                    <a:pt x="1263" y="7181"/>
                    <a:pt x="566" y="2938"/>
                    <a:pt x="1132" y="1436"/>
                  </a:cubicBezTo>
                  <a:cubicBezTo>
                    <a:pt x="1524" y="392"/>
                    <a:pt x="2351" y="153"/>
                    <a:pt x="2351" y="153"/>
                  </a:cubicBezTo>
                  <a:lnTo>
                    <a:pt x="2242" y="131"/>
                  </a:lnTo>
                  <a:lnTo>
                    <a:pt x="632"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5" name="Google Shape;475;g39181ba8852_1_474"/>
            <p:cNvSpPr/>
            <p:nvPr/>
          </p:nvSpPr>
          <p:spPr>
            <a:xfrm>
              <a:off x="-1027090" y="2734413"/>
              <a:ext cx="50138" cy="45853"/>
            </a:xfrm>
            <a:custGeom>
              <a:rect b="b" l="l" r="r" t="t"/>
              <a:pathLst>
                <a:path extrusionOk="0" h="578" w="632">
                  <a:moveTo>
                    <a:pt x="329" y="0"/>
                  </a:moveTo>
                  <a:cubicBezTo>
                    <a:pt x="207" y="0"/>
                    <a:pt x="79" y="23"/>
                    <a:pt x="44" y="58"/>
                  </a:cubicBezTo>
                  <a:cubicBezTo>
                    <a:pt x="0" y="145"/>
                    <a:pt x="44" y="471"/>
                    <a:pt x="66" y="536"/>
                  </a:cubicBezTo>
                  <a:cubicBezTo>
                    <a:pt x="90" y="560"/>
                    <a:pt x="179" y="578"/>
                    <a:pt x="265" y="578"/>
                  </a:cubicBezTo>
                  <a:cubicBezTo>
                    <a:pt x="337" y="578"/>
                    <a:pt x="406" y="566"/>
                    <a:pt x="436" y="536"/>
                  </a:cubicBezTo>
                  <a:cubicBezTo>
                    <a:pt x="501" y="471"/>
                    <a:pt x="631" y="167"/>
                    <a:pt x="566" y="58"/>
                  </a:cubicBezTo>
                  <a:cubicBezTo>
                    <a:pt x="536" y="17"/>
                    <a:pt x="435" y="0"/>
                    <a:pt x="3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6" name="Google Shape;476;g39181ba8852_1_474"/>
            <p:cNvSpPr/>
            <p:nvPr/>
          </p:nvSpPr>
          <p:spPr>
            <a:xfrm>
              <a:off x="-1087540" y="2776934"/>
              <a:ext cx="98531" cy="274482"/>
            </a:xfrm>
            <a:custGeom>
              <a:rect b="b" l="l" r="r" t="t"/>
              <a:pathLst>
                <a:path extrusionOk="0" h="3460" w="1242">
                  <a:moveTo>
                    <a:pt x="828" y="0"/>
                  </a:moveTo>
                  <a:lnTo>
                    <a:pt x="1" y="2350"/>
                  </a:lnTo>
                  <a:lnTo>
                    <a:pt x="501" y="3460"/>
                  </a:lnTo>
                  <a:lnTo>
                    <a:pt x="1241" y="2481"/>
                  </a:lnTo>
                  <a:lnTo>
                    <a:pt x="1198"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7" name="Google Shape;477;g39181ba8852_1_474"/>
            <p:cNvSpPr/>
            <p:nvPr/>
          </p:nvSpPr>
          <p:spPr>
            <a:xfrm>
              <a:off x="-845901" y="2739887"/>
              <a:ext cx="171041" cy="541269"/>
            </a:xfrm>
            <a:custGeom>
              <a:rect b="b" l="l" r="r" t="t"/>
              <a:pathLst>
                <a:path extrusionOk="0" h="6823" w="2156">
                  <a:moveTo>
                    <a:pt x="1243" y="0"/>
                  </a:moveTo>
                  <a:cubicBezTo>
                    <a:pt x="225" y="0"/>
                    <a:pt x="67" y="1509"/>
                    <a:pt x="88" y="3296"/>
                  </a:cubicBezTo>
                  <a:cubicBezTo>
                    <a:pt x="110" y="5668"/>
                    <a:pt x="1" y="6799"/>
                    <a:pt x="893" y="6821"/>
                  </a:cubicBezTo>
                  <a:cubicBezTo>
                    <a:pt x="914" y="6822"/>
                    <a:pt x="935" y="6822"/>
                    <a:pt x="955" y="6822"/>
                  </a:cubicBezTo>
                  <a:cubicBezTo>
                    <a:pt x="1858" y="6822"/>
                    <a:pt x="1554" y="5848"/>
                    <a:pt x="1937" y="3165"/>
                  </a:cubicBezTo>
                  <a:cubicBezTo>
                    <a:pt x="2155" y="1599"/>
                    <a:pt x="1937" y="76"/>
                    <a:pt x="1393" y="11"/>
                  </a:cubicBezTo>
                  <a:cubicBezTo>
                    <a:pt x="1341" y="4"/>
                    <a:pt x="1291" y="0"/>
                    <a:pt x="124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8" name="Google Shape;478;g39181ba8852_1_474"/>
            <p:cNvSpPr/>
            <p:nvPr/>
          </p:nvSpPr>
          <p:spPr>
            <a:xfrm>
              <a:off x="-1217006" y="2835638"/>
              <a:ext cx="333276" cy="440202"/>
            </a:xfrm>
            <a:custGeom>
              <a:rect b="b" l="l" r="r" t="t"/>
              <a:pathLst>
                <a:path extrusionOk="0" h="5549" w="4201">
                  <a:moveTo>
                    <a:pt x="4113" y="0"/>
                  </a:moveTo>
                  <a:lnTo>
                    <a:pt x="1" y="65"/>
                  </a:lnTo>
                  <a:lnTo>
                    <a:pt x="88" y="5549"/>
                  </a:lnTo>
                  <a:lnTo>
                    <a:pt x="4200" y="5483"/>
                  </a:lnTo>
                  <a:lnTo>
                    <a:pt x="4113"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79" name="Google Shape;479;g39181ba8852_1_474"/>
            <p:cNvSpPr/>
            <p:nvPr/>
          </p:nvSpPr>
          <p:spPr>
            <a:xfrm>
              <a:off x="-1217006" y="2840794"/>
              <a:ext cx="333276" cy="435046"/>
            </a:xfrm>
            <a:custGeom>
              <a:rect b="b" l="l" r="r" t="t"/>
              <a:pathLst>
                <a:path extrusionOk="0" h="5484" w="4201">
                  <a:moveTo>
                    <a:pt x="1" y="0"/>
                  </a:moveTo>
                  <a:lnTo>
                    <a:pt x="88" y="5484"/>
                  </a:lnTo>
                  <a:lnTo>
                    <a:pt x="4200" y="5418"/>
                  </a:lnTo>
                  <a:lnTo>
                    <a:pt x="4179" y="3917"/>
                  </a:lnTo>
                  <a:cubicBezTo>
                    <a:pt x="4179" y="3917"/>
                    <a:pt x="2351" y="3656"/>
                    <a:pt x="1633" y="2786"/>
                  </a:cubicBezTo>
                  <a:cubicBezTo>
                    <a:pt x="915" y="1915"/>
                    <a:pt x="675" y="22"/>
                    <a:pt x="675"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0" name="Google Shape;480;g39181ba8852_1_474"/>
            <p:cNvSpPr/>
            <p:nvPr/>
          </p:nvSpPr>
          <p:spPr>
            <a:xfrm>
              <a:off x="-1410254" y="3090286"/>
              <a:ext cx="485118" cy="145253"/>
            </a:xfrm>
            <a:custGeom>
              <a:rect b="b" l="l" r="r" t="t"/>
              <a:pathLst>
                <a:path extrusionOk="0" h="1831" w="6115">
                  <a:moveTo>
                    <a:pt x="4965" y="0"/>
                  </a:moveTo>
                  <a:cubicBezTo>
                    <a:pt x="4233" y="0"/>
                    <a:pt x="3221" y="116"/>
                    <a:pt x="2306" y="141"/>
                  </a:cubicBezTo>
                  <a:cubicBezTo>
                    <a:pt x="696" y="184"/>
                    <a:pt x="0" y="446"/>
                    <a:pt x="218" y="1359"/>
                  </a:cubicBezTo>
                  <a:cubicBezTo>
                    <a:pt x="288" y="1640"/>
                    <a:pt x="630" y="1831"/>
                    <a:pt x="1215" y="1831"/>
                  </a:cubicBezTo>
                  <a:cubicBezTo>
                    <a:pt x="1537" y="1831"/>
                    <a:pt x="1931" y="1773"/>
                    <a:pt x="2393" y="1642"/>
                  </a:cubicBezTo>
                  <a:cubicBezTo>
                    <a:pt x="3917" y="1229"/>
                    <a:pt x="6114" y="663"/>
                    <a:pt x="5984" y="293"/>
                  </a:cubicBezTo>
                  <a:cubicBezTo>
                    <a:pt x="5918" y="68"/>
                    <a:pt x="5523" y="0"/>
                    <a:pt x="4965"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1" name="Google Shape;481;g39181ba8852_1_474"/>
            <p:cNvSpPr/>
            <p:nvPr/>
          </p:nvSpPr>
          <p:spPr>
            <a:xfrm>
              <a:off x="-937368" y="3125588"/>
              <a:ext cx="63942" cy="22530"/>
            </a:xfrm>
            <a:custGeom>
              <a:rect b="b" l="l" r="r" t="t"/>
              <a:pathLst>
                <a:path extrusionOk="0" h="284" w="806">
                  <a:moveTo>
                    <a:pt x="131" y="1"/>
                  </a:moveTo>
                  <a:cubicBezTo>
                    <a:pt x="44" y="1"/>
                    <a:pt x="1" y="66"/>
                    <a:pt x="1" y="131"/>
                  </a:cubicBezTo>
                  <a:cubicBezTo>
                    <a:pt x="1" y="218"/>
                    <a:pt x="44" y="262"/>
                    <a:pt x="110" y="262"/>
                  </a:cubicBezTo>
                  <a:lnTo>
                    <a:pt x="675" y="283"/>
                  </a:lnTo>
                  <a:cubicBezTo>
                    <a:pt x="741" y="283"/>
                    <a:pt x="806" y="218"/>
                    <a:pt x="806" y="153"/>
                  </a:cubicBezTo>
                  <a:cubicBezTo>
                    <a:pt x="806" y="88"/>
                    <a:pt x="741" y="22"/>
                    <a:pt x="675" y="22"/>
                  </a:cubicBezTo>
                  <a:lnTo>
                    <a:pt x="13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2" name="Google Shape;482;g39181ba8852_1_474"/>
            <p:cNvSpPr/>
            <p:nvPr/>
          </p:nvSpPr>
          <p:spPr>
            <a:xfrm>
              <a:off x="-935623" y="3106628"/>
              <a:ext cx="63942" cy="22530"/>
            </a:xfrm>
            <a:custGeom>
              <a:rect b="b" l="l" r="r" t="t"/>
              <a:pathLst>
                <a:path extrusionOk="0" h="284" w="806">
                  <a:moveTo>
                    <a:pt x="131" y="0"/>
                  </a:moveTo>
                  <a:cubicBezTo>
                    <a:pt x="66" y="0"/>
                    <a:pt x="1" y="66"/>
                    <a:pt x="1" y="131"/>
                  </a:cubicBezTo>
                  <a:cubicBezTo>
                    <a:pt x="1" y="218"/>
                    <a:pt x="44" y="261"/>
                    <a:pt x="131" y="261"/>
                  </a:cubicBezTo>
                  <a:lnTo>
                    <a:pt x="675" y="283"/>
                  </a:lnTo>
                  <a:cubicBezTo>
                    <a:pt x="740" y="283"/>
                    <a:pt x="806" y="218"/>
                    <a:pt x="806" y="153"/>
                  </a:cubicBezTo>
                  <a:cubicBezTo>
                    <a:pt x="806" y="87"/>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3" name="Google Shape;483;g39181ba8852_1_474"/>
            <p:cNvSpPr/>
            <p:nvPr/>
          </p:nvSpPr>
          <p:spPr>
            <a:xfrm>
              <a:off x="-935623" y="3089334"/>
              <a:ext cx="63942" cy="20784"/>
            </a:xfrm>
            <a:custGeom>
              <a:rect b="b" l="l" r="r" t="t"/>
              <a:pathLst>
                <a:path extrusionOk="0" h="262" w="806">
                  <a:moveTo>
                    <a:pt x="131" y="1"/>
                  </a:moveTo>
                  <a:cubicBezTo>
                    <a:pt x="66" y="1"/>
                    <a:pt x="1" y="44"/>
                    <a:pt x="1" y="131"/>
                  </a:cubicBezTo>
                  <a:cubicBezTo>
                    <a:pt x="1" y="196"/>
                    <a:pt x="66" y="240"/>
                    <a:pt x="131" y="240"/>
                  </a:cubicBezTo>
                  <a:lnTo>
                    <a:pt x="675" y="262"/>
                  </a:lnTo>
                  <a:cubicBezTo>
                    <a:pt x="762" y="262"/>
                    <a:pt x="806" y="196"/>
                    <a:pt x="806" y="131"/>
                  </a:cubicBezTo>
                  <a:cubicBezTo>
                    <a:pt x="806" y="66"/>
                    <a:pt x="762" y="1"/>
                    <a:pt x="697"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4" name="Google Shape;484;g39181ba8852_1_474"/>
            <p:cNvSpPr/>
            <p:nvPr/>
          </p:nvSpPr>
          <p:spPr>
            <a:xfrm>
              <a:off x="-935623" y="3070374"/>
              <a:ext cx="63942" cy="20784"/>
            </a:xfrm>
            <a:custGeom>
              <a:rect b="b" l="l" r="r" t="t"/>
              <a:pathLst>
                <a:path extrusionOk="0" h="262" w="806">
                  <a:moveTo>
                    <a:pt x="131" y="0"/>
                  </a:moveTo>
                  <a:cubicBezTo>
                    <a:pt x="66" y="0"/>
                    <a:pt x="1" y="66"/>
                    <a:pt x="1" y="131"/>
                  </a:cubicBezTo>
                  <a:cubicBezTo>
                    <a:pt x="1" y="196"/>
                    <a:pt x="66" y="261"/>
                    <a:pt x="131" y="261"/>
                  </a:cubicBezTo>
                  <a:lnTo>
                    <a:pt x="675" y="261"/>
                  </a:lnTo>
                  <a:cubicBezTo>
                    <a:pt x="740" y="261"/>
                    <a:pt x="806" y="218"/>
                    <a:pt x="806" y="153"/>
                  </a:cubicBezTo>
                  <a:cubicBezTo>
                    <a:pt x="806" y="66"/>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5" name="Google Shape;485;g39181ba8852_1_474"/>
            <p:cNvSpPr/>
            <p:nvPr/>
          </p:nvSpPr>
          <p:spPr>
            <a:xfrm>
              <a:off x="-1025345" y="3063235"/>
              <a:ext cx="148510" cy="93689"/>
            </a:xfrm>
            <a:custGeom>
              <a:rect b="b" l="l" r="r" t="t"/>
              <a:pathLst>
                <a:path extrusionOk="0" h="1181" w="1872">
                  <a:moveTo>
                    <a:pt x="1050" y="1"/>
                  </a:moveTo>
                  <a:cubicBezTo>
                    <a:pt x="1031" y="1"/>
                    <a:pt x="1014" y="2"/>
                    <a:pt x="1001" y="3"/>
                  </a:cubicBezTo>
                  <a:cubicBezTo>
                    <a:pt x="827" y="25"/>
                    <a:pt x="0" y="373"/>
                    <a:pt x="0" y="373"/>
                  </a:cubicBezTo>
                  <a:lnTo>
                    <a:pt x="370" y="1091"/>
                  </a:lnTo>
                  <a:cubicBezTo>
                    <a:pt x="370" y="1091"/>
                    <a:pt x="631" y="1156"/>
                    <a:pt x="914" y="1178"/>
                  </a:cubicBezTo>
                  <a:cubicBezTo>
                    <a:pt x="936" y="1180"/>
                    <a:pt x="959" y="1181"/>
                    <a:pt x="984" y="1181"/>
                  </a:cubicBezTo>
                  <a:cubicBezTo>
                    <a:pt x="1284" y="1181"/>
                    <a:pt x="1784" y="1069"/>
                    <a:pt x="1784" y="1069"/>
                  </a:cubicBezTo>
                  <a:cubicBezTo>
                    <a:pt x="1784" y="1069"/>
                    <a:pt x="1697" y="656"/>
                    <a:pt x="1675" y="504"/>
                  </a:cubicBezTo>
                  <a:cubicBezTo>
                    <a:pt x="1654" y="351"/>
                    <a:pt x="1871" y="112"/>
                    <a:pt x="1871" y="112"/>
                  </a:cubicBezTo>
                  <a:cubicBezTo>
                    <a:pt x="1871" y="112"/>
                    <a:pt x="1278" y="1"/>
                    <a:pt x="1050"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6" name="Google Shape;486;g39181ba8852_1_474"/>
            <p:cNvSpPr/>
            <p:nvPr/>
          </p:nvSpPr>
          <p:spPr>
            <a:xfrm>
              <a:off x="-1172106" y="3066249"/>
              <a:ext cx="461001" cy="219347"/>
            </a:xfrm>
            <a:custGeom>
              <a:rect b="b" l="l" r="r" t="t"/>
              <a:pathLst>
                <a:path extrusionOk="0" h="2765" w="5811">
                  <a:moveTo>
                    <a:pt x="433" y="0"/>
                  </a:moveTo>
                  <a:cubicBezTo>
                    <a:pt x="246" y="0"/>
                    <a:pt x="129" y="35"/>
                    <a:pt x="109" y="118"/>
                  </a:cubicBezTo>
                  <a:cubicBezTo>
                    <a:pt x="1" y="640"/>
                    <a:pt x="1741" y="1293"/>
                    <a:pt x="3090" y="2054"/>
                  </a:cubicBezTo>
                  <a:cubicBezTo>
                    <a:pt x="3857" y="2487"/>
                    <a:pt x="4518" y="2765"/>
                    <a:pt x="4990" y="2765"/>
                  </a:cubicBezTo>
                  <a:cubicBezTo>
                    <a:pt x="5348" y="2765"/>
                    <a:pt x="5598" y="2604"/>
                    <a:pt x="5701" y="2228"/>
                  </a:cubicBezTo>
                  <a:cubicBezTo>
                    <a:pt x="5810" y="1815"/>
                    <a:pt x="4983" y="1075"/>
                    <a:pt x="3721" y="749"/>
                  </a:cubicBezTo>
                  <a:cubicBezTo>
                    <a:pt x="2588" y="427"/>
                    <a:pt x="1086" y="0"/>
                    <a:pt x="433"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87" name="Google Shape;487;g39181ba8852_1_474"/>
            <p:cNvSpPr/>
            <p:nvPr/>
          </p:nvSpPr>
          <p:spPr>
            <a:xfrm>
              <a:off x="-1234221" y="3018572"/>
              <a:ext cx="146765" cy="107095"/>
            </a:xfrm>
            <a:custGeom>
              <a:rect b="b" l="l" r="r" t="t"/>
              <a:pathLst>
                <a:path extrusionOk="0" h="1350" w="1850">
                  <a:moveTo>
                    <a:pt x="174" y="1"/>
                  </a:moveTo>
                  <a:cubicBezTo>
                    <a:pt x="174" y="1"/>
                    <a:pt x="327" y="283"/>
                    <a:pt x="261" y="436"/>
                  </a:cubicBezTo>
                  <a:cubicBezTo>
                    <a:pt x="196" y="566"/>
                    <a:pt x="0" y="936"/>
                    <a:pt x="0" y="936"/>
                  </a:cubicBezTo>
                  <a:cubicBezTo>
                    <a:pt x="0" y="936"/>
                    <a:pt x="501" y="1154"/>
                    <a:pt x="762" y="1241"/>
                  </a:cubicBezTo>
                  <a:cubicBezTo>
                    <a:pt x="1197" y="1350"/>
                    <a:pt x="1436" y="1350"/>
                    <a:pt x="1436" y="1350"/>
                  </a:cubicBezTo>
                  <a:lnTo>
                    <a:pt x="1850" y="675"/>
                  </a:lnTo>
                  <a:cubicBezTo>
                    <a:pt x="1850" y="675"/>
                    <a:pt x="1197" y="196"/>
                    <a:pt x="1045" y="131"/>
                  </a:cubicBezTo>
                  <a:cubicBezTo>
                    <a:pt x="871" y="66"/>
                    <a:pt x="175" y="1"/>
                    <a:pt x="17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88" name="Shape 488"/>
        <p:cNvGrpSpPr/>
        <p:nvPr/>
      </p:nvGrpSpPr>
      <p:grpSpPr>
        <a:xfrm>
          <a:off x="0" y="0"/>
          <a:ext cx="0" cy="0"/>
          <a:chOff x="0" y="0"/>
          <a:chExt cx="0" cy="0"/>
        </a:xfrm>
      </p:grpSpPr>
      <p:sp>
        <p:nvSpPr>
          <p:cNvPr id="489" name="Google Shape;489;g39181ba8852_1_534"/>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0" name="Google Shape;490;g39181ba8852_1_534"/>
          <p:cNvSpPr/>
          <p:nvPr/>
        </p:nvSpPr>
        <p:spPr>
          <a:xfrm>
            <a:off x="98995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491" name="Google Shape;491;g39181ba8852_1_534"/>
          <p:cNvGrpSpPr/>
          <p:nvPr/>
        </p:nvGrpSpPr>
        <p:grpSpPr>
          <a:xfrm>
            <a:off x="10402440" y="2943487"/>
            <a:ext cx="1164860" cy="3798487"/>
            <a:chOff x="9498975" y="3401300"/>
            <a:chExt cx="368825" cy="1202700"/>
          </a:xfrm>
        </p:grpSpPr>
        <p:sp>
          <p:nvSpPr>
            <p:cNvPr id="492" name="Google Shape;492;g39181ba8852_1_534"/>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3" name="Google Shape;493;g39181ba8852_1_534"/>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4" name="Google Shape;494;g39181ba8852_1_534"/>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5" name="Google Shape;495;g39181ba8852_1_534"/>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6" name="Google Shape;496;g39181ba8852_1_534"/>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7" name="Google Shape;497;g39181ba8852_1_534"/>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8" name="Google Shape;498;g39181ba8852_1_534"/>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499" name="Google Shape;499;g39181ba8852_1_534"/>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0" name="Google Shape;500;g39181ba8852_1_534"/>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1" name="Google Shape;501;g39181ba8852_1_534"/>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2" name="Google Shape;502;g39181ba8852_1_534"/>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3" name="Google Shape;503;g39181ba8852_1_534"/>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4" name="Google Shape;504;g39181ba8852_1_534"/>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5" name="Google Shape;505;g39181ba8852_1_534"/>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6" name="Google Shape;506;g39181ba8852_1_534"/>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7" name="Google Shape;507;g39181ba8852_1_534"/>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8" name="Google Shape;508;g39181ba8852_1_534"/>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09" name="Google Shape;509;g39181ba8852_1_534"/>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0" name="Google Shape;510;g39181ba8852_1_534"/>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1" name="Google Shape;511;g39181ba8852_1_534"/>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2" name="Google Shape;512;g39181ba8852_1_534"/>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3" name="Google Shape;513;g39181ba8852_1_534"/>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4" name="Google Shape;514;g39181ba8852_1_534"/>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5" name="Google Shape;515;g39181ba8852_1_534"/>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6" name="Google Shape;516;g39181ba8852_1_534"/>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7" name="Google Shape;517;g39181ba8852_1_534"/>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8" name="Google Shape;518;g39181ba8852_1_534"/>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19" name="Google Shape;519;g39181ba8852_1_534"/>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0" name="Google Shape;520;g39181ba8852_1_534"/>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1" name="Google Shape;521;g39181ba8852_1_534"/>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2" name="Google Shape;522;g39181ba8852_1_534"/>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3" name="Google Shape;523;g39181ba8852_1_534"/>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4" name="Google Shape;524;g39181ba8852_1_534"/>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5" name="Google Shape;525;g39181ba8852_1_534"/>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6" name="Google Shape;526;g39181ba8852_1_534"/>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7" name="Google Shape;527;g39181ba8852_1_534"/>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8" name="Google Shape;528;g39181ba8852_1_534"/>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29" name="Google Shape;529;g39181ba8852_1_534"/>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0" name="Google Shape;530;g39181ba8852_1_534"/>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1" name="Google Shape;531;g39181ba8852_1_534"/>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532" name="Google Shape;532;g39181ba8852_1_534"/>
          <p:cNvSpPr/>
          <p:nvPr/>
        </p:nvSpPr>
        <p:spPr>
          <a:xfrm>
            <a:off x="-1848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533" name="Google Shape;533;g39181ba8852_1_534"/>
          <p:cNvGrpSpPr/>
          <p:nvPr/>
        </p:nvGrpSpPr>
        <p:grpSpPr>
          <a:xfrm>
            <a:off x="367805" y="3001225"/>
            <a:ext cx="1064791" cy="3856602"/>
            <a:chOff x="-163725" y="2250975"/>
            <a:chExt cx="798614" cy="2892524"/>
          </a:xfrm>
        </p:grpSpPr>
        <p:sp>
          <p:nvSpPr>
            <p:cNvPr id="534" name="Google Shape;534;g39181ba8852_1_534"/>
            <p:cNvSpPr/>
            <p:nvPr/>
          </p:nvSpPr>
          <p:spPr>
            <a:xfrm>
              <a:off x="212628" y="2758945"/>
              <a:ext cx="406911" cy="472834"/>
            </a:xfrm>
            <a:custGeom>
              <a:rect b="b" l="l" r="r" t="t"/>
              <a:pathLst>
                <a:path extrusionOk="0" h="6068" w="5222">
                  <a:moveTo>
                    <a:pt x="1308" y="0"/>
                  </a:moveTo>
                  <a:cubicBezTo>
                    <a:pt x="1138" y="0"/>
                    <a:pt x="956" y="38"/>
                    <a:pt x="762" y="126"/>
                  </a:cubicBezTo>
                  <a:cubicBezTo>
                    <a:pt x="1" y="474"/>
                    <a:pt x="66" y="1214"/>
                    <a:pt x="458" y="1953"/>
                  </a:cubicBezTo>
                  <a:cubicBezTo>
                    <a:pt x="849" y="2671"/>
                    <a:pt x="3656" y="6022"/>
                    <a:pt x="3917" y="6066"/>
                  </a:cubicBezTo>
                  <a:cubicBezTo>
                    <a:pt x="3926" y="6067"/>
                    <a:pt x="3935" y="6068"/>
                    <a:pt x="3945" y="6068"/>
                  </a:cubicBezTo>
                  <a:cubicBezTo>
                    <a:pt x="4244" y="6068"/>
                    <a:pt x="5221" y="5445"/>
                    <a:pt x="5179" y="5087"/>
                  </a:cubicBezTo>
                  <a:cubicBezTo>
                    <a:pt x="5136" y="4695"/>
                    <a:pt x="3177" y="1496"/>
                    <a:pt x="2764" y="952"/>
                  </a:cubicBezTo>
                  <a:cubicBezTo>
                    <a:pt x="2421" y="524"/>
                    <a:pt x="1943" y="0"/>
                    <a:pt x="130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5" name="Google Shape;535;g39181ba8852_1_534"/>
            <p:cNvSpPr/>
            <p:nvPr/>
          </p:nvSpPr>
          <p:spPr>
            <a:xfrm>
              <a:off x="-151881" y="2480454"/>
              <a:ext cx="562990" cy="1236085"/>
            </a:xfrm>
            <a:custGeom>
              <a:rect b="b" l="l" r="r" t="t"/>
              <a:pathLst>
                <a:path extrusionOk="0" h="15863" w="7225">
                  <a:moveTo>
                    <a:pt x="2960" y="1"/>
                  </a:moveTo>
                  <a:cubicBezTo>
                    <a:pt x="2960" y="1"/>
                    <a:pt x="2851" y="2438"/>
                    <a:pt x="2699" y="2568"/>
                  </a:cubicBezTo>
                  <a:cubicBezTo>
                    <a:pt x="2264" y="2938"/>
                    <a:pt x="653" y="3243"/>
                    <a:pt x="371" y="3896"/>
                  </a:cubicBezTo>
                  <a:cubicBezTo>
                    <a:pt x="1" y="4657"/>
                    <a:pt x="2002" y="8138"/>
                    <a:pt x="2264" y="9292"/>
                  </a:cubicBezTo>
                  <a:cubicBezTo>
                    <a:pt x="2525" y="10445"/>
                    <a:pt x="1981" y="12229"/>
                    <a:pt x="1807" y="13360"/>
                  </a:cubicBezTo>
                  <a:cubicBezTo>
                    <a:pt x="1633" y="14492"/>
                    <a:pt x="5179" y="15862"/>
                    <a:pt x="5310" y="15862"/>
                  </a:cubicBezTo>
                  <a:cubicBezTo>
                    <a:pt x="5440" y="15862"/>
                    <a:pt x="6593" y="14796"/>
                    <a:pt x="6811" y="14426"/>
                  </a:cubicBezTo>
                  <a:cubicBezTo>
                    <a:pt x="7029" y="14057"/>
                    <a:pt x="6811" y="11163"/>
                    <a:pt x="6811" y="10423"/>
                  </a:cubicBezTo>
                  <a:cubicBezTo>
                    <a:pt x="6811" y="9683"/>
                    <a:pt x="6985" y="7094"/>
                    <a:pt x="7007" y="6920"/>
                  </a:cubicBezTo>
                  <a:cubicBezTo>
                    <a:pt x="7224" y="5788"/>
                    <a:pt x="6942" y="4896"/>
                    <a:pt x="6898" y="4657"/>
                  </a:cubicBezTo>
                  <a:cubicBezTo>
                    <a:pt x="6855" y="4418"/>
                    <a:pt x="6855" y="4026"/>
                    <a:pt x="6746" y="3874"/>
                  </a:cubicBezTo>
                  <a:cubicBezTo>
                    <a:pt x="6506" y="3569"/>
                    <a:pt x="5179" y="3156"/>
                    <a:pt x="5157" y="3003"/>
                  </a:cubicBezTo>
                  <a:cubicBezTo>
                    <a:pt x="5136" y="2851"/>
                    <a:pt x="4962" y="741"/>
                    <a:pt x="4962" y="741"/>
                  </a:cubicBezTo>
                  <a:lnTo>
                    <a:pt x="2960" y="1"/>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6" name="Google Shape;536;g39181ba8852_1_534"/>
            <p:cNvSpPr/>
            <p:nvPr/>
          </p:nvSpPr>
          <p:spPr>
            <a:xfrm>
              <a:off x="-138323" y="2680556"/>
              <a:ext cx="544367" cy="787173"/>
            </a:xfrm>
            <a:custGeom>
              <a:rect b="b" l="l" r="r" t="t"/>
              <a:pathLst>
                <a:path extrusionOk="0" h="10102" w="6986">
                  <a:moveTo>
                    <a:pt x="2525" y="0"/>
                  </a:moveTo>
                  <a:cubicBezTo>
                    <a:pt x="2525" y="0"/>
                    <a:pt x="1132" y="631"/>
                    <a:pt x="697" y="849"/>
                  </a:cubicBezTo>
                  <a:cubicBezTo>
                    <a:pt x="284" y="1045"/>
                    <a:pt x="1" y="1415"/>
                    <a:pt x="23" y="1980"/>
                  </a:cubicBezTo>
                  <a:cubicBezTo>
                    <a:pt x="44" y="2546"/>
                    <a:pt x="1807" y="6789"/>
                    <a:pt x="1872" y="7028"/>
                  </a:cubicBezTo>
                  <a:cubicBezTo>
                    <a:pt x="1916" y="7267"/>
                    <a:pt x="1393" y="9509"/>
                    <a:pt x="1676" y="9726"/>
                  </a:cubicBezTo>
                  <a:cubicBezTo>
                    <a:pt x="1741" y="9791"/>
                    <a:pt x="3330" y="9987"/>
                    <a:pt x="4744" y="10074"/>
                  </a:cubicBezTo>
                  <a:cubicBezTo>
                    <a:pt x="5364" y="10096"/>
                    <a:pt x="5876" y="10101"/>
                    <a:pt x="6232" y="10101"/>
                  </a:cubicBezTo>
                  <a:cubicBezTo>
                    <a:pt x="6588" y="10101"/>
                    <a:pt x="6789" y="10096"/>
                    <a:pt x="6789" y="10096"/>
                  </a:cubicBezTo>
                  <a:cubicBezTo>
                    <a:pt x="6789" y="10096"/>
                    <a:pt x="6702" y="8007"/>
                    <a:pt x="6768" y="7180"/>
                  </a:cubicBezTo>
                  <a:cubicBezTo>
                    <a:pt x="6855" y="6201"/>
                    <a:pt x="6855" y="5440"/>
                    <a:pt x="6898" y="4874"/>
                  </a:cubicBezTo>
                  <a:cubicBezTo>
                    <a:pt x="6985" y="3873"/>
                    <a:pt x="6963" y="2764"/>
                    <a:pt x="6898" y="2502"/>
                  </a:cubicBezTo>
                  <a:cubicBezTo>
                    <a:pt x="6833" y="2263"/>
                    <a:pt x="6746" y="1610"/>
                    <a:pt x="6572" y="1306"/>
                  </a:cubicBezTo>
                  <a:cubicBezTo>
                    <a:pt x="6398" y="1001"/>
                    <a:pt x="5070" y="544"/>
                    <a:pt x="5070" y="544"/>
                  </a:cubicBezTo>
                  <a:lnTo>
                    <a:pt x="4679" y="1284"/>
                  </a:lnTo>
                  <a:lnTo>
                    <a:pt x="2525"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7" name="Google Shape;537;g39181ba8852_1_534"/>
            <p:cNvSpPr/>
            <p:nvPr/>
          </p:nvSpPr>
          <p:spPr>
            <a:xfrm>
              <a:off x="-101057" y="2738218"/>
              <a:ext cx="501977" cy="713458"/>
            </a:xfrm>
            <a:custGeom>
              <a:rect b="b" l="l" r="r" t="t"/>
              <a:pathLst>
                <a:path extrusionOk="0" h="9156" w="6442">
                  <a:moveTo>
                    <a:pt x="654" y="0"/>
                  </a:moveTo>
                  <a:lnTo>
                    <a:pt x="654" y="0"/>
                  </a:lnTo>
                  <a:cubicBezTo>
                    <a:pt x="653" y="0"/>
                    <a:pt x="1" y="1197"/>
                    <a:pt x="23" y="1632"/>
                  </a:cubicBezTo>
                  <a:cubicBezTo>
                    <a:pt x="23" y="2089"/>
                    <a:pt x="1132" y="4983"/>
                    <a:pt x="1350" y="5592"/>
                  </a:cubicBezTo>
                  <a:cubicBezTo>
                    <a:pt x="1568" y="6179"/>
                    <a:pt x="893" y="8507"/>
                    <a:pt x="1176" y="8899"/>
                  </a:cubicBezTo>
                  <a:cubicBezTo>
                    <a:pt x="1314" y="9106"/>
                    <a:pt x="1837" y="9155"/>
                    <a:pt x="2298" y="9155"/>
                  </a:cubicBezTo>
                  <a:cubicBezTo>
                    <a:pt x="2707" y="9155"/>
                    <a:pt x="3069" y="9117"/>
                    <a:pt x="3069" y="9117"/>
                  </a:cubicBezTo>
                  <a:cubicBezTo>
                    <a:pt x="3069" y="9117"/>
                    <a:pt x="2590" y="8573"/>
                    <a:pt x="2808" y="8246"/>
                  </a:cubicBezTo>
                  <a:cubicBezTo>
                    <a:pt x="3047" y="7920"/>
                    <a:pt x="6441" y="6810"/>
                    <a:pt x="6441" y="6810"/>
                  </a:cubicBezTo>
                  <a:cubicBezTo>
                    <a:pt x="6441" y="6810"/>
                    <a:pt x="3961" y="5418"/>
                    <a:pt x="3395" y="5309"/>
                  </a:cubicBezTo>
                  <a:cubicBezTo>
                    <a:pt x="2851" y="5200"/>
                    <a:pt x="1002" y="2459"/>
                    <a:pt x="545" y="1849"/>
                  </a:cubicBezTo>
                  <a:cubicBezTo>
                    <a:pt x="110" y="1240"/>
                    <a:pt x="654" y="0"/>
                    <a:pt x="654"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8" name="Google Shape;538;g39181ba8852_1_534"/>
            <p:cNvSpPr/>
            <p:nvPr/>
          </p:nvSpPr>
          <p:spPr>
            <a:xfrm>
              <a:off x="66840" y="2548323"/>
              <a:ext cx="172988" cy="132312"/>
            </a:xfrm>
            <a:custGeom>
              <a:rect b="b" l="l" r="r" t="t"/>
              <a:pathLst>
                <a:path extrusionOk="0" h="1698" w="2220">
                  <a:moveTo>
                    <a:pt x="66" y="0"/>
                  </a:moveTo>
                  <a:lnTo>
                    <a:pt x="1" y="1284"/>
                  </a:lnTo>
                  <a:lnTo>
                    <a:pt x="675" y="1697"/>
                  </a:lnTo>
                  <a:lnTo>
                    <a:pt x="2220" y="1088"/>
                  </a:lnTo>
                  <a:lnTo>
                    <a:pt x="66"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39" name="Google Shape;539;g39181ba8852_1_534"/>
            <p:cNvSpPr/>
            <p:nvPr/>
          </p:nvSpPr>
          <p:spPr>
            <a:xfrm>
              <a:off x="-163725" y="2754192"/>
              <a:ext cx="203534" cy="533457"/>
            </a:xfrm>
            <a:custGeom>
              <a:rect b="b" l="l" r="r" t="t"/>
              <a:pathLst>
                <a:path extrusionOk="0" h="6846" w="2612">
                  <a:moveTo>
                    <a:pt x="1127" y="1"/>
                  </a:moveTo>
                  <a:cubicBezTo>
                    <a:pt x="411" y="1"/>
                    <a:pt x="126" y="619"/>
                    <a:pt x="66" y="1405"/>
                  </a:cubicBezTo>
                  <a:cubicBezTo>
                    <a:pt x="0" y="2232"/>
                    <a:pt x="588" y="6540"/>
                    <a:pt x="784" y="6714"/>
                  </a:cubicBezTo>
                  <a:cubicBezTo>
                    <a:pt x="868" y="6798"/>
                    <a:pt x="1139" y="6846"/>
                    <a:pt x="1436" y="6846"/>
                  </a:cubicBezTo>
                  <a:cubicBezTo>
                    <a:pt x="1832" y="6846"/>
                    <a:pt x="2273" y="6761"/>
                    <a:pt x="2372" y="6562"/>
                  </a:cubicBezTo>
                  <a:cubicBezTo>
                    <a:pt x="2546" y="6214"/>
                    <a:pt x="2611" y="2471"/>
                    <a:pt x="2546" y="1775"/>
                  </a:cubicBezTo>
                  <a:cubicBezTo>
                    <a:pt x="2459" y="1101"/>
                    <a:pt x="2285" y="143"/>
                    <a:pt x="1306" y="13"/>
                  </a:cubicBezTo>
                  <a:cubicBezTo>
                    <a:pt x="1244" y="5"/>
                    <a:pt x="1184" y="1"/>
                    <a:pt x="1127"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0" name="Google Shape;540;g39181ba8852_1_534"/>
            <p:cNvSpPr/>
            <p:nvPr/>
          </p:nvSpPr>
          <p:spPr>
            <a:xfrm>
              <a:off x="4115" y="2258222"/>
              <a:ext cx="332417" cy="373794"/>
            </a:xfrm>
            <a:custGeom>
              <a:rect b="b" l="l" r="r" t="t"/>
              <a:pathLst>
                <a:path extrusionOk="0" h="4797" w="4266">
                  <a:moveTo>
                    <a:pt x="2013" y="0"/>
                  </a:moveTo>
                  <a:cubicBezTo>
                    <a:pt x="1610" y="0"/>
                    <a:pt x="1209" y="133"/>
                    <a:pt x="893" y="481"/>
                  </a:cubicBezTo>
                  <a:cubicBezTo>
                    <a:pt x="0" y="1417"/>
                    <a:pt x="196" y="2505"/>
                    <a:pt x="523" y="3201"/>
                  </a:cubicBezTo>
                  <a:cubicBezTo>
                    <a:pt x="784" y="3745"/>
                    <a:pt x="1067" y="4050"/>
                    <a:pt x="1632" y="4419"/>
                  </a:cubicBezTo>
                  <a:cubicBezTo>
                    <a:pt x="1752" y="4479"/>
                    <a:pt x="2700" y="4797"/>
                    <a:pt x="3038" y="4797"/>
                  </a:cubicBezTo>
                  <a:cubicBezTo>
                    <a:pt x="3068" y="4797"/>
                    <a:pt x="3093" y="4795"/>
                    <a:pt x="3112" y="4789"/>
                  </a:cubicBezTo>
                  <a:cubicBezTo>
                    <a:pt x="3264" y="4768"/>
                    <a:pt x="3525" y="3614"/>
                    <a:pt x="3591" y="3614"/>
                  </a:cubicBezTo>
                  <a:cubicBezTo>
                    <a:pt x="3598" y="3618"/>
                    <a:pt x="3608" y="3620"/>
                    <a:pt x="3619" y="3620"/>
                  </a:cubicBezTo>
                  <a:cubicBezTo>
                    <a:pt x="3675" y="3620"/>
                    <a:pt x="3768" y="3574"/>
                    <a:pt x="3786" y="3484"/>
                  </a:cubicBezTo>
                  <a:cubicBezTo>
                    <a:pt x="3808" y="3353"/>
                    <a:pt x="3765" y="2505"/>
                    <a:pt x="3808" y="2418"/>
                  </a:cubicBezTo>
                  <a:cubicBezTo>
                    <a:pt x="3852" y="2331"/>
                    <a:pt x="4265" y="1395"/>
                    <a:pt x="3721" y="764"/>
                  </a:cubicBezTo>
                  <a:cubicBezTo>
                    <a:pt x="3431" y="404"/>
                    <a:pt x="2717" y="0"/>
                    <a:pt x="2013"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1" name="Google Shape;541;g39181ba8852_1_534"/>
            <p:cNvSpPr/>
            <p:nvPr/>
          </p:nvSpPr>
          <p:spPr>
            <a:xfrm>
              <a:off x="-4379" y="2250975"/>
              <a:ext cx="318859" cy="302495"/>
            </a:xfrm>
            <a:custGeom>
              <a:rect b="b" l="l" r="r" t="t"/>
              <a:pathLst>
                <a:path extrusionOk="0" h="3882" w="4092">
                  <a:moveTo>
                    <a:pt x="2362" y="0"/>
                  </a:moveTo>
                  <a:cubicBezTo>
                    <a:pt x="1844" y="0"/>
                    <a:pt x="1024" y="197"/>
                    <a:pt x="588" y="1053"/>
                  </a:cubicBezTo>
                  <a:cubicBezTo>
                    <a:pt x="1" y="2228"/>
                    <a:pt x="697" y="3860"/>
                    <a:pt x="980" y="3881"/>
                  </a:cubicBezTo>
                  <a:cubicBezTo>
                    <a:pt x="1089" y="3881"/>
                    <a:pt x="1502" y="3337"/>
                    <a:pt x="1306" y="2228"/>
                  </a:cubicBezTo>
                  <a:cubicBezTo>
                    <a:pt x="1306" y="2221"/>
                    <a:pt x="1309" y="2218"/>
                    <a:pt x="1313" y="2218"/>
                  </a:cubicBezTo>
                  <a:cubicBezTo>
                    <a:pt x="1382" y="2218"/>
                    <a:pt x="1945" y="2908"/>
                    <a:pt x="2054" y="2908"/>
                  </a:cubicBezTo>
                  <a:cubicBezTo>
                    <a:pt x="2060" y="2908"/>
                    <a:pt x="2065" y="2906"/>
                    <a:pt x="2068" y="2902"/>
                  </a:cubicBezTo>
                  <a:cubicBezTo>
                    <a:pt x="2133" y="2837"/>
                    <a:pt x="1807" y="1858"/>
                    <a:pt x="2068" y="1662"/>
                  </a:cubicBezTo>
                  <a:cubicBezTo>
                    <a:pt x="2575" y="1299"/>
                    <a:pt x="3011" y="1194"/>
                    <a:pt x="3347" y="1194"/>
                  </a:cubicBezTo>
                  <a:cubicBezTo>
                    <a:pt x="3817" y="1194"/>
                    <a:pt x="4091" y="1401"/>
                    <a:pt x="4091" y="1401"/>
                  </a:cubicBezTo>
                  <a:cubicBezTo>
                    <a:pt x="3982" y="357"/>
                    <a:pt x="3069" y="161"/>
                    <a:pt x="2764" y="52"/>
                  </a:cubicBezTo>
                  <a:cubicBezTo>
                    <a:pt x="2685" y="24"/>
                    <a:pt x="2542" y="0"/>
                    <a:pt x="236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2" name="Google Shape;542;g39181ba8852_1_534"/>
            <p:cNvSpPr/>
            <p:nvPr/>
          </p:nvSpPr>
          <p:spPr>
            <a:xfrm>
              <a:off x="85463" y="2414142"/>
              <a:ext cx="54390" cy="100442"/>
            </a:xfrm>
            <a:custGeom>
              <a:rect b="b" l="l" r="r" t="t"/>
              <a:pathLst>
                <a:path extrusionOk="0" h="1289" w="698">
                  <a:moveTo>
                    <a:pt x="329" y="1"/>
                  </a:moveTo>
                  <a:cubicBezTo>
                    <a:pt x="315" y="1"/>
                    <a:pt x="300" y="1"/>
                    <a:pt x="284" y="3"/>
                  </a:cubicBezTo>
                  <a:cubicBezTo>
                    <a:pt x="110" y="25"/>
                    <a:pt x="1" y="351"/>
                    <a:pt x="66" y="700"/>
                  </a:cubicBezTo>
                  <a:cubicBezTo>
                    <a:pt x="108" y="1034"/>
                    <a:pt x="311" y="1288"/>
                    <a:pt x="481" y="1288"/>
                  </a:cubicBezTo>
                  <a:cubicBezTo>
                    <a:pt x="488" y="1288"/>
                    <a:pt x="495" y="1288"/>
                    <a:pt x="501" y="1287"/>
                  </a:cubicBezTo>
                  <a:cubicBezTo>
                    <a:pt x="697" y="1265"/>
                    <a:pt x="697" y="787"/>
                    <a:pt x="632" y="438"/>
                  </a:cubicBezTo>
                  <a:cubicBezTo>
                    <a:pt x="592" y="118"/>
                    <a:pt x="497" y="1"/>
                    <a:pt x="329"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3" name="Google Shape;543;g39181ba8852_1_534"/>
            <p:cNvSpPr/>
            <p:nvPr/>
          </p:nvSpPr>
          <p:spPr>
            <a:xfrm>
              <a:off x="141409" y="5055834"/>
              <a:ext cx="108624" cy="20416"/>
            </a:xfrm>
            <a:custGeom>
              <a:rect b="b" l="l" r="r" t="t"/>
              <a:pathLst>
                <a:path extrusionOk="0" h="262" w="1394">
                  <a:moveTo>
                    <a:pt x="1" y="0"/>
                  </a:moveTo>
                  <a:lnTo>
                    <a:pt x="1" y="261"/>
                  </a:lnTo>
                  <a:lnTo>
                    <a:pt x="1393" y="261"/>
                  </a:lnTo>
                  <a:lnTo>
                    <a:pt x="1393" y="0"/>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4" name="Google Shape;544;g39181ba8852_1_534"/>
            <p:cNvSpPr/>
            <p:nvPr/>
          </p:nvSpPr>
          <p:spPr>
            <a:xfrm>
              <a:off x="119436" y="4912459"/>
              <a:ext cx="412054" cy="180780"/>
            </a:xfrm>
            <a:custGeom>
              <a:rect b="b" l="l" r="r" t="t"/>
              <a:pathLst>
                <a:path extrusionOk="0" h="2320" w="5288">
                  <a:moveTo>
                    <a:pt x="501" y="0"/>
                  </a:moveTo>
                  <a:cubicBezTo>
                    <a:pt x="411" y="0"/>
                    <a:pt x="353" y="4"/>
                    <a:pt x="348" y="13"/>
                  </a:cubicBezTo>
                  <a:cubicBezTo>
                    <a:pt x="152" y="274"/>
                    <a:pt x="44" y="752"/>
                    <a:pt x="22" y="992"/>
                  </a:cubicBezTo>
                  <a:cubicBezTo>
                    <a:pt x="0" y="1253"/>
                    <a:pt x="152" y="1840"/>
                    <a:pt x="348" y="1840"/>
                  </a:cubicBezTo>
                  <a:cubicBezTo>
                    <a:pt x="870" y="1840"/>
                    <a:pt x="1480" y="1862"/>
                    <a:pt x="2024" y="1927"/>
                  </a:cubicBezTo>
                  <a:cubicBezTo>
                    <a:pt x="2568" y="1993"/>
                    <a:pt x="2763" y="2319"/>
                    <a:pt x="4156" y="2319"/>
                  </a:cubicBezTo>
                  <a:cubicBezTo>
                    <a:pt x="4548" y="2319"/>
                    <a:pt x="5287" y="2276"/>
                    <a:pt x="5266" y="2123"/>
                  </a:cubicBezTo>
                  <a:cubicBezTo>
                    <a:pt x="5244" y="1949"/>
                    <a:pt x="3938" y="1666"/>
                    <a:pt x="3525" y="1275"/>
                  </a:cubicBezTo>
                  <a:cubicBezTo>
                    <a:pt x="2459" y="296"/>
                    <a:pt x="1741" y="56"/>
                    <a:pt x="1741" y="56"/>
                  </a:cubicBezTo>
                  <a:cubicBezTo>
                    <a:pt x="1741" y="56"/>
                    <a:pt x="863" y="0"/>
                    <a:pt x="5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5" name="Google Shape;545;g39181ba8852_1_534"/>
            <p:cNvSpPr/>
            <p:nvPr/>
          </p:nvSpPr>
          <p:spPr>
            <a:xfrm>
              <a:off x="39724" y="3463978"/>
              <a:ext cx="359534" cy="1502502"/>
            </a:xfrm>
            <a:custGeom>
              <a:rect b="b" l="l" r="r" t="t"/>
              <a:pathLst>
                <a:path extrusionOk="0" h="19282" w="4614">
                  <a:moveTo>
                    <a:pt x="4380" y="0"/>
                  </a:moveTo>
                  <a:cubicBezTo>
                    <a:pt x="3680" y="0"/>
                    <a:pt x="262" y="999"/>
                    <a:pt x="262" y="999"/>
                  </a:cubicBezTo>
                  <a:cubicBezTo>
                    <a:pt x="262" y="999"/>
                    <a:pt x="174" y="1565"/>
                    <a:pt x="87" y="2370"/>
                  </a:cubicBezTo>
                  <a:cubicBezTo>
                    <a:pt x="0" y="3175"/>
                    <a:pt x="784" y="5743"/>
                    <a:pt x="1067" y="7766"/>
                  </a:cubicBezTo>
                  <a:cubicBezTo>
                    <a:pt x="1328" y="9790"/>
                    <a:pt x="1502" y="10203"/>
                    <a:pt x="1436" y="10682"/>
                  </a:cubicBezTo>
                  <a:cubicBezTo>
                    <a:pt x="1371" y="11160"/>
                    <a:pt x="762" y="13097"/>
                    <a:pt x="849" y="14381"/>
                  </a:cubicBezTo>
                  <a:cubicBezTo>
                    <a:pt x="914" y="15686"/>
                    <a:pt x="1175" y="19059"/>
                    <a:pt x="1175" y="19059"/>
                  </a:cubicBezTo>
                  <a:cubicBezTo>
                    <a:pt x="1175" y="19059"/>
                    <a:pt x="1567" y="19233"/>
                    <a:pt x="2220" y="19276"/>
                  </a:cubicBezTo>
                  <a:cubicBezTo>
                    <a:pt x="2257" y="19280"/>
                    <a:pt x="2293" y="19281"/>
                    <a:pt x="2328" y="19281"/>
                  </a:cubicBezTo>
                  <a:cubicBezTo>
                    <a:pt x="2943" y="19281"/>
                    <a:pt x="3351" y="18776"/>
                    <a:pt x="3351" y="18776"/>
                  </a:cubicBezTo>
                  <a:cubicBezTo>
                    <a:pt x="3351" y="18776"/>
                    <a:pt x="3873" y="11247"/>
                    <a:pt x="3960" y="10464"/>
                  </a:cubicBezTo>
                  <a:cubicBezTo>
                    <a:pt x="4026" y="9942"/>
                    <a:pt x="4439" y="6395"/>
                    <a:pt x="4570" y="3502"/>
                  </a:cubicBezTo>
                  <a:cubicBezTo>
                    <a:pt x="4613" y="2566"/>
                    <a:pt x="4504" y="412"/>
                    <a:pt x="4504" y="42"/>
                  </a:cubicBezTo>
                  <a:cubicBezTo>
                    <a:pt x="4504" y="13"/>
                    <a:pt x="4460" y="0"/>
                    <a:pt x="438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6" name="Google Shape;546;g39181ba8852_1_534"/>
            <p:cNvSpPr/>
            <p:nvPr/>
          </p:nvSpPr>
          <p:spPr>
            <a:xfrm>
              <a:off x="-41624"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7" name="Google Shape;547;g39181ba8852_1_534"/>
            <p:cNvSpPr/>
            <p:nvPr/>
          </p:nvSpPr>
          <p:spPr>
            <a:xfrm>
              <a:off x="-41637"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8" name="Google Shape;548;g39181ba8852_1_534"/>
            <p:cNvSpPr/>
            <p:nvPr/>
          </p:nvSpPr>
          <p:spPr>
            <a:xfrm>
              <a:off x="-2677" y="5084665"/>
              <a:ext cx="108546" cy="28909"/>
            </a:xfrm>
            <a:custGeom>
              <a:rect b="b" l="l" r="r" t="t"/>
              <a:pathLst>
                <a:path extrusionOk="0" h="371" w="1393">
                  <a:moveTo>
                    <a:pt x="22" y="0"/>
                  </a:moveTo>
                  <a:lnTo>
                    <a:pt x="0" y="283"/>
                  </a:lnTo>
                  <a:lnTo>
                    <a:pt x="1371" y="370"/>
                  </a:lnTo>
                  <a:lnTo>
                    <a:pt x="1393" y="87"/>
                  </a:lnTo>
                  <a:lnTo>
                    <a:pt x="22"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49" name="Google Shape;549;g39181ba8852_1_534"/>
            <p:cNvSpPr/>
            <p:nvPr/>
          </p:nvSpPr>
          <p:spPr>
            <a:xfrm>
              <a:off x="-21300"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0" name="Google Shape;550;g39181ba8852_1_534"/>
            <p:cNvSpPr/>
            <p:nvPr/>
          </p:nvSpPr>
          <p:spPr>
            <a:xfrm>
              <a:off x="-2665" y="5084665"/>
              <a:ext cx="108546" cy="28909"/>
            </a:xfrm>
            <a:custGeom>
              <a:rect b="b" l="l" r="r" t="t"/>
              <a:pathLst>
                <a:path extrusionOk="0" h="371" w="1393">
                  <a:moveTo>
                    <a:pt x="22" y="0"/>
                  </a:moveTo>
                  <a:lnTo>
                    <a:pt x="0" y="283"/>
                  </a:lnTo>
                  <a:lnTo>
                    <a:pt x="1371" y="370"/>
                  </a:lnTo>
                  <a:lnTo>
                    <a:pt x="1393" y="87"/>
                  </a:lnTo>
                  <a:lnTo>
                    <a:pt x="2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1" name="Google Shape;551;g39181ba8852_1_534"/>
            <p:cNvSpPr/>
            <p:nvPr/>
          </p:nvSpPr>
          <p:spPr>
            <a:xfrm>
              <a:off x="-21287"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2" name="Google Shape;552;g39181ba8852_1_534"/>
            <p:cNvSpPr/>
            <p:nvPr/>
          </p:nvSpPr>
          <p:spPr>
            <a:xfrm>
              <a:off x="138059" y="2728010"/>
              <a:ext cx="88208" cy="52598"/>
            </a:xfrm>
            <a:custGeom>
              <a:rect b="b" l="l" r="r" t="t"/>
              <a:pathLst>
                <a:path extrusionOk="0" h="675" w="1132">
                  <a:moveTo>
                    <a:pt x="0" y="0"/>
                  </a:moveTo>
                  <a:lnTo>
                    <a:pt x="1132" y="675"/>
                  </a:lnTo>
                  <a:lnTo>
                    <a:pt x="1023" y="153"/>
                  </a:lnTo>
                  <a:lnTo>
                    <a:pt x="0"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3" name="Google Shape;553;g39181ba8852_1_534"/>
            <p:cNvSpPr/>
            <p:nvPr/>
          </p:nvSpPr>
          <p:spPr>
            <a:xfrm>
              <a:off x="226186" y="2734789"/>
              <a:ext cx="33974" cy="45818"/>
            </a:xfrm>
            <a:custGeom>
              <a:rect b="b" l="l" r="r" t="t"/>
              <a:pathLst>
                <a:path extrusionOk="0" h="588" w="436">
                  <a:moveTo>
                    <a:pt x="262" y="1"/>
                  </a:moveTo>
                  <a:lnTo>
                    <a:pt x="1" y="588"/>
                  </a:lnTo>
                  <a:lnTo>
                    <a:pt x="1" y="588"/>
                  </a:lnTo>
                  <a:lnTo>
                    <a:pt x="436" y="153"/>
                  </a:lnTo>
                  <a:lnTo>
                    <a:pt x="262"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4" name="Google Shape;554;g39181ba8852_1_534"/>
            <p:cNvSpPr/>
            <p:nvPr/>
          </p:nvSpPr>
          <p:spPr>
            <a:xfrm>
              <a:off x="-21287" y="3440056"/>
              <a:ext cx="413768" cy="62026"/>
            </a:xfrm>
            <a:custGeom>
              <a:rect b="b" l="l" r="r" t="t"/>
              <a:pathLst>
                <a:path extrusionOk="0" h="796" w="5310">
                  <a:moveTo>
                    <a:pt x="152" y="1"/>
                  </a:moveTo>
                  <a:lnTo>
                    <a:pt x="0" y="523"/>
                  </a:lnTo>
                  <a:cubicBezTo>
                    <a:pt x="0" y="523"/>
                    <a:pt x="849" y="654"/>
                    <a:pt x="2328" y="741"/>
                  </a:cubicBezTo>
                  <a:cubicBezTo>
                    <a:pt x="3090" y="784"/>
                    <a:pt x="3835" y="795"/>
                    <a:pt x="4390" y="795"/>
                  </a:cubicBezTo>
                  <a:cubicBezTo>
                    <a:pt x="4945" y="795"/>
                    <a:pt x="5309" y="784"/>
                    <a:pt x="5309" y="784"/>
                  </a:cubicBezTo>
                  <a:lnTo>
                    <a:pt x="5309" y="240"/>
                  </a:lnTo>
                  <a:cubicBezTo>
                    <a:pt x="5309" y="240"/>
                    <a:pt x="4439" y="197"/>
                    <a:pt x="3003" y="153"/>
                  </a:cubicBezTo>
                  <a:cubicBezTo>
                    <a:pt x="1588" y="88"/>
                    <a:pt x="152" y="1"/>
                    <a:pt x="152"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5" name="Google Shape;555;g39181ba8852_1_534"/>
            <p:cNvSpPr/>
            <p:nvPr/>
          </p:nvSpPr>
          <p:spPr>
            <a:xfrm>
              <a:off x="339794" y="3457043"/>
              <a:ext cx="50961" cy="50961"/>
            </a:xfrm>
            <a:custGeom>
              <a:rect b="b" l="l" r="r" t="t"/>
              <a:pathLst>
                <a:path extrusionOk="0" h="654" w="654">
                  <a:moveTo>
                    <a:pt x="175" y="0"/>
                  </a:moveTo>
                  <a:cubicBezTo>
                    <a:pt x="66" y="0"/>
                    <a:pt x="1" y="88"/>
                    <a:pt x="1" y="175"/>
                  </a:cubicBezTo>
                  <a:lnTo>
                    <a:pt x="1" y="479"/>
                  </a:lnTo>
                  <a:cubicBezTo>
                    <a:pt x="1" y="566"/>
                    <a:pt x="66" y="653"/>
                    <a:pt x="175" y="653"/>
                  </a:cubicBezTo>
                  <a:lnTo>
                    <a:pt x="479" y="653"/>
                  </a:lnTo>
                  <a:cubicBezTo>
                    <a:pt x="588" y="653"/>
                    <a:pt x="653" y="566"/>
                    <a:pt x="653" y="479"/>
                  </a:cubicBezTo>
                  <a:lnTo>
                    <a:pt x="653" y="175"/>
                  </a:lnTo>
                  <a:cubicBezTo>
                    <a:pt x="653" y="88"/>
                    <a:pt x="588" y="0"/>
                    <a:pt x="479"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6" name="Google Shape;556;g39181ba8852_1_534"/>
            <p:cNvSpPr/>
            <p:nvPr/>
          </p:nvSpPr>
          <p:spPr>
            <a:xfrm>
              <a:off x="194005" y="2746633"/>
              <a:ext cx="71299" cy="45896"/>
            </a:xfrm>
            <a:custGeom>
              <a:rect b="b" l="l" r="r" t="t"/>
              <a:pathLst>
                <a:path extrusionOk="0" h="589" w="915">
                  <a:moveTo>
                    <a:pt x="914" y="1"/>
                  </a:moveTo>
                  <a:lnTo>
                    <a:pt x="0" y="110"/>
                  </a:lnTo>
                  <a:lnTo>
                    <a:pt x="457" y="588"/>
                  </a:lnTo>
                  <a:lnTo>
                    <a:pt x="849" y="523"/>
                  </a:lnTo>
                  <a:lnTo>
                    <a:pt x="91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7" name="Google Shape;557;g39181ba8852_1_534"/>
            <p:cNvSpPr/>
            <p:nvPr/>
          </p:nvSpPr>
          <p:spPr>
            <a:xfrm>
              <a:off x="229615" y="2787386"/>
              <a:ext cx="144157" cy="717199"/>
            </a:xfrm>
            <a:custGeom>
              <a:rect b="b" l="l" r="r" t="t"/>
              <a:pathLst>
                <a:path extrusionOk="0" h="9204" w="1850">
                  <a:moveTo>
                    <a:pt x="392" y="0"/>
                  </a:moveTo>
                  <a:lnTo>
                    <a:pt x="0" y="65"/>
                  </a:lnTo>
                  <a:cubicBezTo>
                    <a:pt x="0" y="65"/>
                    <a:pt x="610" y="3394"/>
                    <a:pt x="784" y="5004"/>
                  </a:cubicBezTo>
                  <a:cubicBezTo>
                    <a:pt x="979" y="6614"/>
                    <a:pt x="979" y="8703"/>
                    <a:pt x="979" y="8703"/>
                  </a:cubicBezTo>
                  <a:lnTo>
                    <a:pt x="1567" y="9204"/>
                  </a:lnTo>
                  <a:lnTo>
                    <a:pt x="1850" y="8747"/>
                  </a:lnTo>
                  <a:cubicBezTo>
                    <a:pt x="1850" y="8747"/>
                    <a:pt x="1632" y="7376"/>
                    <a:pt x="1349" y="4917"/>
                  </a:cubicBezTo>
                  <a:cubicBezTo>
                    <a:pt x="1045" y="2459"/>
                    <a:pt x="392" y="0"/>
                    <a:pt x="39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8" name="Google Shape;558;g39181ba8852_1_534"/>
            <p:cNvSpPr/>
            <p:nvPr/>
          </p:nvSpPr>
          <p:spPr>
            <a:xfrm>
              <a:off x="36295" y="2648296"/>
              <a:ext cx="181559" cy="145949"/>
            </a:xfrm>
            <a:custGeom>
              <a:rect b="b" l="l" r="r" t="t"/>
              <a:pathLst>
                <a:path extrusionOk="0" h="1873" w="2330">
                  <a:moveTo>
                    <a:pt x="393" y="1"/>
                  </a:moveTo>
                  <a:lnTo>
                    <a:pt x="1" y="545"/>
                  </a:lnTo>
                  <a:lnTo>
                    <a:pt x="2024" y="1872"/>
                  </a:lnTo>
                  <a:lnTo>
                    <a:pt x="2329" y="1176"/>
                  </a:lnTo>
                  <a:lnTo>
                    <a:pt x="39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59" name="Google Shape;559;g39181ba8852_1_534"/>
            <p:cNvSpPr/>
            <p:nvPr/>
          </p:nvSpPr>
          <p:spPr>
            <a:xfrm>
              <a:off x="136345" y="2875515"/>
              <a:ext cx="351041" cy="507042"/>
            </a:xfrm>
            <a:custGeom>
              <a:rect b="b" l="l" r="r" t="t"/>
              <a:pathLst>
                <a:path extrusionOk="0" h="6507" w="4505">
                  <a:moveTo>
                    <a:pt x="4265" y="0"/>
                  </a:moveTo>
                  <a:lnTo>
                    <a:pt x="1" y="566"/>
                  </a:lnTo>
                  <a:lnTo>
                    <a:pt x="262" y="6506"/>
                  </a:lnTo>
                  <a:lnTo>
                    <a:pt x="4505" y="5832"/>
                  </a:lnTo>
                  <a:lnTo>
                    <a:pt x="4265"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0" name="Google Shape;560;g39181ba8852_1_534"/>
            <p:cNvSpPr/>
            <p:nvPr/>
          </p:nvSpPr>
          <p:spPr>
            <a:xfrm>
              <a:off x="246523" y="2704244"/>
              <a:ext cx="34052" cy="67948"/>
            </a:xfrm>
            <a:custGeom>
              <a:rect b="b" l="l" r="r" t="t"/>
              <a:pathLst>
                <a:path extrusionOk="0" h="872" w="437">
                  <a:moveTo>
                    <a:pt x="23" y="1"/>
                  </a:moveTo>
                  <a:lnTo>
                    <a:pt x="1" y="393"/>
                  </a:lnTo>
                  <a:lnTo>
                    <a:pt x="371" y="871"/>
                  </a:lnTo>
                  <a:lnTo>
                    <a:pt x="436" y="305"/>
                  </a:lnTo>
                  <a:lnTo>
                    <a:pt x="2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1" name="Google Shape;561;g39181ba8852_1_534"/>
            <p:cNvSpPr/>
            <p:nvPr/>
          </p:nvSpPr>
          <p:spPr>
            <a:xfrm>
              <a:off x="-133180" y="3036579"/>
              <a:ext cx="498470" cy="250365"/>
            </a:xfrm>
            <a:custGeom>
              <a:rect b="b" l="l" r="r" t="t"/>
              <a:pathLst>
                <a:path extrusionOk="0" h="3213" w="6397">
                  <a:moveTo>
                    <a:pt x="6049" y="0"/>
                  </a:moveTo>
                  <a:cubicBezTo>
                    <a:pt x="6049" y="0"/>
                    <a:pt x="3568" y="305"/>
                    <a:pt x="1153" y="1175"/>
                  </a:cubicBezTo>
                  <a:cubicBezTo>
                    <a:pt x="914" y="1262"/>
                    <a:pt x="0" y="1850"/>
                    <a:pt x="239" y="2764"/>
                  </a:cubicBezTo>
                  <a:cubicBezTo>
                    <a:pt x="328" y="3093"/>
                    <a:pt x="627" y="3212"/>
                    <a:pt x="1013" y="3212"/>
                  </a:cubicBezTo>
                  <a:cubicBezTo>
                    <a:pt x="1672" y="3212"/>
                    <a:pt x="2585" y="2866"/>
                    <a:pt x="3133" y="2633"/>
                  </a:cubicBezTo>
                  <a:cubicBezTo>
                    <a:pt x="3982" y="2263"/>
                    <a:pt x="6397" y="958"/>
                    <a:pt x="6397" y="958"/>
                  </a:cubicBezTo>
                  <a:lnTo>
                    <a:pt x="6049"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2" name="Google Shape;562;g39181ba8852_1_534"/>
            <p:cNvSpPr/>
            <p:nvPr/>
          </p:nvSpPr>
          <p:spPr>
            <a:xfrm>
              <a:off x="407584" y="3075228"/>
              <a:ext cx="84858" cy="36000"/>
            </a:xfrm>
            <a:custGeom>
              <a:rect b="b" l="l" r="r" t="t"/>
              <a:pathLst>
                <a:path extrusionOk="0" h="462" w="1089">
                  <a:moveTo>
                    <a:pt x="913" y="1"/>
                  </a:moveTo>
                  <a:cubicBezTo>
                    <a:pt x="900" y="1"/>
                    <a:pt x="886" y="2"/>
                    <a:pt x="871" y="5"/>
                  </a:cubicBezTo>
                  <a:lnTo>
                    <a:pt x="153" y="114"/>
                  </a:lnTo>
                  <a:cubicBezTo>
                    <a:pt x="66" y="135"/>
                    <a:pt x="1" y="222"/>
                    <a:pt x="23" y="310"/>
                  </a:cubicBezTo>
                  <a:cubicBezTo>
                    <a:pt x="44" y="397"/>
                    <a:pt x="131" y="462"/>
                    <a:pt x="219" y="462"/>
                  </a:cubicBezTo>
                  <a:lnTo>
                    <a:pt x="937" y="331"/>
                  </a:lnTo>
                  <a:cubicBezTo>
                    <a:pt x="1024" y="331"/>
                    <a:pt x="1089" y="244"/>
                    <a:pt x="1067" y="135"/>
                  </a:cubicBezTo>
                  <a:cubicBezTo>
                    <a:pt x="1067" y="60"/>
                    <a:pt x="1001" y="1"/>
                    <a:pt x="91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3" name="Google Shape;563;g39181ba8852_1_534"/>
            <p:cNvSpPr/>
            <p:nvPr/>
          </p:nvSpPr>
          <p:spPr>
            <a:xfrm>
              <a:off x="405948" y="3050137"/>
              <a:ext cx="84858" cy="36000"/>
            </a:xfrm>
            <a:custGeom>
              <a:rect b="b" l="l" r="r" t="t"/>
              <a:pathLst>
                <a:path extrusionOk="0" h="462" w="1089">
                  <a:moveTo>
                    <a:pt x="871" y="1"/>
                  </a:moveTo>
                  <a:lnTo>
                    <a:pt x="152" y="131"/>
                  </a:lnTo>
                  <a:cubicBezTo>
                    <a:pt x="65" y="131"/>
                    <a:pt x="0" y="218"/>
                    <a:pt x="22" y="305"/>
                  </a:cubicBezTo>
                  <a:lnTo>
                    <a:pt x="22" y="327"/>
                  </a:lnTo>
                  <a:cubicBezTo>
                    <a:pt x="41" y="402"/>
                    <a:pt x="109" y="462"/>
                    <a:pt x="184" y="462"/>
                  </a:cubicBezTo>
                  <a:cubicBezTo>
                    <a:pt x="195" y="462"/>
                    <a:pt x="206" y="460"/>
                    <a:pt x="218" y="457"/>
                  </a:cubicBezTo>
                  <a:lnTo>
                    <a:pt x="936" y="349"/>
                  </a:lnTo>
                  <a:cubicBezTo>
                    <a:pt x="1023" y="327"/>
                    <a:pt x="1088" y="240"/>
                    <a:pt x="1066" y="153"/>
                  </a:cubicBezTo>
                  <a:cubicBezTo>
                    <a:pt x="1066" y="44"/>
                    <a:pt x="979" y="1"/>
                    <a:pt x="87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4" name="Google Shape;564;g39181ba8852_1_534"/>
            <p:cNvSpPr/>
            <p:nvPr/>
          </p:nvSpPr>
          <p:spPr>
            <a:xfrm>
              <a:off x="404233" y="3026059"/>
              <a:ext cx="83143" cy="36000"/>
            </a:xfrm>
            <a:custGeom>
              <a:rect b="b" l="l" r="r" t="t"/>
              <a:pathLst>
                <a:path extrusionOk="0" h="462" w="1067">
                  <a:moveTo>
                    <a:pt x="905" y="1"/>
                  </a:moveTo>
                  <a:cubicBezTo>
                    <a:pt x="894" y="1"/>
                    <a:pt x="882" y="2"/>
                    <a:pt x="871" y="5"/>
                  </a:cubicBezTo>
                  <a:lnTo>
                    <a:pt x="153" y="114"/>
                  </a:lnTo>
                  <a:cubicBezTo>
                    <a:pt x="44" y="135"/>
                    <a:pt x="0" y="223"/>
                    <a:pt x="0" y="310"/>
                  </a:cubicBezTo>
                  <a:cubicBezTo>
                    <a:pt x="22" y="418"/>
                    <a:pt x="109" y="462"/>
                    <a:pt x="196" y="462"/>
                  </a:cubicBezTo>
                  <a:lnTo>
                    <a:pt x="914" y="331"/>
                  </a:lnTo>
                  <a:cubicBezTo>
                    <a:pt x="1001" y="331"/>
                    <a:pt x="1067" y="244"/>
                    <a:pt x="1067" y="135"/>
                  </a:cubicBezTo>
                  <a:cubicBezTo>
                    <a:pt x="1048" y="60"/>
                    <a:pt x="980"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5" name="Google Shape;565;g39181ba8852_1_534"/>
            <p:cNvSpPr/>
            <p:nvPr/>
          </p:nvSpPr>
          <p:spPr>
            <a:xfrm>
              <a:off x="399169" y="3004008"/>
              <a:ext cx="83143" cy="34676"/>
            </a:xfrm>
            <a:custGeom>
              <a:rect b="b" l="l" r="r" t="t"/>
              <a:pathLst>
                <a:path extrusionOk="0" h="445" w="1067">
                  <a:moveTo>
                    <a:pt x="905" y="1"/>
                  </a:moveTo>
                  <a:cubicBezTo>
                    <a:pt x="893" y="1"/>
                    <a:pt x="882" y="2"/>
                    <a:pt x="870" y="5"/>
                  </a:cubicBezTo>
                  <a:lnTo>
                    <a:pt x="152" y="114"/>
                  </a:lnTo>
                  <a:cubicBezTo>
                    <a:pt x="44" y="114"/>
                    <a:pt x="0" y="223"/>
                    <a:pt x="0" y="310"/>
                  </a:cubicBezTo>
                  <a:cubicBezTo>
                    <a:pt x="19" y="385"/>
                    <a:pt x="87" y="444"/>
                    <a:pt x="162" y="444"/>
                  </a:cubicBezTo>
                  <a:cubicBezTo>
                    <a:pt x="173" y="444"/>
                    <a:pt x="185" y="443"/>
                    <a:pt x="196" y="440"/>
                  </a:cubicBezTo>
                  <a:lnTo>
                    <a:pt x="914" y="331"/>
                  </a:lnTo>
                  <a:cubicBezTo>
                    <a:pt x="1001" y="310"/>
                    <a:pt x="1066" y="223"/>
                    <a:pt x="1066" y="136"/>
                  </a:cubicBezTo>
                  <a:cubicBezTo>
                    <a:pt x="1047" y="60"/>
                    <a:pt x="979"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6" name="Google Shape;566;g39181ba8852_1_534"/>
            <p:cNvSpPr/>
            <p:nvPr/>
          </p:nvSpPr>
          <p:spPr>
            <a:xfrm>
              <a:off x="287276" y="3003228"/>
              <a:ext cx="193326" cy="127871"/>
            </a:xfrm>
            <a:custGeom>
              <a:rect b="b" l="l" r="r" t="t"/>
              <a:pathLst>
                <a:path extrusionOk="0" h="1641" w="2481">
                  <a:moveTo>
                    <a:pt x="1777" y="1"/>
                  </a:moveTo>
                  <a:cubicBezTo>
                    <a:pt x="1555" y="1"/>
                    <a:pt x="1334" y="9"/>
                    <a:pt x="1240" y="37"/>
                  </a:cubicBezTo>
                  <a:cubicBezTo>
                    <a:pt x="1001" y="124"/>
                    <a:pt x="0" y="777"/>
                    <a:pt x="0" y="777"/>
                  </a:cubicBezTo>
                  <a:lnTo>
                    <a:pt x="653" y="1603"/>
                  </a:lnTo>
                  <a:cubicBezTo>
                    <a:pt x="653" y="1603"/>
                    <a:pt x="861" y="1640"/>
                    <a:pt x="1121" y="1640"/>
                  </a:cubicBezTo>
                  <a:cubicBezTo>
                    <a:pt x="1208" y="1640"/>
                    <a:pt x="1300" y="1636"/>
                    <a:pt x="1393" y="1625"/>
                  </a:cubicBezTo>
                  <a:cubicBezTo>
                    <a:pt x="1763" y="1582"/>
                    <a:pt x="2481" y="1255"/>
                    <a:pt x="2481" y="1255"/>
                  </a:cubicBezTo>
                  <a:cubicBezTo>
                    <a:pt x="2481" y="1255"/>
                    <a:pt x="2263" y="755"/>
                    <a:pt x="2219" y="559"/>
                  </a:cubicBezTo>
                  <a:cubicBezTo>
                    <a:pt x="2154" y="363"/>
                    <a:pt x="2372" y="15"/>
                    <a:pt x="2372" y="15"/>
                  </a:cubicBezTo>
                  <a:cubicBezTo>
                    <a:pt x="2372" y="15"/>
                    <a:pt x="2073" y="1"/>
                    <a:pt x="177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7" name="Google Shape;567;g39181ba8852_1_534"/>
            <p:cNvSpPr/>
            <p:nvPr/>
          </p:nvSpPr>
          <p:spPr>
            <a:xfrm>
              <a:off x="261796" y="3024735"/>
              <a:ext cx="103481" cy="127247"/>
            </a:xfrm>
            <a:custGeom>
              <a:rect b="b" l="l" r="r" t="t"/>
              <a:pathLst>
                <a:path extrusionOk="0" h="1633" w="1328">
                  <a:moveTo>
                    <a:pt x="871" y="0"/>
                  </a:moveTo>
                  <a:lnTo>
                    <a:pt x="1" y="283"/>
                  </a:lnTo>
                  <a:lnTo>
                    <a:pt x="436" y="1632"/>
                  </a:lnTo>
                  <a:lnTo>
                    <a:pt x="1328" y="1327"/>
                  </a:lnTo>
                  <a:lnTo>
                    <a:pt x="871"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8" name="Google Shape;568;g39181ba8852_1_534"/>
            <p:cNvSpPr/>
            <p:nvPr/>
          </p:nvSpPr>
          <p:spPr>
            <a:xfrm>
              <a:off x="263510" y="3116526"/>
              <a:ext cx="371379" cy="233767"/>
            </a:xfrm>
            <a:custGeom>
              <a:rect b="b" l="l" r="r" t="t"/>
              <a:pathLst>
                <a:path extrusionOk="0" h="3000" w="4766">
                  <a:moveTo>
                    <a:pt x="3897" y="0"/>
                  </a:moveTo>
                  <a:cubicBezTo>
                    <a:pt x="3372" y="0"/>
                    <a:pt x="2639" y="458"/>
                    <a:pt x="2155" y="737"/>
                  </a:cubicBezTo>
                  <a:cubicBezTo>
                    <a:pt x="1437" y="1150"/>
                    <a:pt x="0" y="2086"/>
                    <a:pt x="0" y="2086"/>
                  </a:cubicBezTo>
                  <a:lnTo>
                    <a:pt x="392" y="3000"/>
                  </a:lnTo>
                  <a:cubicBezTo>
                    <a:pt x="392" y="3000"/>
                    <a:pt x="2611" y="2565"/>
                    <a:pt x="3830" y="2021"/>
                  </a:cubicBezTo>
                  <a:cubicBezTo>
                    <a:pt x="4026" y="1912"/>
                    <a:pt x="4766" y="1281"/>
                    <a:pt x="4461" y="389"/>
                  </a:cubicBezTo>
                  <a:cubicBezTo>
                    <a:pt x="4355" y="106"/>
                    <a:pt x="4150" y="0"/>
                    <a:pt x="3897"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69" name="Google Shape;569;g39181ba8852_1_534"/>
            <p:cNvSpPr/>
            <p:nvPr/>
          </p:nvSpPr>
          <p:spPr>
            <a:xfrm>
              <a:off x="139773" y="3357381"/>
              <a:ext cx="81429" cy="48546"/>
            </a:xfrm>
            <a:custGeom>
              <a:rect b="b" l="l" r="r" t="t"/>
              <a:pathLst>
                <a:path extrusionOk="0" h="623" w="1045">
                  <a:moveTo>
                    <a:pt x="856" y="0"/>
                  </a:moveTo>
                  <a:cubicBezTo>
                    <a:pt x="832" y="0"/>
                    <a:pt x="807" y="6"/>
                    <a:pt x="783" y="18"/>
                  </a:cubicBezTo>
                  <a:lnTo>
                    <a:pt x="109" y="300"/>
                  </a:lnTo>
                  <a:cubicBezTo>
                    <a:pt x="44" y="344"/>
                    <a:pt x="0" y="431"/>
                    <a:pt x="22" y="518"/>
                  </a:cubicBezTo>
                  <a:cubicBezTo>
                    <a:pt x="54" y="582"/>
                    <a:pt x="121" y="622"/>
                    <a:pt x="188" y="622"/>
                  </a:cubicBezTo>
                  <a:cubicBezTo>
                    <a:pt x="213" y="622"/>
                    <a:pt x="238" y="617"/>
                    <a:pt x="261" y="605"/>
                  </a:cubicBezTo>
                  <a:lnTo>
                    <a:pt x="914" y="322"/>
                  </a:lnTo>
                  <a:cubicBezTo>
                    <a:pt x="1001" y="279"/>
                    <a:pt x="1045" y="192"/>
                    <a:pt x="1001" y="105"/>
                  </a:cubicBezTo>
                  <a:cubicBezTo>
                    <a:pt x="985" y="41"/>
                    <a:pt x="923" y="0"/>
                    <a:pt x="856"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0" name="Google Shape;570;g39181ba8852_1_534"/>
            <p:cNvSpPr/>
            <p:nvPr/>
          </p:nvSpPr>
          <p:spPr>
            <a:xfrm>
              <a:off x="127851" y="3335329"/>
              <a:ext cx="81507" cy="49481"/>
            </a:xfrm>
            <a:custGeom>
              <a:rect b="b" l="l" r="r" t="t"/>
              <a:pathLst>
                <a:path extrusionOk="0" h="635" w="1046">
                  <a:moveTo>
                    <a:pt x="853" y="1"/>
                  </a:moveTo>
                  <a:cubicBezTo>
                    <a:pt x="831" y="1"/>
                    <a:pt x="807" y="6"/>
                    <a:pt x="784" y="18"/>
                  </a:cubicBezTo>
                  <a:lnTo>
                    <a:pt x="110" y="301"/>
                  </a:lnTo>
                  <a:cubicBezTo>
                    <a:pt x="23" y="344"/>
                    <a:pt x="1" y="453"/>
                    <a:pt x="23" y="540"/>
                  </a:cubicBezTo>
                  <a:cubicBezTo>
                    <a:pt x="56" y="606"/>
                    <a:pt x="127" y="635"/>
                    <a:pt x="198" y="635"/>
                  </a:cubicBezTo>
                  <a:cubicBezTo>
                    <a:pt x="220" y="635"/>
                    <a:pt x="241" y="632"/>
                    <a:pt x="262" y="627"/>
                  </a:cubicBezTo>
                  <a:lnTo>
                    <a:pt x="915" y="322"/>
                  </a:lnTo>
                  <a:cubicBezTo>
                    <a:pt x="1002" y="301"/>
                    <a:pt x="1045" y="192"/>
                    <a:pt x="1002" y="105"/>
                  </a:cubicBezTo>
                  <a:cubicBezTo>
                    <a:pt x="970" y="41"/>
                    <a:pt x="915"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1" name="Google Shape;571;g39181ba8852_1_534"/>
            <p:cNvSpPr/>
            <p:nvPr/>
          </p:nvSpPr>
          <p:spPr>
            <a:xfrm>
              <a:off x="116008" y="3313278"/>
              <a:ext cx="83143" cy="50260"/>
            </a:xfrm>
            <a:custGeom>
              <a:rect b="b" l="l" r="r" t="t"/>
              <a:pathLst>
                <a:path extrusionOk="0" h="645" w="1067">
                  <a:moveTo>
                    <a:pt x="875" y="1"/>
                  </a:moveTo>
                  <a:cubicBezTo>
                    <a:pt x="852" y="1"/>
                    <a:pt x="829" y="6"/>
                    <a:pt x="806" y="18"/>
                  </a:cubicBezTo>
                  <a:lnTo>
                    <a:pt x="131" y="301"/>
                  </a:lnTo>
                  <a:cubicBezTo>
                    <a:pt x="44" y="344"/>
                    <a:pt x="1" y="453"/>
                    <a:pt x="44" y="540"/>
                  </a:cubicBezTo>
                  <a:cubicBezTo>
                    <a:pt x="76" y="604"/>
                    <a:pt x="143" y="644"/>
                    <a:pt x="202" y="644"/>
                  </a:cubicBezTo>
                  <a:cubicBezTo>
                    <a:pt x="224" y="644"/>
                    <a:pt x="244" y="639"/>
                    <a:pt x="262" y="627"/>
                  </a:cubicBezTo>
                  <a:lnTo>
                    <a:pt x="936" y="322"/>
                  </a:lnTo>
                  <a:cubicBezTo>
                    <a:pt x="1023" y="301"/>
                    <a:pt x="1067" y="192"/>
                    <a:pt x="1023" y="105"/>
                  </a:cubicBezTo>
                  <a:cubicBezTo>
                    <a:pt x="991" y="41"/>
                    <a:pt x="936" y="1"/>
                    <a:pt x="87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2" name="Google Shape;572;g39181ba8852_1_534"/>
            <p:cNvSpPr/>
            <p:nvPr/>
          </p:nvSpPr>
          <p:spPr>
            <a:xfrm>
              <a:off x="109229" y="3291226"/>
              <a:ext cx="81429" cy="50260"/>
            </a:xfrm>
            <a:custGeom>
              <a:rect b="b" l="l" r="r" t="t"/>
              <a:pathLst>
                <a:path extrusionOk="0" h="645" w="1045">
                  <a:moveTo>
                    <a:pt x="853" y="1"/>
                  </a:moveTo>
                  <a:cubicBezTo>
                    <a:pt x="830" y="1"/>
                    <a:pt x="807" y="6"/>
                    <a:pt x="784" y="18"/>
                  </a:cubicBezTo>
                  <a:lnTo>
                    <a:pt x="109" y="301"/>
                  </a:lnTo>
                  <a:cubicBezTo>
                    <a:pt x="22" y="344"/>
                    <a:pt x="1" y="453"/>
                    <a:pt x="22" y="540"/>
                  </a:cubicBezTo>
                  <a:cubicBezTo>
                    <a:pt x="54" y="604"/>
                    <a:pt x="121" y="644"/>
                    <a:pt x="189" y="644"/>
                  </a:cubicBezTo>
                  <a:cubicBezTo>
                    <a:pt x="213" y="644"/>
                    <a:pt x="238" y="639"/>
                    <a:pt x="262" y="627"/>
                  </a:cubicBezTo>
                  <a:lnTo>
                    <a:pt x="914" y="323"/>
                  </a:lnTo>
                  <a:cubicBezTo>
                    <a:pt x="1001" y="301"/>
                    <a:pt x="1045" y="192"/>
                    <a:pt x="1001" y="105"/>
                  </a:cubicBezTo>
                  <a:cubicBezTo>
                    <a:pt x="970" y="41"/>
                    <a:pt x="914"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3" name="Google Shape;573;g39181ba8852_1_534"/>
            <p:cNvSpPr/>
            <p:nvPr/>
          </p:nvSpPr>
          <p:spPr>
            <a:xfrm>
              <a:off x="114293" y="3268629"/>
              <a:ext cx="186624" cy="135897"/>
            </a:xfrm>
            <a:custGeom>
              <a:rect b="b" l="l" r="r" t="t"/>
              <a:pathLst>
                <a:path extrusionOk="0" h="1744" w="2395">
                  <a:moveTo>
                    <a:pt x="2076" y="1"/>
                  </a:moveTo>
                  <a:cubicBezTo>
                    <a:pt x="1705" y="1"/>
                    <a:pt x="1125" y="11"/>
                    <a:pt x="980" y="69"/>
                  </a:cubicBezTo>
                  <a:cubicBezTo>
                    <a:pt x="741" y="134"/>
                    <a:pt x="1" y="656"/>
                    <a:pt x="1" y="656"/>
                  </a:cubicBezTo>
                  <a:cubicBezTo>
                    <a:pt x="1" y="656"/>
                    <a:pt x="371" y="808"/>
                    <a:pt x="436" y="1026"/>
                  </a:cubicBezTo>
                  <a:cubicBezTo>
                    <a:pt x="479" y="1222"/>
                    <a:pt x="588" y="1744"/>
                    <a:pt x="588" y="1744"/>
                  </a:cubicBezTo>
                  <a:cubicBezTo>
                    <a:pt x="588" y="1744"/>
                    <a:pt x="1372" y="1635"/>
                    <a:pt x="1698" y="1461"/>
                  </a:cubicBezTo>
                  <a:cubicBezTo>
                    <a:pt x="2024" y="1287"/>
                    <a:pt x="2307" y="1048"/>
                    <a:pt x="2307" y="1048"/>
                  </a:cubicBezTo>
                  <a:lnTo>
                    <a:pt x="2394" y="3"/>
                  </a:lnTo>
                  <a:cubicBezTo>
                    <a:pt x="2394" y="3"/>
                    <a:pt x="2261" y="1"/>
                    <a:pt x="2076"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4" name="Google Shape;574;g39181ba8852_1_534"/>
            <p:cNvSpPr/>
            <p:nvPr/>
          </p:nvSpPr>
          <p:spPr>
            <a:xfrm>
              <a:off x="239744" y="3240032"/>
              <a:ext cx="105195" cy="127247"/>
            </a:xfrm>
            <a:custGeom>
              <a:rect b="b" l="l" r="r" t="t"/>
              <a:pathLst>
                <a:path extrusionOk="0" h="1633" w="1350">
                  <a:moveTo>
                    <a:pt x="893" y="0"/>
                  </a:moveTo>
                  <a:lnTo>
                    <a:pt x="1" y="305"/>
                  </a:lnTo>
                  <a:lnTo>
                    <a:pt x="458" y="1632"/>
                  </a:lnTo>
                  <a:lnTo>
                    <a:pt x="1350" y="1328"/>
                  </a:lnTo>
                  <a:lnTo>
                    <a:pt x="893"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ubrik och innehåll" type="obj">
  <p:cSld name="OBJECT">
    <p:spTree>
      <p:nvGrpSpPr>
        <p:cNvPr id="575" name="Shape 575"/>
        <p:cNvGrpSpPr/>
        <p:nvPr/>
      </p:nvGrpSpPr>
      <p:grpSpPr>
        <a:xfrm>
          <a:off x="0" y="0"/>
          <a:ext cx="0" cy="0"/>
          <a:chOff x="0" y="0"/>
          <a:chExt cx="0" cy="0"/>
        </a:xfrm>
      </p:grpSpPr>
      <p:sp>
        <p:nvSpPr>
          <p:cNvPr id="576" name="Google Shape;576;g39181ba8852_1_6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577" name="Google Shape;577;g39181ba8852_1_62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2100"/>
              </a:spcBef>
              <a:spcAft>
                <a:spcPts val="0"/>
              </a:spcAft>
              <a:buClr>
                <a:schemeClr val="dk1"/>
              </a:buClr>
              <a:buSzPts val="1800"/>
              <a:buChar char="○"/>
              <a:defRPr/>
            </a:lvl2pPr>
            <a:lvl3pPr indent="-342900" lvl="2" marL="1371600" algn="l">
              <a:lnSpc>
                <a:spcPct val="90000"/>
              </a:lnSpc>
              <a:spcBef>
                <a:spcPts val="2100"/>
              </a:spcBef>
              <a:spcAft>
                <a:spcPts val="0"/>
              </a:spcAft>
              <a:buClr>
                <a:schemeClr val="dk1"/>
              </a:buClr>
              <a:buSzPts val="1800"/>
              <a:buChar char="■"/>
              <a:defRPr/>
            </a:lvl3pPr>
            <a:lvl4pPr indent="-342900" lvl="3" marL="1828800" algn="l">
              <a:lnSpc>
                <a:spcPct val="90000"/>
              </a:lnSpc>
              <a:spcBef>
                <a:spcPts val="2100"/>
              </a:spcBef>
              <a:spcAft>
                <a:spcPts val="0"/>
              </a:spcAft>
              <a:buClr>
                <a:schemeClr val="dk1"/>
              </a:buClr>
              <a:buSzPts val="1800"/>
              <a:buChar char="●"/>
              <a:defRPr/>
            </a:lvl4pPr>
            <a:lvl5pPr indent="-342900" lvl="4" marL="2286000" algn="l">
              <a:lnSpc>
                <a:spcPct val="90000"/>
              </a:lnSpc>
              <a:spcBef>
                <a:spcPts val="2100"/>
              </a:spcBef>
              <a:spcAft>
                <a:spcPts val="0"/>
              </a:spcAft>
              <a:buClr>
                <a:schemeClr val="dk1"/>
              </a:buClr>
              <a:buSzPts val="1800"/>
              <a:buChar char="○"/>
              <a:defRPr/>
            </a:lvl5pPr>
            <a:lvl6pPr indent="-342900" lvl="5" marL="2743200" algn="l">
              <a:lnSpc>
                <a:spcPct val="90000"/>
              </a:lnSpc>
              <a:spcBef>
                <a:spcPts val="2100"/>
              </a:spcBef>
              <a:spcAft>
                <a:spcPts val="0"/>
              </a:spcAft>
              <a:buClr>
                <a:schemeClr val="dk1"/>
              </a:buClr>
              <a:buSzPts val="1800"/>
              <a:buChar char="■"/>
              <a:defRPr/>
            </a:lvl6pPr>
            <a:lvl7pPr indent="-342900" lvl="6" marL="3200400" algn="l">
              <a:lnSpc>
                <a:spcPct val="90000"/>
              </a:lnSpc>
              <a:spcBef>
                <a:spcPts val="2100"/>
              </a:spcBef>
              <a:spcAft>
                <a:spcPts val="0"/>
              </a:spcAft>
              <a:buClr>
                <a:schemeClr val="dk1"/>
              </a:buClr>
              <a:buSzPts val="1800"/>
              <a:buChar char="●"/>
              <a:defRPr/>
            </a:lvl7pPr>
            <a:lvl8pPr indent="-342900" lvl="7" marL="3657600" algn="l">
              <a:lnSpc>
                <a:spcPct val="90000"/>
              </a:lnSpc>
              <a:spcBef>
                <a:spcPts val="2100"/>
              </a:spcBef>
              <a:spcAft>
                <a:spcPts val="0"/>
              </a:spcAft>
              <a:buClr>
                <a:schemeClr val="dk1"/>
              </a:buClr>
              <a:buSzPts val="1800"/>
              <a:buChar char="○"/>
              <a:defRPr/>
            </a:lvl8pPr>
            <a:lvl9pPr indent="-342900" lvl="8" marL="4114800" algn="l">
              <a:lnSpc>
                <a:spcPct val="90000"/>
              </a:lnSpc>
              <a:spcBef>
                <a:spcPts val="2100"/>
              </a:spcBef>
              <a:spcAft>
                <a:spcPts val="2100"/>
              </a:spcAft>
              <a:buClr>
                <a:schemeClr val="dk1"/>
              </a:buClr>
              <a:buSzPts val="1800"/>
              <a:buChar char="■"/>
              <a:defRPr/>
            </a:lvl9pPr>
          </a:lstStyle>
          <a:p/>
        </p:txBody>
      </p:sp>
      <p:sp>
        <p:nvSpPr>
          <p:cNvPr id="578" name="Google Shape;578;g39181ba8852_1_621"/>
          <p:cNvSpPr txBox="1"/>
          <p:nvPr>
            <p:ph idx="10" type="dt"/>
          </p:nvPr>
        </p:nvSpPr>
        <p:spPr>
          <a:xfrm>
            <a:off x="838200" y="6356350"/>
            <a:ext cx="27432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9" name="Google Shape;579;g39181ba8852_1_621"/>
          <p:cNvSpPr txBox="1"/>
          <p:nvPr>
            <p:ph idx="11" type="ftr"/>
          </p:nvPr>
        </p:nvSpPr>
        <p:spPr>
          <a:xfrm>
            <a:off x="4038600" y="6356350"/>
            <a:ext cx="41148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0" name="Google Shape;580;g39181ba8852_1_621"/>
          <p:cNvSpPr txBox="1"/>
          <p:nvPr>
            <p:ph idx="12" type="sldNum"/>
          </p:nvPr>
        </p:nvSpPr>
        <p:spPr>
          <a:xfrm>
            <a:off x="8610600" y="6356350"/>
            <a:ext cx="27432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84" name="Shape 584"/>
        <p:cNvGrpSpPr/>
        <p:nvPr/>
      </p:nvGrpSpPr>
      <p:grpSpPr>
        <a:xfrm>
          <a:off x="0" y="0"/>
          <a:ext cx="0" cy="0"/>
          <a:chOff x="0" y="0"/>
          <a:chExt cx="0" cy="0"/>
        </a:xfrm>
      </p:grpSpPr>
      <p:sp>
        <p:nvSpPr>
          <p:cNvPr id="585" name="Google Shape;585;g39181ba8852_1_1595"/>
          <p:cNvSpPr txBox="1"/>
          <p:nvPr>
            <p:ph type="ctrTitle"/>
          </p:nvPr>
        </p:nvSpPr>
        <p:spPr>
          <a:xfrm>
            <a:off x="1369567" y="862000"/>
            <a:ext cx="9452700" cy="1878300"/>
          </a:xfrm>
          <a:prstGeom prst="rect">
            <a:avLst/>
          </a:prstGeom>
        </p:spPr>
        <p:txBody>
          <a:bodyPr anchorCtr="0" anchor="b" bIns="121900" lIns="121900" spcFirstLastPara="1" rIns="121900" wrap="square" tIns="121900">
            <a:noAutofit/>
          </a:bodyPr>
          <a:lstStyle>
            <a:lvl1pPr lvl="0" algn="ctr">
              <a:lnSpc>
                <a:spcPct val="80000"/>
              </a:lnSpc>
              <a:spcBef>
                <a:spcPts val="0"/>
              </a:spcBef>
              <a:spcAft>
                <a:spcPts val="0"/>
              </a:spcAft>
              <a:buClr>
                <a:srgbClr val="191919"/>
              </a:buClr>
              <a:buSzPts val="6900"/>
              <a:buNone/>
              <a:defRPr sz="6400"/>
            </a:lvl1pPr>
            <a:lvl2pPr lvl="1" algn="ctr">
              <a:spcBef>
                <a:spcPts val="0"/>
              </a:spcBef>
              <a:spcAft>
                <a:spcPts val="0"/>
              </a:spcAft>
              <a:buClr>
                <a:srgbClr val="191919"/>
              </a:buClr>
              <a:buSzPts val="6900"/>
              <a:buNone/>
              <a:defRPr sz="6900">
                <a:solidFill>
                  <a:srgbClr val="191919"/>
                </a:solidFill>
              </a:defRPr>
            </a:lvl2pPr>
            <a:lvl3pPr lvl="2" algn="ctr">
              <a:spcBef>
                <a:spcPts val="0"/>
              </a:spcBef>
              <a:spcAft>
                <a:spcPts val="0"/>
              </a:spcAft>
              <a:buClr>
                <a:srgbClr val="191919"/>
              </a:buClr>
              <a:buSzPts val="6900"/>
              <a:buNone/>
              <a:defRPr sz="6900">
                <a:solidFill>
                  <a:srgbClr val="191919"/>
                </a:solidFill>
              </a:defRPr>
            </a:lvl3pPr>
            <a:lvl4pPr lvl="3" algn="ctr">
              <a:spcBef>
                <a:spcPts val="0"/>
              </a:spcBef>
              <a:spcAft>
                <a:spcPts val="0"/>
              </a:spcAft>
              <a:buClr>
                <a:srgbClr val="191919"/>
              </a:buClr>
              <a:buSzPts val="6900"/>
              <a:buNone/>
              <a:defRPr sz="6900">
                <a:solidFill>
                  <a:srgbClr val="191919"/>
                </a:solidFill>
              </a:defRPr>
            </a:lvl4pPr>
            <a:lvl5pPr lvl="4" algn="ctr">
              <a:spcBef>
                <a:spcPts val="0"/>
              </a:spcBef>
              <a:spcAft>
                <a:spcPts val="0"/>
              </a:spcAft>
              <a:buClr>
                <a:srgbClr val="191919"/>
              </a:buClr>
              <a:buSzPts val="6900"/>
              <a:buNone/>
              <a:defRPr sz="6900">
                <a:solidFill>
                  <a:srgbClr val="191919"/>
                </a:solidFill>
              </a:defRPr>
            </a:lvl5pPr>
            <a:lvl6pPr lvl="5" algn="ctr">
              <a:spcBef>
                <a:spcPts val="0"/>
              </a:spcBef>
              <a:spcAft>
                <a:spcPts val="0"/>
              </a:spcAft>
              <a:buClr>
                <a:srgbClr val="191919"/>
              </a:buClr>
              <a:buSzPts val="6900"/>
              <a:buNone/>
              <a:defRPr sz="6900">
                <a:solidFill>
                  <a:srgbClr val="191919"/>
                </a:solidFill>
              </a:defRPr>
            </a:lvl6pPr>
            <a:lvl7pPr lvl="6" algn="ctr">
              <a:spcBef>
                <a:spcPts val="0"/>
              </a:spcBef>
              <a:spcAft>
                <a:spcPts val="0"/>
              </a:spcAft>
              <a:buClr>
                <a:srgbClr val="191919"/>
              </a:buClr>
              <a:buSzPts val="6900"/>
              <a:buNone/>
              <a:defRPr sz="6900">
                <a:solidFill>
                  <a:srgbClr val="191919"/>
                </a:solidFill>
              </a:defRPr>
            </a:lvl7pPr>
            <a:lvl8pPr lvl="7" algn="ctr">
              <a:spcBef>
                <a:spcPts val="0"/>
              </a:spcBef>
              <a:spcAft>
                <a:spcPts val="0"/>
              </a:spcAft>
              <a:buClr>
                <a:srgbClr val="191919"/>
              </a:buClr>
              <a:buSzPts val="6900"/>
              <a:buNone/>
              <a:defRPr sz="6900">
                <a:solidFill>
                  <a:srgbClr val="191919"/>
                </a:solidFill>
              </a:defRPr>
            </a:lvl8pPr>
            <a:lvl9pPr lvl="8" algn="ctr">
              <a:spcBef>
                <a:spcPts val="0"/>
              </a:spcBef>
              <a:spcAft>
                <a:spcPts val="0"/>
              </a:spcAft>
              <a:buClr>
                <a:srgbClr val="191919"/>
              </a:buClr>
              <a:buSzPts val="6900"/>
              <a:buNone/>
              <a:defRPr sz="6900">
                <a:solidFill>
                  <a:srgbClr val="191919"/>
                </a:solidFill>
              </a:defRPr>
            </a:lvl9pPr>
          </a:lstStyle>
          <a:p/>
        </p:txBody>
      </p:sp>
      <p:sp>
        <p:nvSpPr>
          <p:cNvPr id="586" name="Google Shape;586;g39181ba8852_1_1595"/>
          <p:cNvSpPr txBox="1"/>
          <p:nvPr>
            <p:ph idx="1" type="subTitle"/>
          </p:nvPr>
        </p:nvSpPr>
        <p:spPr>
          <a:xfrm>
            <a:off x="3076833" y="2794600"/>
            <a:ext cx="6038400" cy="6345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SzPts val="1600"/>
              <a:buNone/>
              <a:defRPr sz="2100">
                <a:solidFill>
                  <a:schemeClr val="dk1"/>
                </a:solidFill>
              </a:defRPr>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587" name="Google Shape;587;g39181ba8852_1_1595"/>
          <p:cNvSpPr/>
          <p:nvPr/>
        </p:nvSpPr>
        <p:spPr>
          <a:xfrm>
            <a:off x="-33" y="6138667"/>
            <a:ext cx="12191955" cy="776384"/>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8" name="Shape 588"/>
        <p:cNvGrpSpPr/>
        <p:nvPr/>
      </p:nvGrpSpPr>
      <p:grpSpPr>
        <a:xfrm>
          <a:off x="0" y="0"/>
          <a:ext cx="0" cy="0"/>
          <a:chOff x="0" y="0"/>
          <a:chExt cx="0" cy="0"/>
        </a:xfrm>
      </p:grpSpPr>
      <p:sp>
        <p:nvSpPr>
          <p:cNvPr id="589" name="Google Shape;589;g39181ba8852_1_1599"/>
          <p:cNvSpPr txBox="1"/>
          <p:nvPr>
            <p:ph type="title"/>
          </p:nvPr>
        </p:nvSpPr>
        <p:spPr>
          <a:xfrm>
            <a:off x="6935800" y="2446633"/>
            <a:ext cx="4024800" cy="1851300"/>
          </a:xfrm>
          <a:prstGeom prst="rect">
            <a:avLst/>
          </a:prstGeom>
        </p:spPr>
        <p:txBody>
          <a:bodyPr anchorCtr="0" anchor="ctr" bIns="121900" lIns="121900" spcFirstLastPara="1" rIns="121900" wrap="square" tIns="121900">
            <a:noAutofit/>
          </a:bodyPr>
          <a:lstStyle>
            <a:lvl1pPr lvl="0">
              <a:spcBef>
                <a:spcPts val="0"/>
              </a:spcBef>
              <a:spcAft>
                <a:spcPts val="0"/>
              </a:spcAft>
              <a:buSzPts val="4800"/>
              <a:buNone/>
              <a:defRPr sz="6700">
                <a:solidFill>
                  <a:schemeClr val="accent1"/>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590" name="Google Shape;590;g39181ba8852_1_1599"/>
          <p:cNvSpPr txBox="1"/>
          <p:nvPr>
            <p:ph hasCustomPrompt="1" idx="2" type="title"/>
          </p:nvPr>
        </p:nvSpPr>
        <p:spPr>
          <a:xfrm>
            <a:off x="6935800" y="1248033"/>
            <a:ext cx="1931100" cy="1122300"/>
          </a:xfrm>
          <a:prstGeom prst="rect">
            <a:avLst/>
          </a:prstGeom>
          <a:noFill/>
        </p:spPr>
        <p:txBody>
          <a:bodyPr anchorCtr="0" anchor="ctr" bIns="121900" lIns="121900" spcFirstLastPara="1" rIns="121900" wrap="square" tIns="121900">
            <a:noAutofit/>
          </a:bodyPr>
          <a:lstStyle>
            <a:lvl1pPr lvl="0">
              <a:spcBef>
                <a:spcPts val="0"/>
              </a:spcBef>
              <a:spcAft>
                <a:spcPts val="0"/>
              </a:spcAft>
              <a:buClr>
                <a:schemeClr val="lt1"/>
              </a:buClr>
              <a:buSzPts val="8000"/>
              <a:buNone/>
              <a:defRPr sz="8000"/>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591" name="Google Shape;591;g39181ba8852_1_1599"/>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92" name="Shape 592"/>
        <p:cNvGrpSpPr/>
        <p:nvPr/>
      </p:nvGrpSpPr>
      <p:grpSpPr>
        <a:xfrm>
          <a:off x="0" y="0"/>
          <a:ext cx="0" cy="0"/>
          <a:chOff x="0" y="0"/>
          <a:chExt cx="0" cy="0"/>
        </a:xfrm>
      </p:grpSpPr>
      <p:sp>
        <p:nvSpPr>
          <p:cNvPr id="593" name="Google Shape;593;g39181ba8852_1_1603"/>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594" name="Google Shape;594;g39181ba8852_1_1603"/>
          <p:cNvSpPr txBox="1"/>
          <p:nvPr>
            <p:ph idx="1" type="body"/>
          </p:nvPr>
        </p:nvSpPr>
        <p:spPr>
          <a:xfrm>
            <a:off x="960000" y="2277700"/>
            <a:ext cx="10272000" cy="3591900"/>
          </a:xfrm>
          <a:prstGeom prst="rect">
            <a:avLst/>
          </a:prstGeom>
        </p:spPr>
        <p:txBody>
          <a:bodyPr anchorCtr="0" anchor="t" bIns="121900" lIns="121900" spcFirstLastPara="1" rIns="121900" wrap="square" tIns="121900">
            <a:noAutofit/>
          </a:bodyPr>
          <a:lstStyle>
            <a:lvl1pPr indent="-330200" lvl="0" marL="457200">
              <a:lnSpc>
                <a:spcPct val="100000"/>
              </a:lnSpc>
              <a:spcBef>
                <a:spcPts val="0"/>
              </a:spcBef>
              <a:spcAft>
                <a:spcPts val="0"/>
              </a:spcAft>
              <a:buSzPts val="1600"/>
              <a:buFont typeface="Nunito Light"/>
              <a:buChar char="●"/>
              <a:defRPr/>
            </a:lvl1pPr>
            <a:lvl2pPr indent="-330200" lvl="1" marL="914400">
              <a:lnSpc>
                <a:spcPct val="100000"/>
              </a:lnSpc>
              <a:spcBef>
                <a:spcPts val="0"/>
              </a:spcBef>
              <a:spcAft>
                <a:spcPts val="0"/>
              </a:spcAft>
              <a:buSzPts val="1600"/>
              <a:buFont typeface="Nunito Light"/>
              <a:buChar char="○"/>
              <a:defRPr/>
            </a:lvl2pPr>
            <a:lvl3pPr indent="-330200" lvl="2" marL="1371600">
              <a:lnSpc>
                <a:spcPct val="100000"/>
              </a:lnSpc>
              <a:spcBef>
                <a:spcPts val="0"/>
              </a:spcBef>
              <a:spcAft>
                <a:spcPts val="0"/>
              </a:spcAft>
              <a:buSzPts val="1600"/>
              <a:buFont typeface="Nunito Light"/>
              <a:buChar char="■"/>
              <a:defRPr/>
            </a:lvl3pPr>
            <a:lvl4pPr indent="-330200" lvl="3" marL="1828800">
              <a:lnSpc>
                <a:spcPct val="100000"/>
              </a:lnSpc>
              <a:spcBef>
                <a:spcPts val="0"/>
              </a:spcBef>
              <a:spcAft>
                <a:spcPts val="0"/>
              </a:spcAft>
              <a:buSzPts val="1600"/>
              <a:buFont typeface="Nunito Light"/>
              <a:buChar char="●"/>
              <a:defRPr/>
            </a:lvl4pPr>
            <a:lvl5pPr indent="-330200" lvl="4" marL="2286000">
              <a:lnSpc>
                <a:spcPct val="100000"/>
              </a:lnSpc>
              <a:spcBef>
                <a:spcPts val="0"/>
              </a:spcBef>
              <a:spcAft>
                <a:spcPts val="0"/>
              </a:spcAft>
              <a:buSzPts val="1600"/>
              <a:buFont typeface="Nunito Light"/>
              <a:buChar char="○"/>
              <a:defRPr/>
            </a:lvl5pPr>
            <a:lvl6pPr indent="-330200" lvl="5" marL="2743200">
              <a:lnSpc>
                <a:spcPct val="100000"/>
              </a:lnSpc>
              <a:spcBef>
                <a:spcPts val="0"/>
              </a:spcBef>
              <a:spcAft>
                <a:spcPts val="0"/>
              </a:spcAft>
              <a:buSzPts val="1600"/>
              <a:buFont typeface="Nunito Light"/>
              <a:buChar char="■"/>
              <a:defRPr/>
            </a:lvl6pPr>
            <a:lvl7pPr indent="-330200" lvl="6" marL="3200400">
              <a:lnSpc>
                <a:spcPct val="100000"/>
              </a:lnSpc>
              <a:spcBef>
                <a:spcPts val="0"/>
              </a:spcBef>
              <a:spcAft>
                <a:spcPts val="0"/>
              </a:spcAft>
              <a:buSzPts val="1600"/>
              <a:buFont typeface="Nunito Light"/>
              <a:buChar char="●"/>
              <a:defRPr/>
            </a:lvl7pPr>
            <a:lvl8pPr indent="-330200" lvl="7" marL="3657600">
              <a:lnSpc>
                <a:spcPct val="100000"/>
              </a:lnSpc>
              <a:spcBef>
                <a:spcPts val="0"/>
              </a:spcBef>
              <a:spcAft>
                <a:spcPts val="0"/>
              </a:spcAft>
              <a:buSzPts val="1600"/>
              <a:buFont typeface="Nunito Light"/>
              <a:buChar char="○"/>
              <a:defRPr/>
            </a:lvl8pPr>
            <a:lvl9pPr indent="-330200" lvl="8" marL="4114800">
              <a:lnSpc>
                <a:spcPct val="100000"/>
              </a:lnSpc>
              <a:spcBef>
                <a:spcPts val="0"/>
              </a:spcBef>
              <a:spcAft>
                <a:spcPts val="0"/>
              </a:spcAft>
              <a:buSzPts val="1600"/>
              <a:buFont typeface="Nunito Light"/>
              <a:buChar char="■"/>
              <a:defRPr/>
            </a:lvl9pPr>
          </a:lstStyle>
          <a:p/>
        </p:txBody>
      </p:sp>
      <p:sp>
        <p:nvSpPr>
          <p:cNvPr id="595" name="Google Shape;595;g39181ba8852_1_1603"/>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96" name="Shape 596"/>
        <p:cNvGrpSpPr/>
        <p:nvPr/>
      </p:nvGrpSpPr>
      <p:grpSpPr>
        <a:xfrm>
          <a:off x="0" y="0"/>
          <a:ext cx="0" cy="0"/>
          <a:chOff x="0" y="0"/>
          <a:chExt cx="0" cy="0"/>
        </a:xfrm>
      </p:grpSpPr>
      <p:sp>
        <p:nvSpPr>
          <p:cNvPr id="597" name="Google Shape;597;g39181ba8852_1_1607"/>
          <p:cNvSpPr txBox="1"/>
          <p:nvPr>
            <p:ph type="title"/>
          </p:nvPr>
        </p:nvSpPr>
        <p:spPr>
          <a:xfrm>
            <a:off x="950967" y="593367"/>
            <a:ext cx="102900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598" name="Google Shape;598;g39181ba8852_1_1607"/>
          <p:cNvSpPr txBox="1"/>
          <p:nvPr>
            <p:ph idx="1" type="subTitle"/>
          </p:nvPr>
        </p:nvSpPr>
        <p:spPr>
          <a:xfrm>
            <a:off x="5015865" y="2464665"/>
            <a:ext cx="3340800" cy="23409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b="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599" name="Google Shape;599;g39181ba8852_1_1607"/>
          <p:cNvSpPr txBox="1"/>
          <p:nvPr>
            <p:ph idx="2" type="subTitle"/>
          </p:nvPr>
        </p:nvSpPr>
        <p:spPr>
          <a:xfrm>
            <a:off x="1163200" y="2464665"/>
            <a:ext cx="3340800" cy="23409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b="0"/>
            </a:lvl1pPr>
            <a:lvl2pPr lvl="1" algn="ctr">
              <a:lnSpc>
                <a:spcPct val="100000"/>
              </a:lnSpc>
              <a:spcBef>
                <a:spcPts val="0"/>
              </a:spcBef>
              <a:spcAft>
                <a:spcPts val="0"/>
              </a:spcAft>
              <a:buSzPts val="1600"/>
              <a:buNone/>
              <a:defRPr/>
            </a:lvl2pPr>
            <a:lvl3pPr lvl="2" algn="ctr">
              <a:lnSpc>
                <a:spcPct val="100000"/>
              </a:lnSpc>
              <a:spcBef>
                <a:spcPts val="0"/>
              </a:spcBef>
              <a:spcAft>
                <a:spcPts val="0"/>
              </a:spcAft>
              <a:buSzPts val="1600"/>
              <a:buNone/>
              <a:defRPr/>
            </a:lvl3pPr>
            <a:lvl4pPr lvl="3" algn="ctr">
              <a:lnSpc>
                <a:spcPct val="100000"/>
              </a:lnSpc>
              <a:spcBef>
                <a:spcPts val="0"/>
              </a:spcBef>
              <a:spcAft>
                <a:spcPts val="0"/>
              </a:spcAft>
              <a:buSzPts val="1600"/>
              <a:buNone/>
              <a:defRPr/>
            </a:lvl4pPr>
            <a:lvl5pPr lvl="4" algn="ctr">
              <a:lnSpc>
                <a:spcPct val="100000"/>
              </a:lnSpc>
              <a:spcBef>
                <a:spcPts val="0"/>
              </a:spcBef>
              <a:spcAft>
                <a:spcPts val="0"/>
              </a:spcAft>
              <a:buSzPts val="1600"/>
              <a:buNone/>
              <a:defRPr/>
            </a:lvl5pPr>
            <a:lvl6pPr lvl="5" algn="ctr">
              <a:lnSpc>
                <a:spcPct val="100000"/>
              </a:lnSpc>
              <a:spcBef>
                <a:spcPts val="0"/>
              </a:spcBef>
              <a:spcAft>
                <a:spcPts val="0"/>
              </a:spcAft>
              <a:buSzPts val="1600"/>
              <a:buNone/>
              <a:defRPr/>
            </a:lvl6pPr>
            <a:lvl7pPr lvl="6" algn="ctr">
              <a:lnSpc>
                <a:spcPct val="100000"/>
              </a:lnSpc>
              <a:spcBef>
                <a:spcPts val="0"/>
              </a:spcBef>
              <a:spcAft>
                <a:spcPts val="0"/>
              </a:spcAft>
              <a:buSzPts val="1600"/>
              <a:buNone/>
              <a:defRPr/>
            </a:lvl7pPr>
            <a:lvl8pPr lvl="7" algn="ctr">
              <a:lnSpc>
                <a:spcPct val="100000"/>
              </a:lnSpc>
              <a:spcBef>
                <a:spcPts val="0"/>
              </a:spcBef>
              <a:spcAft>
                <a:spcPts val="0"/>
              </a:spcAft>
              <a:buSzPts val="1600"/>
              <a:buNone/>
              <a:defRPr/>
            </a:lvl8pPr>
            <a:lvl9pPr lvl="8" algn="ctr">
              <a:lnSpc>
                <a:spcPct val="100000"/>
              </a:lnSpc>
              <a:spcBef>
                <a:spcPts val="0"/>
              </a:spcBef>
              <a:spcAft>
                <a:spcPts val="0"/>
              </a:spcAft>
              <a:buSzPts val="1600"/>
              <a:buNone/>
              <a:defRPr/>
            </a:lvl9pPr>
          </a:lstStyle>
          <a:p/>
        </p:txBody>
      </p:sp>
      <p:sp>
        <p:nvSpPr>
          <p:cNvPr id="600" name="Google Shape;600;g39181ba8852_1_1607"/>
          <p:cNvSpPr txBox="1"/>
          <p:nvPr>
            <p:ph idx="3" type="subTitle"/>
          </p:nvPr>
        </p:nvSpPr>
        <p:spPr>
          <a:xfrm>
            <a:off x="1163200" y="1821053"/>
            <a:ext cx="3340800" cy="7452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601" name="Google Shape;601;g39181ba8852_1_1607"/>
          <p:cNvSpPr txBox="1"/>
          <p:nvPr>
            <p:ph idx="4" type="subTitle"/>
          </p:nvPr>
        </p:nvSpPr>
        <p:spPr>
          <a:xfrm>
            <a:off x="5015867" y="1821053"/>
            <a:ext cx="3340800" cy="7452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602" name="Google Shape;602;g39181ba8852_1_1607"/>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3" name="Shape 603"/>
        <p:cNvGrpSpPr/>
        <p:nvPr/>
      </p:nvGrpSpPr>
      <p:grpSpPr>
        <a:xfrm>
          <a:off x="0" y="0"/>
          <a:ext cx="0" cy="0"/>
          <a:chOff x="0" y="0"/>
          <a:chExt cx="0" cy="0"/>
        </a:xfrm>
      </p:grpSpPr>
      <p:sp>
        <p:nvSpPr>
          <p:cNvPr id="604" name="Google Shape;604;g39181ba8852_1_1614"/>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605" name="Google Shape;605;g39181ba8852_1_1614"/>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6" name="Google Shape;606;g39181ba8852_1_1614"/>
          <p:cNvSpPr/>
          <p:nvPr/>
        </p:nvSpPr>
        <p:spPr>
          <a:xfrm>
            <a:off x="107349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7" name="Google Shape;607;g39181ba8852_1_1614"/>
          <p:cNvSpPr/>
          <p:nvPr/>
        </p:nvSpPr>
        <p:spPr>
          <a:xfrm>
            <a:off x="-7709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608" name="Google Shape;608;g39181ba8852_1_1614"/>
          <p:cNvGrpSpPr/>
          <p:nvPr/>
        </p:nvGrpSpPr>
        <p:grpSpPr>
          <a:xfrm>
            <a:off x="11241148" y="3001228"/>
            <a:ext cx="1157665" cy="3856600"/>
            <a:chOff x="-1434450" y="2250977"/>
            <a:chExt cx="868271" cy="2892522"/>
          </a:xfrm>
        </p:grpSpPr>
        <p:sp>
          <p:nvSpPr>
            <p:cNvPr id="609" name="Google Shape;609;g39181ba8852_1_1614"/>
            <p:cNvSpPr/>
            <p:nvPr/>
          </p:nvSpPr>
          <p:spPr>
            <a:xfrm>
              <a:off x="-1301572" y="2770032"/>
              <a:ext cx="359138" cy="275989"/>
            </a:xfrm>
            <a:custGeom>
              <a:rect b="b" l="l" r="r" t="t"/>
              <a:pathLst>
                <a:path extrusionOk="0" h="3479" w="4527">
                  <a:moveTo>
                    <a:pt x="4178" y="0"/>
                  </a:moveTo>
                  <a:cubicBezTo>
                    <a:pt x="4178" y="0"/>
                    <a:pt x="2046" y="1001"/>
                    <a:pt x="1023" y="1654"/>
                  </a:cubicBezTo>
                  <a:cubicBezTo>
                    <a:pt x="23" y="2329"/>
                    <a:pt x="1" y="2742"/>
                    <a:pt x="218" y="3112"/>
                  </a:cubicBezTo>
                  <a:cubicBezTo>
                    <a:pt x="375" y="3377"/>
                    <a:pt x="593" y="3479"/>
                    <a:pt x="839" y="3479"/>
                  </a:cubicBezTo>
                  <a:cubicBezTo>
                    <a:pt x="1480" y="3479"/>
                    <a:pt x="2305" y="2786"/>
                    <a:pt x="2699" y="2503"/>
                  </a:cubicBezTo>
                  <a:cubicBezTo>
                    <a:pt x="3243" y="2133"/>
                    <a:pt x="4527" y="610"/>
                    <a:pt x="4527" y="610"/>
                  </a:cubicBezTo>
                  <a:lnTo>
                    <a:pt x="4178" y="0"/>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0" name="Google Shape;610;g39181ba8852_1_1614"/>
            <p:cNvSpPr/>
            <p:nvPr/>
          </p:nvSpPr>
          <p:spPr>
            <a:xfrm>
              <a:off x="-1325689" y="2782090"/>
              <a:ext cx="367706" cy="285350"/>
            </a:xfrm>
            <a:custGeom>
              <a:rect b="b" l="l" r="r" t="t"/>
              <a:pathLst>
                <a:path extrusionOk="0" h="3597" w="4635">
                  <a:moveTo>
                    <a:pt x="3873" y="1"/>
                  </a:moveTo>
                  <a:cubicBezTo>
                    <a:pt x="3873" y="1"/>
                    <a:pt x="2002" y="893"/>
                    <a:pt x="1001" y="1546"/>
                  </a:cubicBezTo>
                  <a:cubicBezTo>
                    <a:pt x="0" y="2177"/>
                    <a:pt x="44" y="2851"/>
                    <a:pt x="261" y="3221"/>
                  </a:cubicBezTo>
                  <a:cubicBezTo>
                    <a:pt x="416" y="3493"/>
                    <a:pt x="636" y="3596"/>
                    <a:pt x="883" y="3596"/>
                  </a:cubicBezTo>
                  <a:cubicBezTo>
                    <a:pt x="1506" y="3596"/>
                    <a:pt x="2303" y="2942"/>
                    <a:pt x="2676" y="2677"/>
                  </a:cubicBezTo>
                  <a:cubicBezTo>
                    <a:pt x="3220" y="2307"/>
                    <a:pt x="4635" y="1284"/>
                    <a:pt x="4635" y="1284"/>
                  </a:cubicBezTo>
                  <a:lnTo>
                    <a:pt x="3873" y="1"/>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1" name="Google Shape;611;g39181ba8852_1_1614"/>
            <p:cNvSpPr/>
            <p:nvPr/>
          </p:nvSpPr>
          <p:spPr>
            <a:xfrm>
              <a:off x="-987426" y="2766303"/>
              <a:ext cx="129550" cy="74967"/>
            </a:xfrm>
            <a:custGeom>
              <a:rect b="b" l="l" r="r" t="t"/>
              <a:pathLst>
                <a:path extrusionOk="0" h="945" w="1633">
                  <a:moveTo>
                    <a:pt x="562" y="0"/>
                  </a:moveTo>
                  <a:cubicBezTo>
                    <a:pt x="289" y="0"/>
                    <a:pt x="1" y="156"/>
                    <a:pt x="1" y="156"/>
                  </a:cubicBezTo>
                  <a:lnTo>
                    <a:pt x="284" y="809"/>
                  </a:lnTo>
                  <a:cubicBezTo>
                    <a:pt x="284" y="809"/>
                    <a:pt x="1067" y="918"/>
                    <a:pt x="1176" y="939"/>
                  </a:cubicBezTo>
                  <a:cubicBezTo>
                    <a:pt x="1184" y="943"/>
                    <a:pt x="1194" y="944"/>
                    <a:pt x="1205" y="944"/>
                  </a:cubicBezTo>
                  <a:cubicBezTo>
                    <a:pt x="1336" y="944"/>
                    <a:pt x="1633" y="722"/>
                    <a:pt x="1633" y="722"/>
                  </a:cubicBezTo>
                  <a:cubicBezTo>
                    <a:pt x="1633" y="722"/>
                    <a:pt x="1132" y="265"/>
                    <a:pt x="828" y="69"/>
                  </a:cubicBezTo>
                  <a:cubicBezTo>
                    <a:pt x="749" y="19"/>
                    <a:pt x="657" y="0"/>
                    <a:pt x="562"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2" name="Google Shape;612;g39181ba8852_1_1614"/>
            <p:cNvSpPr/>
            <p:nvPr/>
          </p:nvSpPr>
          <p:spPr>
            <a:xfrm>
              <a:off x="-964975" y="2742425"/>
              <a:ext cx="100197" cy="55610"/>
            </a:xfrm>
            <a:custGeom>
              <a:rect b="b" l="l" r="r" t="t"/>
              <a:pathLst>
                <a:path extrusionOk="0" h="701" w="1263">
                  <a:moveTo>
                    <a:pt x="1219" y="0"/>
                  </a:moveTo>
                  <a:cubicBezTo>
                    <a:pt x="1176" y="0"/>
                    <a:pt x="849" y="196"/>
                    <a:pt x="740" y="196"/>
                  </a:cubicBezTo>
                  <a:cubicBezTo>
                    <a:pt x="109" y="240"/>
                    <a:pt x="1" y="392"/>
                    <a:pt x="1" y="392"/>
                  </a:cubicBezTo>
                  <a:cubicBezTo>
                    <a:pt x="1" y="392"/>
                    <a:pt x="348" y="700"/>
                    <a:pt x="588" y="700"/>
                  </a:cubicBezTo>
                  <a:cubicBezTo>
                    <a:pt x="603" y="700"/>
                    <a:pt x="618" y="699"/>
                    <a:pt x="632" y="697"/>
                  </a:cubicBezTo>
                  <a:cubicBezTo>
                    <a:pt x="849" y="653"/>
                    <a:pt x="871" y="566"/>
                    <a:pt x="914" y="479"/>
                  </a:cubicBezTo>
                  <a:cubicBezTo>
                    <a:pt x="958" y="392"/>
                    <a:pt x="1045" y="370"/>
                    <a:pt x="1154" y="261"/>
                  </a:cubicBezTo>
                  <a:cubicBezTo>
                    <a:pt x="1241" y="174"/>
                    <a:pt x="1263" y="0"/>
                    <a:pt x="1219"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3" name="Google Shape;613;g39181ba8852_1_1614"/>
            <p:cNvSpPr/>
            <p:nvPr/>
          </p:nvSpPr>
          <p:spPr>
            <a:xfrm>
              <a:off x="-933878" y="2795655"/>
              <a:ext cx="157158" cy="55055"/>
            </a:xfrm>
            <a:custGeom>
              <a:rect b="b" l="l" r="r" t="t"/>
              <a:pathLst>
                <a:path extrusionOk="0" h="694" w="1981">
                  <a:moveTo>
                    <a:pt x="1867" y="1"/>
                  </a:moveTo>
                  <a:cubicBezTo>
                    <a:pt x="1811" y="1"/>
                    <a:pt x="1736" y="21"/>
                    <a:pt x="1654" y="91"/>
                  </a:cubicBezTo>
                  <a:cubicBezTo>
                    <a:pt x="1522" y="185"/>
                    <a:pt x="1358" y="295"/>
                    <a:pt x="1344" y="295"/>
                  </a:cubicBezTo>
                  <a:cubicBezTo>
                    <a:pt x="1342" y="295"/>
                    <a:pt x="1343" y="293"/>
                    <a:pt x="1349" y="287"/>
                  </a:cubicBezTo>
                  <a:lnTo>
                    <a:pt x="1349" y="287"/>
                  </a:lnTo>
                  <a:cubicBezTo>
                    <a:pt x="1284" y="308"/>
                    <a:pt x="1219" y="352"/>
                    <a:pt x="1153" y="352"/>
                  </a:cubicBezTo>
                  <a:cubicBezTo>
                    <a:pt x="1001" y="330"/>
                    <a:pt x="675" y="113"/>
                    <a:pt x="675" y="113"/>
                  </a:cubicBezTo>
                  <a:cubicBezTo>
                    <a:pt x="675" y="113"/>
                    <a:pt x="675" y="91"/>
                    <a:pt x="653" y="91"/>
                  </a:cubicBezTo>
                  <a:cubicBezTo>
                    <a:pt x="615" y="166"/>
                    <a:pt x="561" y="226"/>
                    <a:pt x="505" y="226"/>
                  </a:cubicBezTo>
                  <a:cubicBezTo>
                    <a:pt x="496" y="226"/>
                    <a:pt x="488" y="224"/>
                    <a:pt x="479" y="221"/>
                  </a:cubicBezTo>
                  <a:cubicBezTo>
                    <a:pt x="461" y="210"/>
                    <a:pt x="424" y="203"/>
                    <a:pt x="378" y="203"/>
                  </a:cubicBezTo>
                  <a:cubicBezTo>
                    <a:pt x="254" y="203"/>
                    <a:pt x="64" y="253"/>
                    <a:pt x="0" y="395"/>
                  </a:cubicBezTo>
                  <a:cubicBezTo>
                    <a:pt x="0" y="395"/>
                    <a:pt x="218" y="526"/>
                    <a:pt x="522" y="591"/>
                  </a:cubicBezTo>
                  <a:cubicBezTo>
                    <a:pt x="566" y="591"/>
                    <a:pt x="610" y="613"/>
                    <a:pt x="653" y="635"/>
                  </a:cubicBezTo>
                  <a:lnTo>
                    <a:pt x="762" y="635"/>
                  </a:lnTo>
                  <a:cubicBezTo>
                    <a:pt x="784" y="635"/>
                    <a:pt x="805" y="657"/>
                    <a:pt x="827" y="657"/>
                  </a:cubicBezTo>
                  <a:cubicBezTo>
                    <a:pt x="842" y="657"/>
                    <a:pt x="866" y="647"/>
                    <a:pt x="893" y="647"/>
                  </a:cubicBezTo>
                  <a:cubicBezTo>
                    <a:pt x="907" y="647"/>
                    <a:pt x="921" y="649"/>
                    <a:pt x="936" y="657"/>
                  </a:cubicBezTo>
                  <a:cubicBezTo>
                    <a:pt x="958" y="657"/>
                    <a:pt x="1001" y="678"/>
                    <a:pt x="1023" y="678"/>
                  </a:cubicBezTo>
                  <a:cubicBezTo>
                    <a:pt x="1045" y="689"/>
                    <a:pt x="1062" y="693"/>
                    <a:pt x="1077" y="693"/>
                  </a:cubicBezTo>
                  <a:cubicBezTo>
                    <a:pt x="1121" y="693"/>
                    <a:pt x="1137" y="657"/>
                    <a:pt x="1153" y="657"/>
                  </a:cubicBezTo>
                  <a:cubicBezTo>
                    <a:pt x="1241" y="678"/>
                    <a:pt x="1284" y="678"/>
                    <a:pt x="1306" y="678"/>
                  </a:cubicBezTo>
                  <a:cubicBezTo>
                    <a:pt x="1371" y="657"/>
                    <a:pt x="1676" y="417"/>
                    <a:pt x="1697" y="374"/>
                  </a:cubicBezTo>
                  <a:cubicBezTo>
                    <a:pt x="1741" y="308"/>
                    <a:pt x="1980" y="69"/>
                    <a:pt x="1959" y="26"/>
                  </a:cubicBezTo>
                  <a:cubicBezTo>
                    <a:pt x="1948" y="15"/>
                    <a:pt x="1915" y="1"/>
                    <a:pt x="1867" y="1"/>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4" name="Google Shape;614;g39181ba8852_1_1614"/>
            <p:cNvSpPr/>
            <p:nvPr/>
          </p:nvSpPr>
          <p:spPr>
            <a:xfrm>
              <a:off x="-882075" y="2783835"/>
              <a:ext cx="65608" cy="39744"/>
            </a:xfrm>
            <a:custGeom>
              <a:rect b="b" l="l" r="r" t="t"/>
              <a:pathLst>
                <a:path extrusionOk="0" h="501" w="827">
                  <a:moveTo>
                    <a:pt x="718" y="0"/>
                  </a:moveTo>
                  <a:cubicBezTo>
                    <a:pt x="675" y="0"/>
                    <a:pt x="544" y="131"/>
                    <a:pt x="544" y="131"/>
                  </a:cubicBezTo>
                  <a:cubicBezTo>
                    <a:pt x="544" y="131"/>
                    <a:pt x="500" y="22"/>
                    <a:pt x="479" y="22"/>
                  </a:cubicBezTo>
                  <a:cubicBezTo>
                    <a:pt x="472" y="21"/>
                    <a:pt x="466" y="20"/>
                    <a:pt x="459" y="20"/>
                  </a:cubicBezTo>
                  <a:cubicBezTo>
                    <a:pt x="382" y="20"/>
                    <a:pt x="323" y="133"/>
                    <a:pt x="283" y="153"/>
                  </a:cubicBezTo>
                  <a:cubicBezTo>
                    <a:pt x="280" y="158"/>
                    <a:pt x="278" y="161"/>
                    <a:pt x="276" y="161"/>
                  </a:cubicBezTo>
                  <a:cubicBezTo>
                    <a:pt x="260" y="161"/>
                    <a:pt x="256" y="44"/>
                    <a:pt x="218" y="44"/>
                  </a:cubicBezTo>
                  <a:cubicBezTo>
                    <a:pt x="131" y="44"/>
                    <a:pt x="65" y="153"/>
                    <a:pt x="0" y="240"/>
                  </a:cubicBezTo>
                  <a:cubicBezTo>
                    <a:pt x="22" y="240"/>
                    <a:pt x="22" y="262"/>
                    <a:pt x="22" y="262"/>
                  </a:cubicBezTo>
                  <a:cubicBezTo>
                    <a:pt x="22" y="262"/>
                    <a:pt x="348" y="479"/>
                    <a:pt x="500" y="501"/>
                  </a:cubicBezTo>
                  <a:cubicBezTo>
                    <a:pt x="566" y="501"/>
                    <a:pt x="631" y="457"/>
                    <a:pt x="696" y="436"/>
                  </a:cubicBezTo>
                  <a:cubicBezTo>
                    <a:pt x="718" y="414"/>
                    <a:pt x="805" y="196"/>
                    <a:pt x="805" y="87"/>
                  </a:cubicBezTo>
                  <a:cubicBezTo>
                    <a:pt x="827" y="22"/>
                    <a:pt x="762" y="0"/>
                    <a:pt x="718"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5" name="Google Shape;615;g39181ba8852_1_1614"/>
            <p:cNvSpPr/>
            <p:nvPr/>
          </p:nvSpPr>
          <p:spPr>
            <a:xfrm>
              <a:off x="-973622" y="2275252"/>
              <a:ext cx="184765" cy="339612"/>
            </a:xfrm>
            <a:custGeom>
              <a:rect b="b" l="l" r="r" t="t"/>
              <a:pathLst>
                <a:path extrusionOk="0" h="4281" w="2329">
                  <a:moveTo>
                    <a:pt x="1216" y="0"/>
                  </a:moveTo>
                  <a:cubicBezTo>
                    <a:pt x="753" y="0"/>
                    <a:pt x="393" y="515"/>
                    <a:pt x="393" y="515"/>
                  </a:cubicBezTo>
                  <a:lnTo>
                    <a:pt x="305" y="1821"/>
                  </a:lnTo>
                  <a:cubicBezTo>
                    <a:pt x="305" y="1821"/>
                    <a:pt x="480" y="2408"/>
                    <a:pt x="240" y="3170"/>
                  </a:cubicBezTo>
                  <a:cubicBezTo>
                    <a:pt x="1" y="3931"/>
                    <a:pt x="675" y="4236"/>
                    <a:pt x="915" y="4279"/>
                  </a:cubicBezTo>
                  <a:cubicBezTo>
                    <a:pt x="925" y="4280"/>
                    <a:pt x="935" y="4281"/>
                    <a:pt x="945" y="4281"/>
                  </a:cubicBezTo>
                  <a:cubicBezTo>
                    <a:pt x="1165" y="4281"/>
                    <a:pt x="1281" y="4060"/>
                    <a:pt x="1198" y="4018"/>
                  </a:cubicBezTo>
                  <a:cubicBezTo>
                    <a:pt x="1089" y="3996"/>
                    <a:pt x="1633" y="2473"/>
                    <a:pt x="1959" y="2125"/>
                  </a:cubicBezTo>
                  <a:cubicBezTo>
                    <a:pt x="2285" y="1777"/>
                    <a:pt x="2329" y="667"/>
                    <a:pt x="1654" y="167"/>
                  </a:cubicBezTo>
                  <a:cubicBezTo>
                    <a:pt x="1504" y="46"/>
                    <a:pt x="1356" y="0"/>
                    <a:pt x="1216"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6" name="Google Shape;616;g39181ba8852_1_1614"/>
            <p:cNvSpPr/>
            <p:nvPr/>
          </p:nvSpPr>
          <p:spPr>
            <a:xfrm>
              <a:off x="-1220418" y="4837604"/>
              <a:ext cx="260687" cy="252587"/>
            </a:xfrm>
            <a:custGeom>
              <a:rect b="b" l="l" r="r" t="t"/>
              <a:pathLst>
                <a:path extrusionOk="0" h="3184" w="3286">
                  <a:moveTo>
                    <a:pt x="2838" y="0"/>
                  </a:moveTo>
                  <a:cubicBezTo>
                    <a:pt x="2714" y="0"/>
                    <a:pt x="1763" y="330"/>
                    <a:pt x="1763" y="330"/>
                  </a:cubicBezTo>
                  <a:cubicBezTo>
                    <a:pt x="1763" y="330"/>
                    <a:pt x="1676" y="983"/>
                    <a:pt x="697" y="2375"/>
                  </a:cubicBezTo>
                  <a:cubicBezTo>
                    <a:pt x="697" y="2375"/>
                    <a:pt x="0" y="2941"/>
                    <a:pt x="66" y="3071"/>
                  </a:cubicBezTo>
                  <a:cubicBezTo>
                    <a:pt x="88" y="3151"/>
                    <a:pt x="290" y="3183"/>
                    <a:pt x="517" y="3183"/>
                  </a:cubicBezTo>
                  <a:cubicBezTo>
                    <a:pt x="724" y="3183"/>
                    <a:pt x="953" y="3157"/>
                    <a:pt x="1088" y="3115"/>
                  </a:cubicBezTo>
                  <a:cubicBezTo>
                    <a:pt x="1393" y="3028"/>
                    <a:pt x="1872" y="2179"/>
                    <a:pt x="2220" y="1940"/>
                  </a:cubicBezTo>
                  <a:cubicBezTo>
                    <a:pt x="2568" y="1701"/>
                    <a:pt x="2916" y="1788"/>
                    <a:pt x="3177" y="1483"/>
                  </a:cubicBezTo>
                  <a:cubicBezTo>
                    <a:pt x="3286" y="1374"/>
                    <a:pt x="3286" y="1004"/>
                    <a:pt x="3155" y="787"/>
                  </a:cubicBezTo>
                  <a:cubicBezTo>
                    <a:pt x="3047" y="613"/>
                    <a:pt x="2894" y="373"/>
                    <a:pt x="2851" y="4"/>
                  </a:cubicBezTo>
                  <a:cubicBezTo>
                    <a:pt x="2850" y="1"/>
                    <a:pt x="2845" y="0"/>
                    <a:pt x="2838"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7" name="Google Shape;617;g39181ba8852_1_1614"/>
            <p:cNvSpPr/>
            <p:nvPr/>
          </p:nvSpPr>
          <p:spPr>
            <a:xfrm>
              <a:off x="-1232476" y="4875841"/>
              <a:ext cx="276236" cy="225377"/>
            </a:xfrm>
            <a:custGeom>
              <a:rect b="b" l="l" r="r" t="t"/>
              <a:pathLst>
                <a:path extrusionOk="0" h="2841" w="3482">
                  <a:moveTo>
                    <a:pt x="3133" y="0"/>
                  </a:moveTo>
                  <a:cubicBezTo>
                    <a:pt x="3133" y="0"/>
                    <a:pt x="3133" y="283"/>
                    <a:pt x="2937" y="566"/>
                  </a:cubicBezTo>
                  <a:cubicBezTo>
                    <a:pt x="2763" y="827"/>
                    <a:pt x="1828" y="1676"/>
                    <a:pt x="1132" y="2111"/>
                  </a:cubicBezTo>
                  <a:cubicBezTo>
                    <a:pt x="1077" y="2138"/>
                    <a:pt x="934" y="2166"/>
                    <a:pt x="826" y="2166"/>
                  </a:cubicBezTo>
                  <a:cubicBezTo>
                    <a:pt x="764" y="2166"/>
                    <a:pt x="712" y="2157"/>
                    <a:pt x="696" y="2133"/>
                  </a:cubicBezTo>
                  <a:cubicBezTo>
                    <a:pt x="653" y="2067"/>
                    <a:pt x="849" y="1893"/>
                    <a:pt x="849" y="1893"/>
                  </a:cubicBezTo>
                  <a:lnTo>
                    <a:pt x="849" y="1893"/>
                  </a:lnTo>
                  <a:cubicBezTo>
                    <a:pt x="522" y="2133"/>
                    <a:pt x="0" y="2633"/>
                    <a:pt x="44" y="2742"/>
                  </a:cubicBezTo>
                  <a:cubicBezTo>
                    <a:pt x="64" y="2812"/>
                    <a:pt x="290" y="2840"/>
                    <a:pt x="556" y="2840"/>
                  </a:cubicBezTo>
                  <a:cubicBezTo>
                    <a:pt x="870" y="2840"/>
                    <a:pt x="1240" y="2801"/>
                    <a:pt x="1393" y="2742"/>
                  </a:cubicBezTo>
                  <a:cubicBezTo>
                    <a:pt x="1697" y="2655"/>
                    <a:pt x="2132" y="1828"/>
                    <a:pt x="2481" y="1589"/>
                  </a:cubicBezTo>
                  <a:cubicBezTo>
                    <a:pt x="2633" y="1480"/>
                    <a:pt x="3177" y="1175"/>
                    <a:pt x="3329" y="1001"/>
                  </a:cubicBezTo>
                  <a:cubicBezTo>
                    <a:pt x="3373" y="958"/>
                    <a:pt x="3438" y="784"/>
                    <a:pt x="3438" y="718"/>
                  </a:cubicBezTo>
                  <a:cubicBezTo>
                    <a:pt x="3481" y="414"/>
                    <a:pt x="3199" y="0"/>
                    <a:pt x="313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8" name="Google Shape;618;g39181ba8852_1_1614"/>
            <p:cNvSpPr/>
            <p:nvPr/>
          </p:nvSpPr>
          <p:spPr>
            <a:xfrm>
              <a:off x="-1040894" y="4927643"/>
              <a:ext cx="81157" cy="136368"/>
            </a:xfrm>
            <a:custGeom>
              <a:rect b="b" l="l" r="r" t="t"/>
              <a:pathLst>
                <a:path extrusionOk="0" h="1719" w="1023">
                  <a:moveTo>
                    <a:pt x="1023" y="0"/>
                  </a:moveTo>
                  <a:cubicBezTo>
                    <a:pt x="1023" y="0"/>
                    <a:pt x="1" y="944"/>
                    <a:pt x="49" y="944"/>
                  </a:cubicBezTo>
                  <a:cubicBezTo>
                    <a:pt x="52" y="944"/>
                    <a:pt x="57" y="941"/>
                    <a:pt x="66" y="936"/>
                  </a:cubicBezTo>
                  <a:cubicBezTo>
                    <a:pt x="155" y="875"/>
                    <a:pt x="229" y="849"/>
                    <a:pt x="291" y="849"/>
                  </a:cubicBezTo>
                  <a:cubicBezTo>
                    <a:pt x="645" y="849"/>
                    <a:pt x="566" y="1719"/>
                    <a:pt x="566" y="1719"/>
                  </a:cubicBezTo>
                  <a:lnTo>
                    <a:pt x="697" y="1719"/>
                  </a:lnTo>
                  <a:cubicBezTo>
                    <a:pt x="697" y="1719"/>
                    <a:pt x="718" y="1088"/>
                    <a:pt x="805" y="805"/>
                  </a:cubicBezTo>
                  <a:cubicBezTo>
                    <a:pt x="849" y="588"/>
                    <a:pt x="1023" y="0"/>
                    <a:pt x="1023" y="0"/>
                  </a:cubicBez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19" name="Google Shape;619;g39181ba8852_1_1614"/>
            <p:cNvSpPr/>
            <p:nvPr/>
          </p:nvSpPr>
          <p:spPr>
            <a:xfrm>
              <a:off x="-1138311" y="4121018"/>
              <a:ext cx="220068" cy="762282"/>
            </a:xfrm>
            <a:custGeom>
              <a:rect b="b" l="l" r="r" t="t"/>
              <a:pathLst>
                <a:path extrusionOk="0" h="9609" w="2774">
                  <a:moveTo>
                    <a:pt x="554" y="1"/>
                  </a:moveTo>
                  <a:cubicBezTo>
                    <a:pt x="240" y="1"/>
                    <a:pt x="0" y="152"/>
                    <a:pt x="10" y="573"/>
                  </a:cubicBezTo>
                  <a:cubicBezTo>
                    <a:pt x="10" y="747"/>
                    <a:pt x="227" y="2683"/>
                    <a:pt x="293" y="3097"/>
                  </a:cubicBezTo>
                  <a:cubicBezTo>
                    <a:pt x="358" y="3510"/>
                    <a:pt x="815" y="7775"/>
                    <a:pt x="728" y="9363"/>
                  </a:cubicBezTo>
                  <a:cubicBezTo>
                    <a:pt x="728" y="9476"/>
                    <a:pt x="1199" y="9608"/>
                    <a:pt x="1509" y="9608"/>
                  </a:cubicBezTo>
                  <a:cubicBezTo>
                    <a:pt x="1675" y="9608"/>
                    <a:pt x="1795" y="9570"/>
                    <a:pt x="1772" y="9472"/>
                  </a:cubicBezTo>
                  <a:cubicBezTo>
                    <a:pt x="1729" y="9189"/>
                    <a:pt x="2686" y="4990"/>
                    <a:pt x="2730" y="4185"/>
                  </a:cubicBezTo>
                  <a:cubicBezTo>
                    <a:pt x="2773" y="3401"/>
                    <a:pt x="2599" y="1334"/>
                    <a:pt x="1794" y="529"/>
                  </a:cubicBezTo>
                  <a:cubicBezTo>
                    <a:pt x="1521" y="268"/>
                    <a:pt x="971" y="1"/>
                    <a:pt x="554" y="1"/>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0" name="Google Shape;620;g39181ba8852_1_1614"/>
            <p:cNvSpPr/>
            <p:nvPr/>
          </p:nvSpPr>
          <p:spPr>
            <a:xfrm>
              <a:off x="-685337" y="4967308"/>
              <a:ext cx="119157" cy="176192"/>
            </a:xfrm>
            <a:custGeom>
              <a:rect b="b" l="l" r="r" t="t"/>
              <a:pathLst>
                <a:path extrusionOk="0" h="2221" w="1502">
                  <a:moveTo>
                    <a:pt x="1088" y="0"/>
                  </a:moveTo>
                  <a:lnTo>
                    <a:pt x="0" y="327"/>
                  </a:lnTo>
                  <a:cubicBezTo>
                    <a:pt x="0" y="327"/>
                    <a:pt x="22" y="1241"/>
                    <a:pt x="370" y="1676"/>
                  </a:cubicBezTo>
                  <a:cubicBezTo>
                    <a:pt x="434" y="1761"/>
                    <a:pt x="935" y="2220"/>
                    <a:pt x="1140" y="2220"/>
                  </a:cubicBezTo>
                  <a:cubicBezTo>
                    <a:pt x="1145" y="2220"/>
                    <a:pt x="1149" y="2220"/>
                    <a:pt x="1154" y="2220"/>
                  </a:cubicBezTo>
                  <a:cubicBezTo>
                    <a:pt x="1371" y="2176"/>
                    <a:pt x="1502" y="1545"/>
                    <a:pt x="1502" y="1262"/>
                  </a:cubicBezTo>
                  <a:cubicBezTo>
                    <a:pt x="1502" y="1001"/>
                    <a:pt x="1088" y="0"/>
                    <a:pt x="108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1" name="Google Shape;621;g39181ba8852_1_1614"/>
            <p:cNvSpPr/>
            <p:nvPr/>
          </p:nvSpPr>
          <p:spPr>
            <a:xfrm>
              <a:off x="-687082" y="4922407"/>
              <a:ext cx="103688" cy="164134"/>
            </a:xfrm>
            <a:custGeom>
              <a:rect b="b" l="l" r="r" t="t"/>
              <a:pathLst>
                <a:path extrusionOk="0" h="2069" w="1307">
                  <a:moveTo>
                    <a:pt x="893" y="1"/>
                  </a:moveTo>
                  <a:lnTo>
                    <a:pt x="44" y="88"/>
                  </a:lnTo>
                  <a:cubicBezTo>
                    <a:pt x="44" y="88"/>
                    <a:pt x="44" y="458"/>
                    <a:pt x="22" y="784"/>
                  </a:cubicBezTo>
                  <a:cubicBezTo>
                    <a:pt x="1" y="1128"/>
                    <a:pt x="447" y="2068"/>
                    <a:pt x="983" y="2068"/>
                  </a:cubicBezTo>
                  <a:cubicBezTo>
                    <a:pt x="989" y="2068"/>
                    <a:pt x="995" y="2068"/>
                    <a:pt x="1002" y="2068"/>
                  </a:cubicBezTo>
                  <a:cubicBezTo>
                    <a:pt x="1219" y="2068"/>
                    <a:pt x="1306" y="1502"/>
                    <a:pt x="1284" y="1350"/>
                  </a:cubicBezTo>
                  <a:cubicBezTo>
                    <a:pt x="1219" y="741"/>
                    <a:pt x="893" y="1"/>
                    <a:pt x="893"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2" name="Google Shape;622;g39181ba8852_1_1614"/>
            <p:cNvSpPr/>
            <p:nvPr/>
          </p:nvSpPr>
          <p:spPr>
            <a:xfrm>
              <a:off x="-852803" y="4153067"/>
              <a:ext cx="252119" cy="847086"/>
            </a:xfrm>
            <a:custGeom>
              <a:rect b="b" l="l" r="r" t="t"/>
              <a:pathLst>
                <a:path extrusionOk="0" h="10678" w="3178">
                  <a:moveTo>
                    <a:pt x="1071" y="0"/>
                  </a:moveTo>
                  <a:cubicBezTo>
                    <a:pt x="1020" y="0"/>
                    <a:pt x="968" y="5"/>
                    <a:pt x="915" y="16"/>
                  </a:cubicBezTo>
                  <a:cubicBezTo>
                    <a:pt x="175" y="147"/>
                    <a:pt x="1" y="669"/>
                    <a:pt x="349" y="2801"/>
                  </a:cubicBezTo>
                  <a:cubicBezTo>
                    <a:pt x="632" y="4433"/>
                    <a:pt x="1633" y="8089"/>
                    <a:pt x="2111" y="9786"/>
                  </a:cubicBezTo>
                  <a:cubicBezTo>
                    <a:pt x="2286" y="10330"/>
                    <a:pt x="2220" y="10678"/>
                    <a:pt x="2264" y="10678"/>
                  </a:cubicBezTo>
                  <a:cubicBezTo>
                    <a:pt x="2481" y="10678"/>
                    <a:pt x="3091" y="10678"/>
                    <a:pt x="3156" y="10199"/>
                  </a:cubicBezTo>
                  <a:cubicBezTo>
                    <a:pt x="3178" y="10090"/>
                    <a:pt x="2938" y="9720"/>
                    <a:pt x="2938" y="9438"/>
                  </a:cubicBezTo>
                  <a:cubicBezTo>
                    <a:pt x="2938" y="7762"/>
                    <a:pt x="2917" y="3541"/>
                    <a:pt x="2829" y="2932"/>
                  </a:cubicBezTo>
                  <a:cubicBezTo>
                    <a:pt x="2705" y="2268"/>
                    <a:pt x="2125" y="0"/>
                    <a:pt x="1071"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3" name="Google Shape;623;g39181ba8852_1_1614"/>
            <p:cNvSpPr/>
            <p:nvPr/>
          </p:nvSpPr>
          <p:spPr>
            <a:xfrm>
              <a:off x="-1434450" y="2706965"/>
              <a:ext cx="347000" cy="513503"/>
            </a:xfrm>
            <a:custGeom>
              <a:rect b="b" l="l" r="r" t="t"/>
              <a:pathLst>
                <a:path extrusionOk="0" h="6473" w="4374">
                  <a:moveTo>
                    <a:pt x="3338" y="0"/>
                  </a:moveTo>
                  <a:cubicBezTo>
                    <a:pt x="2854" y="0"/>
                    <a:pt x="2108" y="1267"/>
                    <a:pt x="1654" y="2710"/>
                  </a:cubicBezTo>
                  <a:cubicBezTo>
                    <a:pt x="805" y="5386"/>
                    <a:pt x="0" y="5822"/>
                    <a:pt x="893" y="6322"/>
                  </a:cubicBezTo>
                  <a:cubicBezTo>
                    <a:pt x="1088" y="6424"/>
                    <a:pt x="1251" y="6473"/>
                    <a:pt x="1391" y="6473"/>
                  </a:cubicBezTo>
                  <a:cubicBezTo>
                    <a:pt x="2061" y="6473"/>
                    <a:pt x="2223" y="5358"/>
                    <a:pt x="3068" y="3559"/>
                  </a:cubicBezTo>
                  <a:cubicBezTo>
                    <a:pt x="3852" y="1840"/>
                    <a:pt x="4374" y="338"/>
                    <a:pt x="3416" y="12"/>
                  </a:cubicBezTo>
                  <a:cubicBezTo>
                    <a:pt x="3391" y="4"/>
                    <a:pt x="3365" y="0"/>
                    <a:pt x="333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4" name="Google Shape;624;g39181ba8852_1_1614"/>
            <p:cNvSpPr/>
            <p:nvPr/>
          </p:nvSpPr>
          <p:spPr>
            <a:xfrm>
              <a:off x="-1229065" y="3487490"/>
              <a:ext cx="274570" cy="812657"/>
            </a:xfrm>
            <a:custGeom>
              <a:rect b="b" l="l" r="r" t="t"/>
              <a:pathLst>
                <a:path extrusionOk="0" h="10244" w="3461">
                  <a:moveTo>
                    <a:pt x="1571" y="0"/>
                  </a:moveTo>
                  <a:cubicBezTo>
                    <a:pt x="1113" y="0"/>
                    <a:pt x="614" y="197"/>
                    <a:pt x="349" y="682"/>
                  </a:cubicBezTo>
                  <a:cubicBezTo>
                    <a:pt x="1" y="1313"/>
                    <a:pt x="22" y="2423"/>
                    <a:pt x="196" y="3881"/>
                  </a:cubicBezTo>
                  <a:cubicBezTo>
                    <a:pt x="414" y="5861"/>
                    <a:pt x="1067" y="8994"/>
                    <a:pt x="1154" y="9277"/>
                  </a:cubicBezTo>
                  <a:cubicBezTo>
                    <a:pt x="1334" y="9940"/>
                    <a:pt x="1758" y="10243"/>
                    <a:pt x="2152" y="10243"/>
                  </a:cubicBezTo>
                  <a:cubicBezTo>
                    <a:pt x="2521" y="10243"/>
                    <a:pt x="2865" y="9978"/>
                    <a:pt x="2960" y="9494"/>
                  </a:cubicBezTo>
                  <a:cubicBezTo>
                    <a:pt x="3025" y="9211"/>
                    <a:pt x="3460" y="3533"/>
                    <a:pt x="3373" y="2902"/>
                  </a:cubicBezTo>
                  <a:cubicBezTo>
                    <a:pt x="3308" y="2271"/>
                    <a:pt x="2960" y="1117"/>
                    <a:pt x="2503" y="399"/>
                  </a:cubicBezTo>
                  <a:cubicBezTo>
                    <a:pt x="2350" y="154"/>
                    <a:pt x="1976" y="0"/>
                    <a:pt x="1571"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5" name="Google Shape;625;g39181ba8852_1_1614"/>
            <p:cNvSpPr/>
            <p:nvPr/>
          </p:nvSpPr>
          <p:spPr>
            <a:xfrm>
              <a:off x="-970132" y="3505102"/>
              <a:ext cx="300432" cy="796156"/>
            </a:xfrm>
            <a:custGeom>
              <a:rect b="b" l="l" r="r" t="t"/>
              <a:pathLst>
                <a:path extrusionOk="0" h="10036" w="3787">
                  <a:moveTo>
                    <a:pt x="1536" y="0"/>
                  </a:moveTo>
                  <a:cubicBezTo>
                    <a:pt x="966" y="0"/>
                    <a:pt x="434" y="209"/>
                    <a:pt x="305" y="526"/>
                  </a:cubicBezTo>
                  <a:cubicBezTo>
                    <a:pt x="0" y="1309"/>
                    <a:pt x="153" y="2462"/>
                    <a:pt x="218" y="3093"/>
                  </a:cubicBezTo>
                  <a:cubicBezTo>
                    <a:pt x="261" y="3724"/>
                    <a:pt x="1589" y="9185"/>
                    <a:pt x="1698" y="9446"/>
                  </a:cubicBezTo>
                  <a:cubicBezTo>
                    <a:pt x="1859" y="9841"/>
                    <a:pt x="2209" y="10036"/>
                    <a:pt x="2572" y="10036"/>
                  </a:cubicBezTo>
                  <a:cubicBezTo>
                    <a:pt x="3090" y="10036"/>
                    <a:pt x="3635" y="9639"/>
                    <a:pt x="3699" y="8859"/>
                  </a:cubicBezTo>
                  <a:cubicBezTo>
                    <a:pt x="3721" y="8576"/>
                    <a:pt x="3786" y="5595"/>
                    <a:pt x="3634" y="3615"/>
                  </a:cubicBezTo>
                  <a:cubicBezTo>
                    <a:pt x="3503" y="2157"/>
                    <a:pt x="3308" y="1048"/>
                    <a:pt x="2851" y="526"/>
                  </a:cubicBezTo>
                  <a:cubicBezTo>
                    <a:pt x="2539" y="154"/>
                    <a:pt x="2024" y="0"/>
                    <a:pt x="1536"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6" name="Google Shape;626;g39181ba8852_1_1614"/>
            <p:cNvSpPr/>
            <p:nvPr/>
          </p:nvSpPr>
          <p:spPr>
            <a:xfrm>
              <a:off x="-1218672" y="3469086"/>
              <a:ext cx="250373" cy="248620"/>
            </a:xfrm>
            <a:custGeom>
              <a:rect b="b" l="l" r="r" t="t"/>
              <a:pathLst>
                <a:path extrusionOk="0" h="3134" w="3156">
                  <a:moveTo>
                    <a:pt x="414" y="0"/>
                  </a:moveTo>
                  <a:cubicBezTo>
                    <a:pt x="174" y="610"/>
                    <a:pt x="0" y="1154"/>
                    <a:pt x="87" y="1458"/>
                  </a:cubicBezTo>
                  <a:cubicBezTo>
                    <a:pt x="327" y="2372"/>
                    <a:pt x="2981" y="3134"/>
                    <a:pt x="2981" y="3134"/>
                  </a:cubicBezTo>
                  <a:lnTo>
                    <a:pt x="3155" y="3134"/>
                  </a:lnTo>
                  <a:lnTo>
                    <a:pt x="3155" y="218"/>
                  </a:lnTo>
                  <a:cubicBezTo>
                    <a:pt x="2133" y="218"/>
                    <a:pt x="1436" y="0"/>
                    <a:pt x="414"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7" name="Google Shape;627;g39181ba8852_1_1614"/>
            <p:cNvSpPr/>
            <p:nvPr/>
          </p:nvSpPr>
          <p:spPr>
            <a:xfrm>
              <a:off x="-1268730" y="2694113"/>
              <a:ext cx="581745" cy="792269"/>
            </a:xfrm>
            <a:custGeom>
              <a:rect b="b" l="l" r="r" t="t"/>
              <a:pathLst>
                <a:path extrusionOk="0" h="9987" w="7333">
                  <a:moveTo>
                    <a:pt x="3786" y="0"/>
                  </a:moveTo>
                  <a:cubicBezTo>
                    <a:pt x="3786" y="0"/>
                    <a:pt x="1931" y="176"/>
                    <a:pt x="1366" y="176"/>
                  </a:cubicBezTo>
                  <a:cubicBezTo>
                    <a:pt x="1334" y="176"/>
                    <a:pt x="1307" y="175"/>
                    <a:pt x="1284" y="174"/>
                  </a:cubicBezTo>
                  <a:cubicBezTo>
                    <a:pt x="1088" y="174"/>
                    <a:pt x="958" y="849"/>
                    <a:pt x="892" y="1044"/>
                  </a:cubicBezTo>
                  <a:cubicBezTo>
                    <a:pt x="479" y="2132"/>
                    <a:pt x="0" y="3394"/>
                    <a:pt x="1023" y="4265"/>
                  </a:cubicBezTo>
                  <a:cubicBezTo>
                    <a:pt x="1240" y="4460"/>
                    <a:pt x="1458" y="6745"/>
                    <a:pt x="1458" y="7811"/>
                  </a:cubicBezTo>
                  <a:cubicBezTo>
                    <a:pt x="1458" y="8246"/>
                    <a:pt x="1349" y="8943"/>
                    <a:pt x="1045" y="9769"/>
                  </a:cubicBezTo>
                  <a:cubicBezTo>
                    <a:pt x="2067" y="9769"/>
                    <a:pt x="2764" y="9987"/>
                    <a:pt x="3786" y="9987"/>
                  </a:cubicBezTo>
                  <a:lnTo>
                    <a:pt x="6854" y="9987"/>
                  </a:lnTo>
                  <a:cubicBezTo>
                    <a:pt x="6528" y="9160"/>
                    <a:pt x="6201" y="8246"/>
                    <a:pt x="6114" y="7811"/>
                  </a:cubicBezTo>
                  <a:cubicBezTo>
                    <a:pt x="5527" y="4547"/>
                    <a:pt x="7333" y="1501"/>
                    <a:pt x="7072" y="892"/>
                  </a:cubicBezTo>
                  <a:cubicBezTo>
                    <a:pt x="6876" y="479"/>
                    <a:pt x="5940" y="305"/>
                    <a:pt x="5527" y="174"/>
                  </a:cubicBezTo>
                  <a:cubicBezTo>
                    <a:pt x="5070" y="44"/>
                    <a:pt x="3786" y="0"/>
                    <a:pt x="3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8" name="Google Shape;628;g39181ba8852_1_1614"/>
            <p:cNvSpPr/>
            <p:nvPr/>
          </p:nvSpPr>
          <p:spPr>
            <a:xfrm>
              <a:off x="-968386" y="3486380"/>
              <a:ext cx="274490" cy="231326"/>
            </a:xfrm>
            <a:custGeom>
              <a:rect b="b" l="l" r="r" t="t"/>
              <a:pathLst>
                <a:path extrusionOk="0" h="2916" w="3460">
                  <a:moveTo>
                    <a:pt x="0" y="0"/>
                  </a:moveTo>
                  <a:lnTo>
                    <a:pt x="0" y="2916"/>
                  </a:lnTo>
                  <a:lnTo>
                    <a:pt x="174" y="2916"/>
                  </a:lnTo>
                  <a:cubicBezTo>
                    <a:pt x="174" y="2916"/>
                    <a:pt x="3155" y="2350"/>
                    <a:pt x="3394" y="1458"/>
                  </a:cubicBezTo>
                  <a:cubicBezTo>
                    <a:pt x="3460" y="1153"/>
                    <a:pt x="3286" y="587"/>
                    <a:pt x="3068"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29" name="Google Shape;629;g39181ba8852_1_1614"/>
            <p:cNvSpPr/>
            <p:nvPr/>
          </p:nvSpPr>
          <p:spPr>
            <a:xfrm>
              <a:off x="-1094442" y="2511100"/>
              <a:ext cx="233158" cy="234817"/>
            </a:xfrm>
            <a:custGeom>
              <a:rect b="b" l="l" r="r" t="t"/>
              <a:pathLst>
                <a:path extrusionOk="0" h="2960" w="2939">
                  <a:moveTo>
                    <a:pt x="762" y="1"/>
                  </a:moveTo>
                  <a:cubicBezTo>
                    <a:pt x="762" y="1"/>
                    <a:pt x="784" y="1284"/>
                    <a:pt x="654" y="1633"/>
                  </a:cubicBezTo>
                  <a:cubicBezTo>
                    <a:pt x="523" y="1981"/>
                    <a:pt x="1" y="2394"/>
                    <a:pt x="1" y="2394"/>
                  </a:cubicBezTo>
                  <a:lnTo>
                    <a:pt x="1197" y="2960"/>
                  </a:lnTo>
                  <a:lnTo>
                    <a:pt x="2938" y="2307"/>
                  </a:lnTo>
                  <a:cubicBezTo>
                    <a:pt x="2938" y="2307"/>
                    <a:pt x="2655" y="1981"/>
                    <a:pt x="2525" y="1633"/>
                  </a:cubicBezTo>
                  <a:cubicBezTo>
                    <a:pt x="2394" y="1284"/>
                    <a:pt x="2394" y="1"/>
                    <a:pt x="2394"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0" name="Google Shape;630;g39181ba8852_1_1614"/>
            <p:cNvSpPr/>
            <p:nvPr/>
          </p:nvSpPr>
          <p:spPr>
            <a:xfrm>
              <a:off x="-1106500" y="2511100"/>
              <a:ext cx="203726" cy="196897"/>
            </a:xfrm>
            <a:custGeom>
              <a:rect b="b" l="l" r="r" t="t"/>
              <a:pathLst>
                <a:path extrusionOk="0" h="2482" w="2568">
                  <a:moveTo>
                    <a:pt x="914" y="1"/>
                  </a:moveTo>
                  <a:cubicBezTo>
                    <a:pt x="914" y="1"/>
                    <a:pt x="936" y="1284"/>
                    <a:pt x="806" y="1633"/>
                  </a:cubicBezTo>
                  <a:cubicBezTo>
                    <a:pt x="675" y="1981"/>
                    <a:pt x="0" y="2481"/>
                    <a:pt x="0" y="2481"/>
                  </a:cubicBezTo>
                  <a:lnTo>
                    <a:pt x="2568" y="653"/>
                  </a:lnTo>
                  <a:cubicBezTo>
                    <a:pt x="2546" y="305"/>
                    <a:pt x="2546" y="1"/>
                    <a:pt x="254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1" name="Google Shape;631;g39181ba8852_1_1614"/>
            <p:cNvSpPr/>
            <p:nvPr/>
          </p:nvSpPr>
          <p:spPr>
            <a:xfrm>
              <a:off x="-1132361" y="2262083"/>
              <a:ext cx="307334" cy="346672"/>
            </a:xfrm>
            <a:custGeom>
              <a:rect b="b" l="l" r="r" t="t"/>
              <a:pathLst>
                <a:path extrusionOk="0" h="4370" w="3874">
                  <a:moveTo>
                    <a:pt x="1962" y="0"/>
                  </a:moveTo>
                  <a:cubicBezTo>
                    <a:pt x="1191" y="0"/>
                    <a:pt x="478" y="568"/>
                    <a:pt x="261" y="1617"/>
                  </a:cubicBezTo>
                  <a:cubicBezTo>
                    <a:pt x="0" y="2900"/>
                    <a:pt x="522" y="4162"/>
                    <a:pt x="1132" y="4336"/>
                  </a:cubicBezTo>
                  <a:cubicBezTo>
                    <a:pt x="1204" y="4359"/>
                    <a:pt x="1286" y="4370"/>
                    <a:pt x="1375" y="4370"/>
                  </a:cubicBezTo>
                  <a:cubicBezTo>
                    <a:pt x="2064" y="4370"/>
                    <a:pt x="3176" y="3715"/>
                    <a:pt x="3503" y="2617"/>
                  </a:cubicBezTo>
                  <a:cubicBezTo>
                    <a:pt x="3873" y="1399"/>
                    <a:pt x="3373" y="355"/>
                    <a:pt x="2437" y="72"/>
                  </a:cubicBezTo>
                  <a:cubicBezTo>
                    <a:pt x="2279" y="24"/>
                    <a:pt x="2119" y="0"/>
                    <a:pt x="1962"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2" name="Google Shape;632;g39181ba8852_1_1614"/>
            <p:cNvSpPr/>
            <p:nvPr/>
          </p:nvSpPr>
          <p:spPr>
            <a:xfrm>
              <a:off x="-1035737" y="2250977"/>
              <a:ext cx="252119" cy="287809"/>
            </a:xfrm>
            <a:custGeom>
              <a:rect b="b" l="l" r="r" t="t"/>
              <a:pathLst>
                <a:path extrusionOk="0" h="3628" w="3178">
                  <a:moveTo>
                    <a:pt x="773" y="0"/>
                  </a:moveTo>
                  <a:cubicBezTo>
                    <a:pt x="351" y="0"/>
                    <a:pt x="33" y="172"/>
                    <a:pt x="22" y="234"/>
                  </a:cubicBezTo>
                  <a:cubicBezTo>
                    <a:pt x="1" y="342"/>
                    <a:pt x="109" y="778"/>
                    <a:pt x="153" y="952"/>
                  </a:cubicBezTo>
                  <a:cubicBezTo>
                    <a:pt x="240" y="1321"/>
                    <a:pt x="566" y="1583"/>
                    <a:pt x="1328" y="1757"/>
                  </a:cubicBezTo>
                  <a:cubicBezTo>
                    <a:pt x="1850" y="1865"/>
                    <a:pt x="2111" y="2692"/>
                    <a:pt x="2068" y="2975"/>
                  </a:cubicBezTo>
                  <a:cubicBezTo>
                    <a:pt x="2046" y="3106"/>
                    <a:pt x="1828" y="3628"/>
                    <a:pt x="1828" y="3628"/>
                  </a:cubicBezTo>
                  <a:cubicBezTo>
                    <a:pt x="1828" y="3628"/>
                    <a:pt x="3177" y="2670"/>
                    <a:pt x="2307" y="1060"/>
                  </a:cubicBezTo>
                  <a:cubicBezTo>
                    <a:pt x="1857" y="219"/>
                    <a:pt x="1249" y="0"/>
                    <a:pt x="773"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3" name="Google Shape;633;g39181ba8852_1_1614"/>
            <p:cNvSpPr/>
            <p:nvPr/>
          </p:nvSpPr>
          <p:spPr>
            <a:xfrm>
              <a:off x="-1113402" y="2267557"/>
              <a:ext cx="144702" cy="112490"/>
            </a:xfrm>
            <a:custGeom>
              <a:rect b="b" l="l" r="r" t="t"/>
              <a:pathLst>
                <a:path extrusionOk="0" h="1418" w="1824">
                  <a:moveTo>
                    <a:pt x="1258" y="0"/>
                  </a:moveTo>
                  <a:cubicBezTo>
                    <a:pt x="1188" y="0"/>
                    <a:pt x="1103" y="8"/>
                    <a:pt x="1001" y="25"/>
                  </a:cubicBezTo>
                  <a:cubicBezTo>
                    <a:pt x="87" y="155"/>
                    <a:pt x="0" y="1417"/>
                    <a:pt x="0" y="1417"/>
                  </a:cubicBezTo>
                  <a:cubicBezTo>
                    <a:pt x="0" y="1417"/>
                    <a:pt x="479" y="1112"/>
                    <a:pt x="936" y="1069"/>
                  </a:cubicBezTo>
                  <a:cubicBezTo>
                    <a:pt x="1415" y="1025"/>
                    <a:pt x="1480" y="481"/>
                    <a:pt x="1480" y="481"/>
                  </a:cubicBezTo>
                  <a:cubicBezTo>
                    <a:pt x="1480" y="481"/>
                    <a:pt x="1824" y="0"/>
                    <a:pt x="1258"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4" name="Google Shape;634;g39181ba8852_1_1614"/>
            <p:cNvSpPr/>
            <p:nvPr/>
          </p:nvSpPr>
          <p:spPr>
            <a:xfrm>
              <a:off x="-1246279" y="2849441"/>
              <a:ext cx="474726" cy="631784"/>
            </a:xfrm>
            <a:custGeom>
              <a:rect b="b" l="l" r="r" t="t"/>
              <a:pathLst>
                <a:path extrusionOk="0" h="7964" w="5984">
                  <a:moveTo>
                    <a:pt x="283" y="0"/>
                  </a:moveTo>
                  <a:cubicBezTo>
                    <a:pt x="44" y="827"/>
                    <a:pt x="0" y="1676"/>
                    <a:pt x="740" y="2307"/>
                  </a:cubicBezTo>
                  <a:cubicBezTo>
                    <a:pt x="957" y="2502"/>
                    <a:pt x="1175" y="4787"/>
                    <a:pt x="1175" y="5853"/>
                  </a:cubicBezTo>
                  <a:cubicBezTo>
                    <a:pt x="1175" y="6288"/>
                    <a:pt x="1066" y="6985"/>
                    <a:pt x="762" y="7811"/>
                  </a:cubicBezTo>
                  <a:cubicBezTo>
                    <a:pt x="1414" y="7811"/>
                    <a:pt x="1915" y="7898"/>
                    <a:pt x="2481" y="7964"/>
                  </a:cubicBezTo>
                  <a:cubicBezTo>
                    <a:pt x="2481" y="7964"/>
                    <a:pt x="2285" y="7202"/>
                    <a:pt x="2285" y="6789"/>
                  </a:cubicBezTo>
                  <a:cubicBezTo>
                    <a:pt x="2296" y="6007"/>
                    <a:pt x="3098" y="5907"/>
                    <a:pt x="3921" y="5907"/>
                  </a:cubicBezTo>
                  <a:cubicBezTo>
                    <a:pt x="4202" y="5907"/>
                    <a:pt x="4485" y="5919"/>
                    <a:pt x="4740" y="5919"/>
                  </a:cubicBezTo>
                  <a:cubicBezTo>
                    <a:pt x="5192" y="5919"/>
                    <a:pt x="5556" y="5882"/>
                    <a:pt x="5657" y="5679"/>
                  </a:cubicBezTo>
                  <a:cubicBezTo>
                    <a:pt x="5984" y="5026"/>
                    <a:pt x="4482" y="3438"/>
                    <a:pt x="4635" y="3220"/>
                  </a:cubicBezTo>
                  <a:cubicBezTo>
                    <a:pt x="4809" y="3003"/>
                    <a:pt x="4635" y="2720"/>
                    <a:pt x="4373" y="2589"/>
                  </a:cubicBezTo>
                  <a:cubicBezTo>
                    <a:pt x="4091" y="2481"/>
                    <a:pt x="3503" y="2524"/>
                    <a:pt x="2089" y="2459"/>
                  </a:cubicBezTo>
                  <a:cubicBezTo>
                    <a:pt x="696" y="2372"/>
                    <a:pt x="501" y="1676"/>
                    <a:pt x="283" y="1371"/>
                  </a:cubicBezTo>
                  <a:cubicBezTo>
                    <a:pt x="87" y="1066"/>
                    <a:pt x="283" y="66"/>
                    <a:pt x="28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5" name="Google Shape;635;g39181ba8852_1_1614"/>
            <p:cNvSpPr/>
            <p:nvPr/>
          </p:nvSpPr>
          <p:spPr>
            <a:xfrm>
              <a:off x="-1059933" y="2711328"/>
              <a:ext cx="60531" cy="34588"/>
            </a:xfrm>
            <a:custGeom>
              <a:rect b="b" l="l" r="r" t="t"/>
              <a:pathLst>
                <a:path extrusionOk="0" h="436" w="763">
                  <a:moveTo>
                    <a:pt x="610" y="1"/>
                  </a:moveTo>
                  <a:lnTo>
                    <a:pt x="1" y="109"/>
                  </a:lnTo>
                  <a:lnTo>
                    <a:pt x="762" y="436"/>
                  </a:lnTo>
                  <a:lnTo>
                    <a:pt x="61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6" name="Google Shape;636;g39181ba8852_1_1614"/>
            <p:cNvSpPr/>
            <p:nvPr/>
          </p:nvSpPr>
          <p:spPr>
            <a:xfrm>
              <a:off x="-999484" y="2711328"/>
              <a:ext cx="48393" cy="34588"/>
            </a:xfrm>
            <a:custGeom>
              <a:rect b="b" l="l" r="r" t="t"/>
              <a:pathLst>
                <a:path extrusionOk="0" h="436" w="610">
                  <a:moveTo>
                    <a:pt x="153" y="1"/>
                  </a:moveTo>
                  <a:lnTo>
                    <a:pt x="0" y="436"/>
                  </a:lnTo>
                  <a:lnTo>
                    <a:pt x="610" y="218"/>
                  </a:lnTo>
                  <a:lnTo>
                    <a:pt x="15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7" name="Google Shape;637;g39181ba8852_1_1614"/>
            <p:cNvSpPr/>
            <p:nvPr/>
          </p:nvSpPr>
          <p:spPr>
            <a:xfrm>
              <a:off x="-1235966" y="3469086"/>
              <a:ext cx="576589" cy="785446"/>
            </a:xfrm>
            <a:custGeom>
              <a:rect b="b" l="l" r="r" t="t"/>
              <a:pathLst>
                <a:path extrusionOk="0" h="9901" w="7268">
                  <a:moveTo>
                    <a:pt x="632" y="0"/>
                  </a:moveTo>
                  <a:cubicBezTo>
                    <a:pt x="632" y="0"/>
                    <a:pt x="175" y="762"/>
                    <a:pt x="88" y="2111"/>
                  </a:cubicBezTo>
                  <a:cubicBezTo>
                    <a:pt x="1" y="3482"/>
                    <a:pt x="980" y="9748"/>
                    <a:pt x="980" y="9748"/>
                  </a:cubicBezTo>
                  <a:lnTo>
                    <a:pt x="3678" y="9900"/>
                  </a:lnTo>
                  <a:lnTo>
                    <a:pt x="7268" y="9618"/>
                  </a:lnTo>
                  <a:cubicBezTo>
                    <a:pt x="7268" y="9618"/>
                    <a:pt x="7181" y="3895"/>
                    <a:pt x="7029" y="2176"/>
                  </a:cubicBezTo>
                  <a:cubicBezTo>
                    <a:pt x="6854" y="479"/>
                    <a:pt x="6376" y="44"/>
                    <a:pt x="6376" y="44"/>
                  </a:cubicBezTo>
                  <a:lnTo>
                    <a:pt x="3112" y="174"/>
                  </a:lnTo>
                  <a:lnTo>
                    <a:pt x="632" y="0"/>
                  </a:lnTo>
                  <a:close/>
                </a:path>
              </a:pathLst>
            </a:cu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8" name="Google Shape;638;g39181ba8852_1_1614"/>
            <p:cNvSpPr/>
            <p:nvPr/>
          </p:nvSpPr>
          <p:spPr>
            <a:xfrm>
              <a:off x="-987426" y="2652624"/>
              <a:ext cx="157158" cy="117488"/>
            </a:xfrm>
            <a:custGeom>
              <a:rect b="b" l="l" r="r" t="t"/>
              <a:pathLst>
                <a:path extrusionOk="0" h="1481" w="1981">
                  <a:moveTo>
                    <a:pt x="1437" y="1"/>
                  </a:moveTo>
                  <a:lnTo>
                    <a:pt x="1" y="741"/>
                  </a:lnTo>
                  <a:lnTo>
                    <a:pt x="501" y="1480"/>
                  </a:lnTo>
                  <a:lnTo>
                    <a:pt x="1981" y="697"/>
                  </a:lnTo>
                  <a:lnTo>
                    <a:pt x="1437"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39" name="Google Shape;639;g39181ba8852_1_1614"/>
            <p:cNvSpPr/>
            <p:nvPr/>
          </p:nvSpPr>
          <p:spPr>
            <a:xfrm>
              <a:off x="-1123794" y="2661271"/>
              <a:ext cx="112335" cy="103684"/>
            </a:xfrm>
            <a:custGeom>
              <a:rect b="b" l="l" r="r" t="t"/>
              <a:pathLst>
                <a:path extrusionOk="0" h="1307" w="1416">
                  <a:moveTo>
                    <a:pt x="654" y="1"/>
                  </a:moveTo>
                  <a:lnTo>
                    <a:pt x="1" y="588"/>
                  </a:lnTo>
                  <a:lnTo>
                    <a:pt x="871" y="1306"/>
                  </a:lnTo>
                  <a:lnTo>
                    <a:pt x="1415" y="632"/>
                  </a:lnTo>
                  <a:lnTo>
                    <a:pt x="654"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0" name="Google Shape;640;g39181ba8852_1_1614"/>
            <p:cNvSpPr/>
            <p:nvPr/>
          </p:nvSpPr>
          <p:spPr>
            <a:xfrm>
              <a:off x="-1235966" y="3469086"/>
              <a:ext cx="338432" cy="785446"/>
            </a:xfrm>
            <a:custGeom>
              <a:rect b="b" l="l" r="r" t="t"/>
              <a:pathLst>
                <a:path extrusionOk="0" h="9901" w="4266">
                  <a:moveTo>
                    <a:pt x="632" y="0"/>
                  </a:moveTo>
                  <a:cubicBezTo>
                    <a:pt x="632" y="0"/>
                    <a:pt x="175" y="762"/>
                    <a:pt x="88" y="2111"/>
                  </a:cubicBezTo>
                  <a:cubicBezTo>
                    <a:pt x="1" y="3482"/>
                    <a:pt x="980" y="9748"/>
                    <a:pt x="980" y="9748"/>
                  </a:cubicBezTo>
                  <a:lnTo>
                    <a:pt x="3678" y="9900"/>
                  </a:lnTo>
                  <a:lnTo>
                    <a:pt x="4265" y="9879"/>
                  </a:lnTo>
                  <a:cubicBezTo>
                    <a:pt x="4265" y="9879"/>
                    <a:pt x="3612" y="9748"/>
                    <a:pt x="3525" y="9161"/>
                  </a:cubicBezTo>
                  <a:cubicBezTo>
                    <a:pt x="3337" y="8007"/>
                    <a:pt x="3148" y="5801"/>
                    <a:pt x="2978" y="5801"/>
                  </a:cubicBezTo>
                  <a:cubicBezTo>
                    <a:pt x="2972" y="5801"/>
                    <a:pt x="2966" y="5804"/>
                    <a:pt x="2960" y="5810"/>
                  </a:cubicBezTo>
                  <a:cubicBezTo>
                    <a:pt x="2786" y="6027"/>
                    <a:pt x="2873" y="7746"/>
                    <a:pt x="2568" y="8073"/>
                  </a:cubicBezTo>
                  <a:cubicBezTo>
                    <a:pt x="2444" y="8224"/>
                    <a:pt x="2294" y="8302"/>
                    <a:pt x="2141" y="8302"/>
                  </a:cubicBezTo>
                  <a:cubicBezTo>
                    <a:pt x="1919" y="8302"/>
                    <a:pt x="1691" y="8137"/>
                    <a:pt x="1524" y="7790"/>
                  </a:cubicBezTo>
                  <a:cubicBezTo>
                    <a:pt x="1263" y="7181"/>
                    <a:pt x="566" y="2938"/>
                    <a:pt x="1132" y="1436"/>
                  </a:cubicBezTo>
                  <a:cubicBezTo>
                    <a:pt x="1524" y="392"/>
                    <a:pt x="2351" y="153"/>
                    <a:pt x="2351" y="153"/>
                  </a:cubicBezTo>
                  <a:lnTo>
                    <a:pt x="2242" y="131"/>
                  </a:lnTo>
                  <a:lnTo>
                    <a:pt x="632"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1" name="Google Shape;641;g39181ba8852_1_1614"/>
            <p:cNvSpPr/>
            <p:nvPr/>
          </p:nvSpPr>
          <p:spPr>
            <a:xfrm>
              <a:off x="-1027090" y="2734413"/>
              <a:ext cx="50138" cy="45853"/>
            </a:xfrm>
            <a:custGeom>
              <a:rect b="b" l="l" r="r" t="t"/>
              <a:pathLst>
                <a:path extrusionOk="0" h="578" w="632">
                  <a:moveTo>
                    <a:pt x="329" y="0"/>
                  </a:moveTo>
                  <a:cubicBezTo>
                    <a:pt x="207" y="0"/>
                    <a:pt x="79" y="23"/>
                    <a:pt x="44" y="58"/>
                  </a:cubicBezTo>
                  <a:cubicBezTo>
                    <a:pt x="0" y="145"/>
                    <a:pt x="44" y="471"/>
                    <a:pt x="66" y="536"/>
                  </a:cubicBezTo>
                  <a:cubicBezTo>
                    <a:pt x="90" y="560"/>
                    <a:pt x="179" y="578"/>
                    <a:pt x="265" y="578"/>
                  </a:cubicBezTo>
                  <a:cubicBezTo>
                    <a:pt x="337" y="578"/>
                    <a:pt x="406" y="566"/>
                    <a:pt x="436" y="536"/>
                  </a:cubicBezTo>
                  <a:cubicBezTo>
                    <a:pt x="501" y="471"/>
                    <a:pt x="631" y="167"/>
                    <a:pt x="566" y="58"/>
                  </a:cubicBezTo>
                  <a:cubicBezTo>
                    <a:pt x="536" y="17"/>
                    <a:pt x="435" y="0"/>
                    <a:pt x="3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2" name="Google Shape;642;g39181ba8852_1_1614"/>
            <p:cNvSpPr/>
            <p:nvPr/>
          </p:nvSpPr>
          <p:spPr>
            <a:xfrm>
              <a:off x="-1087540" y="2776934"/>
              <a:ext cx="98531" cy="274482"/>
            </a:xfrm>
            <a:custGeom>
              <a:rect b="b" l="l" r="r" t="t"/>
              <a:pathLst>
                <a:path extrusionOk="0" h="3460" w="1242">
                  <a:moveTo>
                    <a:pt x="828" y="0"/>
                  </a:moveTo>
                  <a:lnTo>
                    <a:pt x="1" y="2350"/>
                  </a:lnTo>
                  <a:lnTo>
                    <a:pt x="501" y="3460"/>
                  </a:lnTo>
                  <a:lnTo>
                    <a:pt x="1241" y="2481"/>
                  </a:lnTo>
                  <a:lnTo>
                    <a:pt x="1198"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3" name="Google Shape;643;g39181ba8852_1_1614"/>
            <p:cNvSpPr/>
            <p:nvPr/>
          </p:nvSpPr>
          <p:spPr>
            <a:xfrm>
              <a:off x="-845901" y="2739887"/>
              <a:ext cx="171041" cy="541269"/>
            </a:xfrm>
            <a:custGeom>
              <a:rect b="b" l="l" r="r" t="t"/>
              <a:pathLst>
                <a:path extrusionOk="0" h="6823" w="2156">
                  <a:moveTo>
                    <a:pt x="1243" y="0"/>
                  </a:moveTo>
                  <a:cubicBezTo>
                    <a:pt x="225" y="0"/>
                    <a:pt x="67" y="1509"/>
                    <a:pt x="88" y="3296"/>
                  </a:cubicBezTo>
                  <a:cubicBezTo>
                    <a:pt x="110" y="5668"/>
                    <a:pt x="1" y="6799"/>
                    <a:pt x="893" y="6821"/>
                  </a:cubicBezTo>
                  <a:cubicBezTo>
                    <a:pt x="914" y="6822"/>
                    <a:pt x="935" y="6822"/>
                    <a:pt x="955" y="6822"/>
                  </a:cubicBezTo>
                  <a:cubicBezTo>
                    <a:pt x="1858" y="6822"/>
                    <a:pt x="1554" y="5848"/>
                    <a:pt x="1937" y="3165"/>
                  </a:cubicBezTo>
                  <a:cubicBezTo>
                    <a:pt x="2155" y="1599"/>
                    <a:pt x="1937" y="76"/>
                    <a:pt x="1393" y="11"/>
                  </a:cubicBezTo>
                  <a:cubicBezTo>
                    <a:pt x="1341" y="4"/>
                    <a:pt x="1291" y="0"/>
                    <a:pt x="124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4" name="Google Shape;644;g39181ba8852_1_1614"/>
            <p:cNvSpPr/>
            <p:nvPr/>
          </p:nvSpPr>
          <p:spPr>
            <a:xfrm>
              <a:off x="-1217006" y="2835638"/>
              <a:ext cx="333276" cy="440202"/>
            </a:xfrm>
            <a:custGeom>
              <a:rect b="b" l="l" r="r" t="t"/>
              <a:pathLst>
                <a:path extrusionOk="0" h="5549" w="4201">
                  <a:moveTo>
                    <a:pt x="4113" y="0"/>
                  </a:moveTo>
                  <a:lnTo>
                    <a:pt x="1" y="65"/>
                  </a:lnTo>
                  <a:lnTo>
                    <a:pt x="88" y="5549"/>
                  </a:lnTo>
                  <a:lnTo>
                    <a:pt x="4200" y="5483"/>
                  </a:lnTo>
                  <a:lnTo>
                    <a:pt x="4113"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5" name="Google Shape;645;g39181ba8852_1_1614"/>
            <p:cNvSpPr/>
            <p:nvPr/>
          </p:nvSpPr>
          <p:spPr>
            <a:xfrm>
              <a:off x="-1217006" y="2840794"/>
              <a:ext cx="333276" cy="435046"/>
            </a:xfrm>
            <a:custGeom>
              <a:rect b="b" l="l" r="r" t="t"/>
              <a:pathLst>
                <a:path extrusionOk="0" h="5484" w="4201">
                  <a:moveTo>
                    <a:pt x="1" y="0"/>
                  </a:moveTo>
                  <a:lnTo>
                    <a:pt x="88" y="5484"/>
                  </a:lnTo>
                  <a:lnTo>
                    <a:pt x="4200" y="5418"/>
                  </a:lnTo>
                  <a:lnTo>
                    <a:pt x="4179" y="3917"/>
                  </a:lnTo>
                  <a:cubicBezTo>
                    <a:pt x="4179" y="3917"/>
                    <a:pt x="2351" y="3656"/>
                    <a:pt x="1633" y="2786"/>
                  </a:cubicBezTo>
                  <a:cubicBezTo>
                    <a:pt x="915" y="1915"/>
                    <a:pt x="675" y="22"/>
                    <a:pt x="675"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6" name="Google Shape;646;g39181ba8852_1_1614"/>
            <p:cNvSpPr/>
            <p:nvPr/>
          </p:nvSpPr>
          <p:spPr>
            <a:xfrm>
              <a:off x="-1410254" y="3090286"/>
              <a:ext cx="485118" cy="145253"/>
            </a:xfrm>
            <a:custGeom>
              <a:rect b="b" l="l" r="r" t="t"/>
              <a:pathLst>
                <a:path extrusionOk="0" h="1831" w="6115">
                  <a:moveTo>
                    <a:pt x="4965" y="0"/>
                  </a:moveTo>
                  <a:cubicBezTo>
                    <a:pt x="4233" y="0"/>
                    <a:pt x="3221" y="116"/>
                    <a:pt x="2306" y="141"/>
                  </a:cubicBezTo>
                  <a:cubicBezTo>
                    <a:pt x="696" y="184"/>
                    <a:pt x="0" y="446"/>
                    <a:pt x="218" y="1359"/>
                  </a:cubicBezTo>
                  <a:cubicBezTo>
                    <a:pt x="288" y="1640"/>
                    <a:pt x="630" y="1831"/>
                    <a:pt x="1215" y="1831"/>
                  </a:cubicBezTo>
                  <a:cubicBezTo>
                    <a:pt x="1537" y="1831"/>
                    <a:pt x="1931" y="1773"/>
                    <a:pt x="2393" y="1642"/>
                  </a:cubicBezTo>
                  <a:cubicBezTo>
                    <a:pt x="3917" y="1229"/>
                    <a:pt x="6114" y="663"/>
                    <a:pt x="5984" y="293"/>
                  </a:cubicBezTo>
                  <a:cubicBezTo>
                    <a:pt x="5918" y="68"/>
                    <a:pt x="5523" y="0"/>
                    <a:pt x="4965"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7" name="Google Shape;647;g39181ba8852_1_1614"/>
            <p:cNvSpPr/>
            <p:nvPr/>
          </p:nvSpPr>
          <p:spPr>
            <a:xfrm>
              <a:off x="-937368" y="3125588"/>
              <a:ext cx="63942" cy="22530"/>
            </a:xfrm>
            <a:custGeom>
              <a:rect b="b" l="l" r="r" t="t"/>
              <a:pathLst>
                <a:path extrusionOk="0" h="284" w="806">
                  <a:moveTo>
                    <a:pt x="131" y="1"/>
                  </a:moveTo>
                  <a:cubicBezTo>
                    <a:pt x="44" y="1"/>
                    <a:pt x="1" y="66"/>
                    <a:pt x="1" y="131"/>
                  </a:cubicBezTo>
                  <a:cubicBezTo>
                    <a:pt x="1" y="218"/>
                    <a:pt x="44" y="262"/>
                    <a:pt x="110" y="262"/>
                  </a:cubicBezTo>
                  <a:lnTo>
                    <a:pt x="675" y="283"/>
                  </a:lnTo>
                  <a:cubicBezTo>
                    <a:pt x="741" y="283"/>
                    <a:pt x="806" y="218"/>
                    <a:pt x="806" y="153"/>
                  </a:cubicBezTo>
                  <a:cubicBezTo>
                    <a:pt x="806" y="88"/>
                    <a:pt x="741" y="22"/>
                    <a:pt x="675" y="22"/>
                  </a:cubicBezTo>
                  <a:lnTo>
                    <a:pt x="13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8" name="Google Shape;648;g39181ba8852_1_1614"/>
            <p:cNvSpPr/>
            <p:nvPr/>
          </p:nvSpPr>
          <p:spPr>
            <a:xfrm>
              <a:off x="-935623" y="3106628"/>
              <a:ext cx="63942" cy="22530"/>
            </a:xfrm>
            <a:custGeom>
              <a:rect b="b" l="l" r="r" t="t"/>
              <a:pathLst>
                <a:path extrusionOk="0" h="284" w="806">
                  <a:moveTo>
                    <a:pt x="131" y="0"/>
                  </a:moveTo>
                  <a:cubicBezTo>
                    <a:pt x="66" y="0"/>
                    <a:pt x="1" y="66"/>
                    <a:pt x="1" y="131"/>
                  </a:cubicBezTo>
                  <a:cubicBezTo>
                    <a:pt x="1" y="218"/>
                    <a:pt x="44" y="261"/>
                    <a:pt x="131" y="261"/>
                  </a:cubicBezTo>
                  <a:lnTo>
                    <a:pt x="675" y="283"/>
                  </a:lnTo>
                  <a:cubicBezTo>
                    <a:pt x="740" y="283"/>
                    <a:pt x="806" y="218"/>
                    <a:pt x="806" y="153"/>
                  </a:cubicBezTo>
                  <a:cubicBezTo>
                    <a:pt x="806" y="87"/>
                    <a:pt x="740" y="22"/>
                    <a:pt x="675" y="22"/>
                  </a:cubicBezTo>
                  <a:lnTo>
                    <a:pt x="131" y="0"/>
                  </a:ln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49" name="Google Shape;649;g39181ba8852_1_1614"/>
            <p:cNvSpPr/>
            <p:nvPr/>
          </p:nvSpPr>
          <p:spPr>
            <a:xfrm>
              <a:off x="-935623" y="3089334"/>
              <a:ext cx="63942" cy="20784"/>
            </a:xfrm>
            <a:custGeom>
              <a:rect b="b" l="l" r="r" t="t"/>
              <a:pathLst>
                <a:path extrusionOk="0" h="262" w="806">
                  <a:moveTo>
                    <a:pt x="131" y="1"/>
                  </a:moveTo>
                  <a:cubicBezTo>
                    <a:pt x="66" y="1"/>
                    <a:pt x="1" y="44"/>
                    <a:pt x="1" y="131"/>
                  </a:cubicBezTo>
                  <a:cubicBezTo>
                    <a:pt x="1" y="196"/>
                    <a:pt x="66" y="240"/>
                    <a:pt x="131" y="240"/>
                  </a:cubicBezTo>
                  <a:lnTo>
                    <a:pt x="675" y="262"/>
                  </a:lnTo>
                  <a:cubicBezTo>
                    <a:pt x="762" y="262"/>
                    <a:pt x="806" y="196"/>
                    <a:pt x="806" y="131"/>
                  </a:cubicBezTo>
                  <a:cubicBezTo>
                    <a:pt x="806" y="66"/>
                    <a:pt x="762" y="1"/>
                    <a:pt x="697" y="1"/>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0" name="Google Shape;650;g39181ba8852_1_1614"/>
            <p:cNvSpPr/>
            <p:nvPr/>
          </p:nvSpPr>
          <p:spPr>
            <a:xfrm>
              <a:off x="-935623" y="3070374"/>
              <a:ext cx="63942" cy="20784"/>
            </a:xfrm>
            <a:custGeom>
              <a:rect b="b" l="l" r="r" t="t"/>
              <a:pathLst>
                <a:path extrusionOk="0" h="262" w="806">
                  <a:moveTo>
                    <a:pt x="131" y="0"/>
                  </a:moveTo>
                  <a:cubicBezTo>
                    <a:pt x="66" y="0"/>
                    <a:pt x="1" y="66"/>
                    <a:pt x="1" y="131"/>
                  </a:cubicBezTo>
                  <a:cubicBezTo>
                    <a:pt x="1" y="196"/>
                    <a:pt x="66" y="261"/>
                    <a:pt x="131" y="261"/>
                  </a:cubicBezTo>
                  <a:lnTo>
                    <a:pt x="675" y="261"/>
                  </a:lnTo>
                  <a:cubicBezTo>
                    <a:pt x="740" y="261"/>
                    <a:pt x="806" y="218"/>
                    <a:pt x="806" y="153"/>
                  </a:cubicBezTo>
                  <a:cubicBezTo>
                    <a:pt x="806" y="66"/>
                    <a:pt x="740" y="22"/>
                    <a:pt x="675" y="22"/>
                  </a:cubicBezTo>
                  <a:lnTo>
                    <a:pt x="131" y="0"/>
                  </a:ln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1" name="Google Shape;651;g39181ba8852_1_1614"/>
            <p:cNvSpPr/>
            <p:nvPr/>
          </p:nvSpPr>
          <p:spPr>
            <a:xfrm>
              <a:off x="-1025345" y="3063235"/>
              <a:ext cx="148510" cy="93689"/>
            </a:xfrm>
            <a:custGeom>
              <a:rect b="b" l="l" r="r" t="t"/>
              <a:pathLst>
                <a:path extrusionOk="0" h="1181" w="1872">
                  <a:moveTo>
                    <a:pt x="1050" y="1"/>
                  </a:moveTo>
                  <a:cubicBezTo>
                    <a:pt x="1031" y="1"/>
                    <a:pt x="1014" y="2"/>
                    <a:pt x="1001" y="3"/>
                  </a:cubicBezTo>
                  <a:cubicBezTo>
                    <a:pt x="827" y="25"/>
                    <a:pt x="0" y="373"/>
                    <a:pt x="0" y="373"/>
                  </a:cubicBezTo>
                  <a:lnTo>
                    <a:pt x="370" y="1091"/>
                  </a:lnTo>
                  <a:cubicBezTo>
                    <a:pt x="370" y="1091"/>
                    <a:pt x="631" y="1156"/>
                    <a:pt x="914" y="1178"/>
                  </a:cubicBezTo>
                  <a:cubicBezTo>
                    <a:pt x="936" y="1180"/>
                    <a:pt x="959" y="1181"/>
                    <a:pt x="984" y="1181"/>
                  </a:cubicBezTo>
                  <a:cubicBezTo>
                    <a:pt x="1284" y="1181"/>
                    <a:pt x="1784" y="1069"/>
                    <a:pt x="1784" y="1069"/>
                  </a:cubicBezTo>
                  <a:cubicBezTo>
                    <a:pt x="1784" y="1069"/>
                    <a:pt x="1697" y="656"/>
                    <a:pt x="1675" y="504"/>
                  </a:cubicBezTo>
                  <a:cubicBezTo>
                    <a:pt x="1654" y="351"/>
                    <a:pt x="1871" y="112"/>
                    <a:pt x="1871" y="112"/>
                  </a:cubicBezTo>
                  <a:cubicBezTo>
                    <a:pt x="1871" y="112"/>
                    <a:pt x="1278" y="1"/>
                    <a:pt x="1050" y="1"/>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2" name="Google Shape;652;g39181ba8852_1_1614"/>
            <p:cNvSpPr/>
            <p:nvPr/>
          </p:nvSpPr>
          <p:spPr>
            <a:xfrm>
              <a:off x="-1172106" y="3066249"/>
              <a:ext cx="461001" cy="219347"/>
            </a:xfrm>
            <a:custGeom>
              <a:rect b="b" l="l" r="r" t="t"/>
              <a:pathLst>
                <a:path extrusionOk="0" h="2765" w="5811">
                  <a:moveTo>
                    <a:pt x="433" y="0"/>
                  </a:moveTo>
                  <a:cubicBezTo>
                    <a:pt x="246" y="0"/>
                    <a:pt x="129" y="35"/>
                    <a:pt x="109" y="118"/>
                  </a:cubicBezTo>
                  <a:cubicBezTo>
                    <a:pt x="1" y="640"/>
                    <a:pt x="1741" y="1293"/>
                    <a:pt x="3090" y="2054"/>
                  </a:cubicBezTo>
                  <a:cubicBezTo>
                    <a:pt x="3857" y="2487"/>
                    <a:pt x="4518" y="2765"/>
                    <a:pt x="4990" y="2765"/>
                  </a:cubicBezTo>
                  <a:cubicBezTo>
                    <a:pt x="5348" y="2765"/>
                    <a:pt x="5598" y="2604"/>
                    <a:pt x="5701" y="2228"/>
                  </a:cubicBezTo>
                  <a:cubicBezTo>
                    <a:pt x="5810" y="1815"/>
                    <a:pt x="4983" y="1075"/>
                    <a:pt x="3721" y="749"/>
                  </a:cubicBezTo>
                  <a:cubicBezTo>
                    <a:pt x="2588" y="427"/>
                    <a:pt x="1086" y="0"/>
                    <a:pt x="433" y="0"/>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3" name="Google Shape;653;g39181ba8852_1_1614"/>
            <p:cNvSpPr/>
            <p:nvPr/>
          </p:nvSpPr>
          <p:spPr>
            <a:xfrm>
              <a:off x="-1234221" y="3018572"/>
              <a:ext cx="146765" cy="107095"/>
            </a:xfrm>
            <a:custGeom>
              <a:rect b="b" l="l" r="r" t="t"/>
              <a:pathLst>
                <a:path extrusionOk="0" h="1350" w="1850">
                  <a:moveTo>
                    <a:pt x="174" y="1"/>
                  </a:moveTo>
                  <a:cubicBezTo>
                    <a:pt x="174" y="1"/>
                    <a:pt x="327" y="283"/>
                    <a:pt x="261" y="436"/>
                  </a:cubicBezTo>
                  <a:cubicBezTo>
                    <a:pt x="196" y="566"/>
                    <a:pt x="0" y="936"/>
                    <a:pt x="0" y="936"/>
                  </a:cubicBezTo>
                  <a:cubicBezTo>
                    <a:pt x="0" y="936"/>
                    <a:pt x="501" y="1154"/>
                    <a:pt x="762" y="1241"/>
                  </a:cubicBezTo>
                  <a:cubicBezTo>
                    <a:pt x="1197" y="1350"/>
                    <a:pt x="1436" y="1350"/>
                    <a:pt x="1436" y="1350"/>
                  </a:cubicBezTo>
                  <a:lnTo>
                    <a:pt x="1850" y="675"/>
                  </a:lnTo>
                  <a:cubicBezTo>
                    <a:pt x="1850" y="675"/>
                    <a:pt x="1197" y="196"/>
                    <a:pt x="1045" y="131"/>
                  </a:cubicBezTo>
                  <a:cubicBezTo>
                    <a:pt x="871" y="66"/>
                    <a:pt x="175" y="1"/>
                    <a:pt x="174"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654" name="Google Shape;654;g39181ba8852_1_1614"/>
          <p:cNvGrpSpPr/>
          <p:nvPr/>
        </p:nvGrpSpPr>
        <p:grpSpPr>
          <a:xfrm>
            <a:off x="-218295" y="3001225"/>
            <a:ext cx="1064791" cy="3856602"/>
            <a:chOff x="-163725" y="2250975"/>
            <a:chExt cx="798614" cy="2892524"/>
          </a:xfrm>
        </p:grpSpPr>
        <p:sp>
          <p:nvSpPr>
            <p:cNvPr id="655" name="Google Shape;655;g39181ba8852_1_1614"/>
            <p:cNvSpPr/>
            <p:nvPr/>
          </p:nvSpPr>
          <p:spPr>
            <a:xfrm>
              <a:off x="212628" y="2758945"/>
              <a:ext cx="406911" cy="472834"/>
            </a:xfrm>
            <a:custGeom>
              <a:rect b="b" l="l" r="r" t="t"/>
              <a:pathLst>
                <a:path extrusionOk="0" h="6068" w="5222">
                  <a:moveTo>
                    <a:pt x="1308" y="0"/>
                  </a:moveTo>
                  <a:cubicBezTo>
                    <a:pt x="1138" y="0"/>
                    <a:pt x="956" y="38"/>
                    <a:pt x="762" y="126"/>
                  </a:cubicBezTo>
                  <a:cubicBezTo>
                    <a:pt x="1" y="474"/>
                    <a:pt x="66" y="1214"/>
                    <a:pt x="458" y="1953"/>
                  </a:cubicBezTo>
                  <a:cubicBezTo>
                    <a:pt x="849" y="2671"/>
                    <a:pt x="3656" y="6022"/>
                    <a:pt x="3917" y="6066"/>
                  </a:cubicBezTo>
                  <a:cubicBezTo>
                    <a:pt x="3926" y="6067"/>
                    <a:pt x="3935" y="6068"/>
                    <a:pt x="3945" y="6068"/>
                  </a:cubicBezTo>
                  <a:cubicBezTo>
                    <a:pt x="4244" y="6068"/>
                    <a:pt x="5221" y="5445"/>
                    <a:pt x="5179" y="5087"/>
                  </a:cubicBezTo>
                  <a:cubicBezTo>
                    <a:pt x="5136" y="4695"/>
                    <a:pt x="3177" y="1496"/>
                    <a:pt x="2764" y="952"/>
                  </a:cubicBezTo>
                  <a:cubicBezTo>
                    <a:pt x="2421" y="524"/>
                    <a:pt x="1943" y="0"/>
                    <a:pt x="1308"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6" name="Google Shape;656;g39181ba8852_1_1614"/>
            <p:cNvSpPr/>
            <p:nvPr/>
          </p:nvSpPr>
          <p:spPr>
            <a:xfrm>
              <a:off x="-151881" y="2480454"/>
              <a:ext cx="562990" cy="1236085"/>
            </a:xfrm>
            <a:custGeom>
              <a:rect b="b" l="l" r="r" t="t"/>
              <a:pathLst>
                <a:path extrusionOk="0" h="15863" w="7225">
                  <a:moveTo>
                    <a:pt x="2960" y="1"/>
                  </a:moveTo>
                  <a:cubicBezTo>
                    <a:pt x="2960" y="1"/>
                    <a:pt x="2851" y="2438"/>
                    <a:pt x="2699" y="2568"/>
                  </a:cubicBezTo>
                  <a:cubicBezTo>
                    <a:pt x="2264" y="2938"/>
                    <a:pt x="653" y="3243"/>
                    <a:pt x="371" y="3896"/>
                  </a:cubicBezTo>
                  <a:cubicBezTo>
                    <a:pt x="1" y="4657"/>
                    <a:pt x="2002" y="8138"/>
                    <a:pt x="2264" y="9292"/>
                  </a:cubicBezTo>
                  <a:cubicBezTo>
                    <a:pt x="2525" y="10445"/>
                    <a:pt x="1981" y="12229"/>
                    <a:pt x="1807" y="13360"/>
                  </a:cubicBezTo>
                  <a:cubicBezTo>
                    <a:pt x="1633" y="14492"/>
                    <a:pt x="5179" y="15862"/>
                    <a:pt x="5310" y="15862"/>
                  </a:cubicBezTo>
                  <a:cubicBezTo>
                    <a:pt x="5440" y="15862"/>
                    <a:pt x="6593" y="14796"/>
                    <a:pt x="6811" y="14426"/>
                  </a:cubicBezTo>
                  <a:cubicBezTo>
                    <a:pt x="7029" y="14057"/>
                    <a:pt x="6811" y="11163"/>
                    <a:pt x="6811" y="10423"/>
                  </a:cubicBezTo>
                  <a:cubicBezTo>
                    <a:pt x="6811" y="9683"/>
                    <a:pt x="6985" y="7094"/>
                    <a:pt x="7007" y="6920"/>
                  </a:cubicBezTo>
                  <a:cubicBezTo>
                    <a:pt x="7224" y="5788"/>
                    <a:pt x="6942" y="4896"/>
                    <a:pt x="6898" y="4657"/>
                  </a:cubicBezTo>
                  <a:cubicBezTo>
                    <a:pt x="6855" y="4418"/>
                    <a:pt x="6855" y="4026"/>
                    <a:pt x="6746" y="3874"/>
                  </a:cubicBezTo>
                  <a:cubicBezTo>
                    <a:pt x="6506" y="3569"/>
                    <a:pt x="5179" y="3156"/>
                    <a:pt x="5157" y="3003"/>
                  </a:cubicBezTo>
                  <a:cubicBezTo>
                    <a:pt x="5136" y="2851"/>
                    <a:pt x="4962" y="741"/>
                    <a:pt x="4962" y="741"/>
                  </a:cubicBezTo>
                  <a:lnTo>
                    <a:pt x="2960" y="1"/>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7" name="Google Shape;657;g39181ba8852_1_1614"/>
            <p:cNvSpPr/>
            <p:nvPr/>
          </p:nvSpPr>
          <p:spPr>
            <a:xfrm>
              <a:off x="-138323" y="2680556"/>
              <a:ext cx="544367" cy="787173"/>
            </a:xfrm>
            <a:custGeom>
              <a:rect b="b" l="l" r="r" t="t"/>
              <a:pathLst>
                <a:path extrusionOk="0" h="10102" w="6986">
                  <a:moveTo>
                    <a:pt x="2525" y="0"/>
                  </a:moveTo>
                  <a:cubicBezTo>
                    <a:pt x="2525" y="0"/>
                    <a:pt x="1132" y="631"/>
                    <a:pt x="697" y="849"/>
                  </a:cubicBezTo>
                  <a:cubicBezTo>
                    <a:pt x="284" y="1045"/>
                    <a:pt x="1" y="1415"/>
                    <a:pt x="23" y="1980"/>
                  </a:cubicBezTo>
                  <a:cubicBezTo>
                    <a:pt x="44" y="2546"/>
                    <a:pt x="1807" y="6789"/>
                    <a:pt x="1872" y="7028"/>
                  </a:cubicBezTo>
                  <a:cubicBezTo>
                    <a:pt x="1916" y="7267"/>
                    <a:pt x="1393" y="9509"/>
                    <a:pt x="1676" y="9726"/>
                  </a:cubicBezTo>
                  <a:cubicBezTo>
                    <a:pt x="1741" y="9791"/>
                    <a:pt x="3330" y="9987"/>
                    <a:pt x="4744" y="10074"/>
                  </a:cubicBezTo>
                  <a:cubicBezTo>
                    <a:pt x="5364" y="10096"/>
                    <a:pt x="5876" y="10101"/>
                    <a:pt x="6232" y="10101"/>
                  </a:cubicBezTo>
                  <a:cubicBezTo>
                    <a:pt x="6588" y="10101"/>
                    <a:pt x="6789" y="10096"/>
                    <a:pt x="6789" y="10096"/>
                  </a:cubicBezTo>
                  <a:cubicBezTo>
                    <a:pt x="6789" y="10096"/>
                    <a:pt x="6702" y="8007"/>
                    <a:pt x="6768" y="7180"/>
                  </a:cubicBezTo>
                  <a:cubicBezTo>
                    <a:pt x="6855" y="6201"/>
                    <a:pt x="6855" y="5440"/>
                    <a:pt x="6898" y="4874"/>
                  </a:cubicBezTo>
                  <a:cubicBezTo>
                    <a:pt x="6985" y="3873"/>
                    <a:pt x="6963" y="2764"/>
                    <a:pt x="6898" y="2502"/>
                  </a:cubicBezTo>
                  <a:cubicBezTo>
                    <a:pt x="6833" y="2263"/>
                    <a:pt x="6746" y="1610"/>
                    <a:pt x="6572" y="1306"/>
                  </a:cubicBezTo>
                  <a:cubicBezTo>
                    <a:pt x="6398" y="1001"/>
                    <a:pt x="5070" y="544"/>
                    <a:pt x="5070" y="544"/>
                  </a:cubicBezTo>
                  <a:lnTo>
                    <a:pt x="4679" y="1284"/>
                  </a:lnTo>
                  <a:lnTo>
                    <a:pt x="2525"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8" name="Google Shape;658;g39181ba8852_1_1614"/>
            <p:cNvSpPr/>
            <p:nvPr/>
          </p:nvSpPr>
          <p:spPr>
            <a:xfrm>
              <a:off x="-101057" y="2738218"/>
              <a:ext cx="501977" cy="713458"/>
            </a:xfrm>
            <a:custGeom>
              <a:rect b="b" l="l" r="r" t="t"/>
              <a:pathLst>
                <a:path extrusionOk="0" h="9156" w="6442">
                  <a:moveTo>
                    <a:pt x="654" y="0"/>
                  </a:moveTo>
                  <a:lnTo>
                    <a:pt x="654" y="0"/>
                  </a:lnTo>
                  <a:cubicBezTo>
                    <a:pt x="653" y="0"/>
                    <a:pt x="1" y="1197"/>
                    <a:pt x="23" y="1632"/>
                  </a:cubicBezTo>
                  <a:cubicBezTo>
                    <a:pt x="23" y="2089"/>
                    <a:pt x="1132" y="4983"/>
                    <a:pt x="1350" y="5592"/>
                  </a:cubicBezTo>
                  <a:cubicBezTo>
                    <a:pt x="1568" y="6179"/>
                    <a:pt x="893" y="8507"/>
                    <a:pt x="1176" y="8899"/>
                  </a:cubicBezTo>
                  <a:cubicBezTo>
                    <a:pt x="1314" y="9106"/>
                    <a:pt x="1837" y="9155"/>
                    <a:pt x="2298" y="9155"/>
                  </a:cubicBezTo>
                  <a:cubicBezTo>
                    <a:pt x="2707" y="9155"/>
                    <a:pt x="3069" y="9117"/>
                    <a:pt x="3069" y="9117"/>
                  </a:cubicBezTo>
                  <a:cubicBezTo>
                    <a:pt x="3069" y="9117"/>
                    <a:pt x="2590" y="8573"/>
                    <a:pt x="2808" y="8246"/>
                  </a:cubicBezTo>
                  <a:cubicBezTo>
                    <a:pt x="3047" y="7920"/>
                    <a:pt x="6441" y="6810"/>
                    <a:pt x="6441" y="6810"/>
                  </a:cubicBezTo>
                  <a:cubicBezTo>
                    <a:pt x="6441" y="6810"/>
                    <a:pt x="3961" y="5418"/>
                    <a:pt x="3395" y="5309"/>
                  </a:cubicBezTo>
                  <a:cubicBezTo>
                    <a:pt x="2851" y="5200"/>
                    <a:pt x="1002" y="2459"/>
                    <a:pt x="545" y="1849"/>
                  </a:cubicBezTo>
                  <a:cubicBezTo>
                    <a:pt x="110" y="1240"/>
                    <a:pt x="654" y="0"/>
                    <a:pt x="654"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59" name="Google Shape;659;g39181ba8852_1_1614"/>
            <p:cNvSpPr/>
            <p:nvPr/>
          </p:nvSpPr>
          <p:spPr>
            <a:xfrm>
              <a:off x="66840" y="2548323"/>
              <a:ext cx="172988" cy="132312"/>
            </a:xfrm>
            <a:custGeom>
              <a:rect b="b" l="l" r="r" t="t"/>
              <a:pathLst>
                <a:path extrusionOk="0" h="1698" w="2220">
                  <a:moveTo>
                    <a:pt x="66" y="0"/>
                  </a:moveTo>
                  <a:lnTo>
                    <a:pt x="1" y="1284"/>
                  </a:lnTo>
                  <a:lnTo>
                    <a:pt x="675" y="1697"/>
                  </a:lnTo>
                  <a:lnTo>
                    <a:pt x="2220" y="1088"/>
                  </a:lnTo>
                  <a:lnTo>
                    <a:pt x="66"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0" name="Google Shape;660;g39181ba8852_1_1614"/>
            <p:cNvSpPr/>
            <p:nvPr/>
          </p:nvSpPr>
          <p:spPr>
            <a:xfrm>
              <a:off x="-163725" y="2754192"/>
              <a:ext cx="203534" cy="533457"/>
            </a:xfrm>
            <a:custGeom>
              <a:rect b="b" l="l" r="r" t="t"/>
              <a:pathLst>
                <a:path extrusionOk="0" h="6846" w="2612">
                  <a:moveTo>
                    <a:pt x="1127" y="1"/>
                  </a:moveTo>
                  <a:cubicBezTo>
                    <a:pt x="411" y="1"/>
                    <a:pt x="126" y="619"/>
                    <a:pt x="66" y="1405"/>
                  </a:cubicBezTo>
                  <a:cubicBezTo>
                    <a:pt x="0" y="2232"/>
                    <a:pt x="588" y="6540"/>
                    <a:pt x="784" y="6714"/>
                  </a:cubicBezTo>
                  <a:cubicBezTo>
                    <a:pt x="868" y="6798"/>
                    <a:pt x="1139" y="6846"/>
                    <a:pt x="1436" y="6846"/>
                  </a:cubicBezTo>
                  <a:cubicBezTo>
                    <a:pt x="1832" y="6846"/>
                    <a:pt x="2273" y="6761"/>
                    <a:pt x="2372" y="6562"/>
                  </a:cubicBezTo>
                  <a:cubicBezTo>
                    <a:pt x="2546" y="6214"/>
                    <a:pt x="2611" y="2471"/>
                    <a:pt x="2546" y="1775"/>
                  </a:cubicBezTo>
                  <a:cubicBezTo>
                    <a:pt x="2459" y="1101"/>
                    <a:pt x="2285" y="143"/>
                    <a:pt x="1306" y="13"/>
                  </a:cubicBezTo>
                  <a:cubicBezTo>
                    <a:pt x="1244" y="5"/>
                    <a:pt x="1184" y="1"/>
                    <a:pt x="1127"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1" name="Google Shape;661;g39181ba8852_1_1614"/>
            <p:cNvSpPr/>
            <p:nvPr/>
          </p:nvSpPr>
          <p:spPr>
            <a:xfrm>
              <a:off x="4115" y="2258222"/>
              <a:ext cx="332417" cy="373794"/>
            </a:xfrm>
            <a:custGeom>
              <a:rect b="b" l="l" r="r" t="t"/>
              <a:pathLst>
                <a:path extrusionOk="0" h="4797" w="4266">
                  <a:moveTo>
                    <a:pt x="2013" y="0"/>
                  </a:moveTo>
                  <a:cubicBezTo>
                    <a:pt x="1610" y="0"/>
                    <a:pt x="1209" y="133"/>
                    <a:pt x="893" y="481"/>
                  </a:cubicBezTo>
                  <a:cubicBezTo>
                    <a:pt x="0" y="1417"/>
                    <a:pt x="196" y="2505"/>
                    <a:pt x="523" y="3201"/>
                  </a:cubicBezTo>
                  <a:cubicBezTo>
                    <a:pt x="784" y="3745"/>
                    <a:pt x="1067" y="4050"/>
                    <a:pt x="1632" y="4419"/>
                  </a:cubicBezTo>
                  <a:cubicBezTo>
                    <a:pt x="1752" y="4479"/>
                    <a:pt x="2700" y="4797"/>
                    <a:pt x="3038" y="4797"/>
                  </a:cubicBezTo>
                  <a:cubicBezTo>
                    <a:pt x="3068" y="4797"/>
                    <a:pt x="3093" y="4795"/>
                    <a:pt x="3112" y="4789"/>
                  </a:cubicBezTo>
                  <a:cubicBezTo>
                    <a:pt x="3264" y="4768"/>
                    <a:pt x="3525" y="3614"/>
                    <a:pt x="3591" y="3614"/>
                  </a:cubicBezTo>
                  <a:cubicBezTo>
                    <a:pt x="3598" y="3618"/>
                    <a:pt x="3608" y="3620"/>
                    <a:pt x="3619" y="3620"/>
                  </a:cubicBezTo>
                  <a:cubicBezTo>
                    <a:pt x="3675" y="3620"/>
                    <a:pt x="3768" y="3574"/>
                    <a:pt x="3786" y="3484"/>
                  </a:cubicBezTo>
                  <a:cubicBezTo>
                    <a:pt x="3808" y="3353"/>
                    <a:pt x="3765" y="2505"/>
                    <a:pt x="3808" y="2418"/>
                  </a:cubicBezTo>
                  <a:cubicBezTo>
                    <a:pt x="3852" y="2331"/>
                    <a:pt x="4265" y="1395"/>
                    <a:pt x="3721" y="764"/>
                  </a:cubicBezTo>
                  <a:cubicBezTo>
                    <a:pt x="3431" y="404"/>
                    <a:pt x="2717" y="0"/>
                    <a:pt x="2013"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2" name="Google Shape;662;g39181ba8852_1_1614"/>
            <p:cNvSpPr/>
            <p:nvPr/>
          </p:nvSpPr>
          <p:spPr>
            <a:xfrm>
              <a:off x="-4379" y="2250975"/>
              <a:ext cx="318859" cy="302495"/>
            </a:xfrm>
            <a:custGeom>
              <a:rect b="b" l="l" r="r" t="t"/>
              <a:pathLst>
                <a:path extrusionOk="0" h="3882" w="4092">
                  <a:moveTo>
                    <a:pt x="2362" y="0"/>
                  </a:moveTo>
                  <a:cubicBezTo>
                    <a:pt x="1844" y="0"/>
                    <a:pt x="1024" y="197"/>
                    <a:pt x="588" y="1053"/>
                  </a:cubicBezTo>
                  <a:cubicBezTo>
                    <a:pt x="1" y="2228"/>
                    <a:pt x="697" y="3860"/>
                    <a:pt x="980" y="3881"/>
                  </a:cubicBezTo>
                  <a:cubicBezTo>
                    <a:pt x="1089" y="3881"/>
                    <a:pt x="1502" y="3337"/>
                    <a:pt x="1306" y="2228"/>
                  </a:cubicBezTo>
                  <a:cubicBezTo>
                    <a:pt x="1306" y="2221"/>
                    <a:pt x="1309" y="2218"/>
                    <a:pt x="1313" y="2218"/>
                  </a:cubicBezTo>
                  <a:cubicBezTo>
                    <a:pt x="1382" y="2218"/>
                    <a:pt x="1945" y="2908"/>
                    <a:pt x="2054" y="2908"/>
                  </a:cubicBezTo>
                  <a:cubicBezTo>
                    <a:pt x="2060" y="2908"/>
                    <a:pt x="2065" y="2906"/>
                    <a:pt x="2068" y="2902"/>
                  </a:cubicBezTo>
                  <a:cubicBezTo>
                    <a:pt x="2133" y="2837"/>
                    <a:pt x="1807" y="1858"/>
                    <a:pt x="2068" y="1662"/>
                  </a:cubicBezTo>
                  <a:cubicBezTo>
                    <a:pt x="2575" y="1299"/>
                    <a:pt x="3011" y="1194"/>
                    <a:pt x="3347" y="1194"/>
                  </a:cubicBezTo>
                  <a:cubicBezTo>
                    <a:pt x="3817" y="1194"/>
                    <a:pt x="4091" y="1401"/>
                    <a:pt x="4091" y="1401"/>
                  </a:cubicBezTo>
                  <a:cubicBezTo>
                    <a:pt x="3982" y="357"/>
                    <a:pt x="3069" y="161"/>
                    <a:pt x="2764" y="52"/>
                  </a:cubicBezTo>
                  <a:cubicBezTo>
                    <a:pt x="2685" y="24"/>
                    <a:pt x="2542" y="0"/>
                    <a:pt x="236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3" name="Google Shape;663;g39181ba8852_1_1614"/>
            <p:cNvSpPr/>
            <p:nvPr/>
          </p:nvSpPr>
          <p:spPr>
            <a:xfrm>
              <a:off x="85463" y="2414142"/>
              <a:ext cx="54390" cy="100442"/>
            </a:xfrm>
            <a:custGeom>
              <a:rect b="b" l="l" r="r" t="t"/>
              <a:pathLst>
                <a:path extrusionOk="0" h="1289" w="698">
                  <a:moveTo>
                    <a:pt x="329" y="1"/>
                  </a:moveTo>
                  <a:cubicBezTo>
                    <a:pt x="315" y="1"/>
                    <a:pt x="300" y="1"/>
                    <a:pt x="284" y="3"/>
                  </a:cubicBezTo>
                  <a:cubicBezTo>
                    <a:pt x="110" y="25"/>
                    <a:pt x="1" y="351"/>
                    <a:pt x="66" y="700"/>
                  </a:cubicBezTo>
                  <a:cubicBezTo>
                    <a:pt x="108" y="1034"/>
                    <a:pt x="311" y="1288"/>
                    <a:pt x="481" y="1288"/>
                  </a:cubicBezTo>
                  <a:cubicBezTo>
                    <a:pt x="488" y="1288"/>
                    <a:pt x="495" y="1288"/>
                    <a:pt x="501" y="1287"/>
                  </a:cubicBezTo>
                  <a:cubicBezTo>
                    <a:pt x="697" y="1265"/>
                    <a:pt x="697" y="787"/>
                    <a:pt x="632" y="438"/>
                  </a:cubicBezTo>
                  <a:cubicBezTo>
                    <a:pt x="592" y="118"/>
                    <a:pt x="497" y="1"/>
                    <a:pt x="329"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4" name="Google Shape;664;g39181ba8852_1_1614"/>
            <p:cNvSpPr/>
            <p:nvPr/>
          </p:nvSpPr>
          <p:spPr>
            <a:xfrm>
              <a:off x="141409" y="5055834"/>
              <a:ext cx="108624" cy="20416"/>
            </a:xfrm>
            <a:custGeom>
              <a:rect b="b" l="l" r="r" t="t"/>
              <a:pathLst>
                <a:path extrusionOk="0" h="262" w="1394">
                  <a:moveTo>
                    <a:pt x="1" y="0"/>
                  </a:moveTo>
                  <a:lnTo>
                    <a:pt x="1" y="261"/>
                  </a:lnTo>
                  <a:lnTo>
                    <a:pt x="1393" y="261"/>
                  </a:lnTo>
                  <a:lnTo>
                    <a:pt x="1393" y="0"/>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5" name="Google Shape;665;g39181ba8852_1_1614"/>
            <p:cNvSpPr/>
            <p:nvPr/>
          </p:nvSpPr>
          <p:spPr>
            <a:xfrm>
              <a:off x="119436" y="4912459"/>
              <a:ext cx="412054" cy="180780"/>
            </a:xfrm>
            <a:custGeom>
              <a:rect b="b" l="l" r="r" t="t"/>
              <a:pathLst>
                <a:path extrusionOk="0" h="2320" w="5288">
                  <a:moveTo>
                    <a:pt x="501" y="0"/>
                  </a:moveTo>
                  <a:cubicBezTo>
                    <a:pt x="411" y="0"/>
                    <a:pt x="353" y="4"/>
                    <a:pt x="348" y="13"/>
                  </a:cubicBezTo>
                  <a:cubicBezTo>
                    <a:pt x="152" y="274"/>
                    <a:pt x="44" y="752"/>
                    <a:pt x="22" y="992"/>
                  </a:cubicBezTo>
                  <a:cubicBezTo>
                    <a:pt x="0" y="1253"/>
                    <a:pt x="152" y="1840"/>
                    <a:pt x="348" y="1840"/>
                  </a:cubicBezTo>
                  <a:cubicBezTo>
                    <a:pt x="870" y="1840"/>
                    <a:pt x="1480" y="1862"/>
                    <a:pt x="2024" y="1927"/>
                  </a:cubicBezTo>
                  <a:cubicBezTo>
                    <a:pt x="2568" y="1993"/>
                    <a:pt x="2763" y="2319"/>
                    <a:pt x="4156" y="2319"/>
                  </a:cubicBezTo>
                  <a:cubicBezTo>
                    <a:pt x="4548" y="2319"/>
                    <a:pt x="5287" y="2276"/>
                    <a:pt x="5266" y="2123"/>
                  </a:cubicBezTo>
                  <a:cubicBezTo>
                    <a:pt x="5244" y="1949"/>
                    <a:pt x="3938" y="1666"/>
                    <a:pt x="3525" y="1275"/>
                  </a:cubicBezTo>
                  <a:cubicBezTo>
                    <a:pt x="2459" y="296"/>
                    <a:pt x="1741" y="56"/>
                    <a:pt x="1741" y="56"/>
                  </a:cubicBezTo>
                  <a:cubicBezTo>
                    <a:pt x="1741" y="56"/>
                    <a:pt x="863" y="0"/>
                    <a:pt x="5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6" name="Google Shape;666;g39181ba8852_1_1614"/>
            <p:cNvSpPr/>
            <p:nvPr/>
          </p:nvSpPr>
          <p:spPr>
            <a:xfrm>
              <a:off x="39724" y="3463978"/>
              <a:ext cx="359534" cy="1502502"/>
            </a:xfrm>
            <a:custGeom>
              <a:rect b="b" l="l" r="r" t="t"/>
              <a:pathLst>
                <a:path extrusionOk="0" h="19282" w="4614">
                  <a:moveTo>
                    <a:pt x="4380" y="0"/>
                  </a:moveTo>
                  <a:cubicBezTo>
                    <a:pt x="3680" y="0"/>
                    <a:pt x="262" y="999"/>
                    <a:pt x="262" y="999"/>
                  </a:cubicBezTo>
                  <a:cubicBezTo>
                    <a:pt x="262" y="999"/>
                    <a:pt x="174" y="1565"/>
                    <a:pt x="87" y="2370"/>
                  </a:cubicBezTo>
                  <a:cubicBezTo>
                    <a:pt x="0" y="3175"/>
                    <a:pt x="784" y="5743"/>
                    <a:pt x="1067" y="7766"/>
                  </a:cubicBezTo>
                  <a:cubicBezTo>
                    <a:pt x="1328" y="9790"/>
                    <a:pt x="1502" y="10203"/>
                    <a:pt x="1436" y="10682"/>
                  </a:cubicBezTo>
                  <a:cubicBezTo>
                    <a:pt x="1371" y="11160"/>
                    <a:pt x="762" y="13097"/>
                    <a:pt x="849" y="14381"/>
                  </a:cubicBezTo>
                  <a:cubicBezTo>
                    <a:pt x="914" y="15686"/>
                    <a:pt x="1175" y="19059"/>
                    <a:pt x="1175" y="19059"/>
                  </a:cubicBezTo>
                  <a:cubicBezTo>
                    <a:pt x="1175" y="19059"/>
                    <a:pt x="1567" y="19233"/>
                    <a:pt x="2220" y="19276"/>
                  </a:cubicBezTo>
                  <a:cubicBezTo>
                    <a:pt x="2257" y="19280"/>
                    <a:pt x="2293" y="19281"/>
                    <a:pt x="2328" y="19281"/>
                  </a:cubicBezTo>
                  <a:cubicBezTo>
                    <a:pt x="2943" y="19281"/>
                    <a:pt x="3351" y="18776"/>
                    <a:pt x="3351" y="18776"/>
                  </a:cubicBezTo>
                  <a:cubicBezTo>
                    <a:pt x="3351" y="18776"/>
                    <a:pt x="3873" y="11247"/>
                    <a:pt x="3960" y="10464"/>
                  </a:cubicBezTo>
                  <a:cubicBezTo>
                    <a:pt x="4026" y="9942"/>
                    <a:pt x="4439" y="6395"/>
                    <a:pt x="4570" y="3502"/>
                  </a:cubicBezTo>
                  <a:cubicBezTo>
                    <a:pt x="4613" y="2566"/>
                    <a:pt x="4504" y="412"/>
                    <a:pt x="4504" y="42"/>
                  </a:cubicBezTo>
                  <a:cubicBezTo>
                    <a:pt x="4504" y="13"/>
                    <a:pt x="4460" y="0"/>
                    <a:pt x="438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7" name="Google Shape;667;g39181ba8852_1_1614"/>
            <p:cNvSpPr/>
            <p:nvPr/>
          </p:nvSpPr>
          <p:spPr>
            <a:xfrm>
              <a:off x="-41624"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8" name="Google Shape;668;g39181ba8852_1_1614"/>
            <p:cNvSpPr/>
            <p:nvPr/>
          </p:nvSpPr>
          <p:spPr>
            <a:xfrm>
              <a:off x="-41637"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69" name="Google Shape;669;g39181ba8852_1_1614"/>
            <p:cNvSpPr/>
            <p:nvPr/>
          </p:nvSpPr>
          <p:spPr>
            <a:xfrm>
              <a:off x="-2677" y="5084665"/>
              <a:ext cx="108546" cy="28909"/>
            </a:xfrm>
            <a:custGeom>
              <a:rect b="b" l="l" r="r" t="t"/>
              <a:pathLst>
                <a:path extrusionOk="0" h="371" w="1393">
                  <a:moveTo>
                    <a:pt x="22" y="0"/>
                  </a:moveTo>
                  <a:lnTo>
                    <a:pt x="0" y="283"/>
                  </a:lnTo>
                  <a:lnTo>
                    <a:pt x="1371" y="370"/>
                  </a:lnTo>
                  <a:lnTo>
                    <a:pt x="1393" y="87"/>
                  </a:lnTo>
                  <a:lnTo>
                    <a:pt x="22"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0" name="Google Shape;670;g39181ba8852_1_1614"/>
            <p:cNvSpPr/>
            <p:nvPr/>
          </p:nvSpPr>
          <p:spPr>
            <a:xfrm>
              <a:off x="-21300"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1" name="Google Shape;671;g39181ba8852_1_1614"/>
            <p:cNvSpPr/>
            <p:nvPr/>
          </p:nvSpPr>
          <p:spPr>
            <a:xfrm>
              <a:off x="-2665" y="5084665"/>
              <a:ext cx="108546" cy="28909"/>
            </a:xfrm>
            <a:custGeom>
              <a:rect b="b" l="l" r="r" t="t"/>
              <a:pathLst>
                <a:path extrusionOk="0" h="371" w="1393">
                  <a:moveTo>
                    <a:pt x="22" y="0"/>
                  </a:moveTo>
                  <a:lnTo>
                    <a:pt x="0" y="283"/>
                  </a:lnTo>
                  <a:lnTo>
                    <a:pt x="1371" y="370"/>
                  </a:lnTo>
                  <a:lnTo>
                    <a:pt x="1393" y="87"/>
                  </a:lnTo>
                  <a:lnTo>
                    <a:pt x="2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2" name="Google Shape;672;g39181ba8852_1_1614"/>
            <p:cNvSpPr/>
            <p:nvPr/>
          </p:nvSpPr>
          <p:spPr>
            <a:xfrm>
              <a:off x="-21287"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3" name="Google Shape;673;g39181ba8852_1_1614"/>
            <p:cNvSpPr/>
            <p:nvPr/>
          </p:nvSpPr>
          <p:spPr>
            <a:xfrm>
              <a:off x="138059" y="2728010"/>
              <a:ext cx="88208" cy="52598"/>
            </a:xfrm>
            <a:custGeom>
              <a:rect b="b" l="l" r="r" t="t"/>
              <a:pathLst>
                <a:path extrusionOk="0" h="675" w="1132">
                  <a:moveTo>
                    <a:pt x="0" y="0"/>
                  </a:moveTo>
                  <a:lnTo>
                    <a:pt x="1132" y="675"/>
                  </a:lnTo>
                  <a:lnTo>
                    <a:pt x="1023" y="153"/>
                  </a:lnTo>
                  <a:lnTo>
                    <a:pt x="0"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4" name="Google Shape;674;g39181ba8852_1_1614"/>
            <p:cNvSpPr/>
            <p:nvPr/>
          </p:nvSpPr>
          <p:spPr>
            <a:xfrm>
              <a:off x="226186" y="2734789"/>
              <a:ext cx="33974" cy="45818"/>
            </a:xfrm>
            <a:custGeom>
              <a:rect b="b" l="l" r="r" t="t"/>
              <a:pathLst>
                <a:path extrusionOk="0" h="588" w="436">
                  <a:moveTo>
                    <a:pt x="262" y="1"/>
                  </a:moveTo>
                  <a:lnTo>
                    <a:pt x="1" y="588"/>
                  </a:lnTo>
                  <a:lnTo>
                    <a:pt x="1" y="588"/>
                  </a:lnTo>
                  <a:lnTo>
                    <a:pt x="436" y="153"/>
                  </a:lnTo>
                  <a:lnTo>
                    <a:pt x="262"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5" name="Google Shape;675;g39181ba8852_1_1614"/>
            <p:cNvSpPr/>
            <p:nvPr/>
          </p:nvSpPr>
          <p:spPr>
            <a:xfrm>
              <a:off x="-21287" y="3440056"/>
              <a:ext cx="413768" cy="62026"/>
            </a:xfrm>
            <a:custGeom>
              <a:rect b="b" l="l" r="r" t="t"/>
              <a:pathLst>
                <a:path extrusionOk="0" h="796" w="5310">
                  <a:moveTo>
                    <a:pt x="152" y="1"/>
                  </a:moveTo>
                  <a:lnTo>
                    <a:pt x="0" y="523"/>
                  </a:lnTo>
                  <a:cubicBezTo>
                    <a:pt x="0" y="523"/>
                    <a:pt x="849" y="654"/>
                    <a:pt x="2328" y="741"/>
                  </a:cubicBezTo>
                  <a:cubicBezTo>
                    <a:pt x="3090" y="784"/>
                    <a:pt x="3835" y="795"/>
                    <a:pt x="4390" y="795"/>
                  </a:cubicBezTo>
                  <a:cubicBezTo>
                    <a:pt x="4945" y="795"/>
                    <a:pt x="5309" y="784"/>
                    <a:pt x="5309" y="784"/>
                  </a:cubicBezTo>
                  <a:lnTo>
                    <a:pt x="5309" y="240"/>
                  </a:lnTo>
                  <a:cubicBezTo>
                    <a:pt x="5309" y="240"/>
                    <a:pt x="4439" y="197"/>
                    <a:pt x="3003" y="153"/>
                  </a:cubicBezTo>
                  <a:cubicBezTo>
                    <a:pt x="1588" y="88"/>
                    <a:pt x="152" y="1"/>
                    <a:pt x="152"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6" name="Google Shape;676;g39181ba8852_1_1614"/>
            <p:cNvSpPr/>
            <p:nvPr/>
          </p:nvSpPr>
          <p:spPr>
            <a:xfrm>
              <a:off x="339794" y="3457043"/>
              <a:ext cx="50961" cy="50961"/>
            </a:xfrm>
            <a:custGeom>
              <a:rect b="b" l="l" r="r" t="t"/>
              <a:pathLst>
                <a:path extrusionOk="0" h="654" w="654">
                  <a:moveTo>
                    <a:pt x="175" y="0"/>
                  </a:moveTo>
                  <a:cubicBezTo>
                    <a:pt x="66" y="0"/>
                    <a:pt x="1" y="88"/>
                    <a:pt x="1" y="175"/>
                  </a:cubicBezTo>
                  <a:lnTo>
                    <a:pt x="1" y="479"/>
                  </a:lnTo>
                  <a:cubicBezTo>
                    <a:pt x="1" y="566"/>
                    <a:pt x="66" y="653"/>
                    <a:pt x="175" y="653"/>
                  </a:cubicBezTo>
                  <a:lnTo>
                    <a:pt x="479" y="653"/>
                  </a:lnTo>
                  <a:cubicBezTo>
                    <a:pt x="588" y="653"/>
                    <a:pt x="653" y="566"/>
                    <a:pt x="653" y="479"/>
                  </a:cubicBezTo>
                  <a:lnTo>
                    <a:pt x="653" y="175"/>
                  </a:lnTo>
                  <a:cubicBezTo>
                    <a:pt x="653" y="88"/>
                    <a:pt x="588" y="0"/>
                    <a:pt x="479"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7" name="Google Shape;677;g39181ba8852_1_1614"/>
            <p:cNvSpPr/>
            <p:nvPr/>
          </p:nvSpPr>
          <p:spPr>
            <a:xfrm>
              <a:off x="194005" y="2746633"/>
              <a:ext cx="71299" cy="45896"/>
            </a:xfrm>
            <a:custGeom>
              <a:rect b="b" l="l" r="r" t="t"/>
              <a:pathLst>
                <a:path extrusionOk="0" h="589" w="915">
                  <a:moveTo>
                    <a:pt x="914" y="1"/>
                  </a:moveTo>
                  <a:lnTo>
                    <a:pt x="0" y="110"/>
                  </a:lnTo>
                  <a:lnTo>
                    <a:pt x="457" y="588"/>
                  </a:lnTo>
                  <a:lnTo>
                    <a:pt x="849" y="523"/>
                  </a:lnTo>
                  <a:lnTo>
                    <a:pt x="91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8" name="Google Shape;678;g39181ba8852_1_1614"/>
            <p:cNvSpPr/>
            <p:nvPr/>
          </p:nvSpPr>
          <p:spPr>
            <a:xfrm>
              <a:off x="229615" y="2787386"/>
              <a:ext cx="144157" cy="717199"/>
            </a:xfrm>
            <a:custGeom>
              <a:rect b="b" l="l" r="r" t="t"/>
              <a:pathLst>
                <a:path extrusionOk="0" h="9204" w="1850">
                  <a:moveTo>
                    <a:pt x="392" y="0"/>
                  </a:moveTo>
                  <a:lnTo>
                    <a:pt x="0" y="65"/>
                  </a:lnTo>
                  <a:cubicBezTo>
                    <a:pt x="0" y="65"/>
                    <a:pt x="610" y="3394"/>
                    <a:pt x="784" y="5004"/>
                  </a:cubicBezTo>
                  <a:cubicBezTo>
                    <a:pt x="979" y="6614"/>
                    <a:pt x="979" y="8703"/>
                    <a:pt x="979" y="8703"/>
                  </a:cubicBezTo>
                  <a:lnTo>
                    <a:pt x="1567" y="9204"/>
                  </a:lnTo>
                  <a:lnTo>
                    <a:pt x="1850" y="8747"/>
                  </a:lnTo>
                  <a:cubicBezTo>
                    <a:pt x="1850" y="8747"/>
                    <a:pt x="1632" y="7376"/>
                    <a:pt x="1349" y="4917"/>
                  </a:cubicBezTo>
                  <a:cubicBezTo>
                    <a:pt x="1045" y="2459"/>
                    <a:pt x="392" y="0"/>
                    <a:pt x="39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79" name="Google Shape;679;g39181ba8852_1_1614"/>
            <p:cNvSpPr/>
            <p:nvPr/>
          </p:nvSpPr>
          <p:spPr>
            <a:xfrm>
              <a:off x="36295" y="2648296"/>
              <a:ext cx="181559" cy="145949"/>
            </a:xfrm>
            <a:custGeom>
              <a:rect b="b" l="l" r="r" t="t"/>
              <a:pathLst>
                <a:path extrusionOk="0" h="1873" w="2330">
                  <a:moveTo>
                    <a:pt x="393" y="1"/>
                  </a:moveTo>
                  <a:lnTo>
                    <a:pt x="1" y="545"/>
                  </a:lnTo>
                  <a:lnTo>
                    <a:pt x="2024" y="1872"/>
                  </a:lnTo>
                  <a:lnTo>
                    <a:pt x="2329" y="1176"/>
                  </a:lnTo>
                  <a:lnTo>
                    <a:pt x="39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0" name="Google Shape;680;g39181ba8852_1_1614"/>
            <p:cNvSpPr/>
            <p:nvPr/>
          </p:nvSpPr>
          <p:spPr>
            <a:xfrm>
              <a:off x="136345" y="2875515"/>
              <a:ext cx="351041" cy="507042"/>
            </a:xfrm>
            <a:custGeom>
              <a:rect b="b" l="l" r="r" t="t"/>
              <a:pathLst>
                <a:path extrusionOk="0" h="6507" w="4505">
                  <a:moveTo>
                    <a:pt x="4265" y="0"/>
                  </a:moveTo>
                  <a:lnTo>
                    <a:pt x="1" y="566"/>
                  </a:lnTo>
                  <a:lnTo>
                    <a:pt x="262" y="6506"/>
                  </a:lnTo>
                  <a:lnTo>
                    <a:pt x="4505" y="5832"/>
                  </a:lnTo>
                  <a:lnTo>
                    <a:pt x="4265"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1" name="Google Shape;681;g39181ba8852_1_1614"/>
            <p:cNvSpPr/>
            <p:nvPr/>
          </p:nvSpPr>
          <p:spPr>
            <a:xfrm>
              <a:off x="246523" y="2704244"/>
              <a:ext cx="34052" cy="67948"/>
            </a:xfrm>
            <a:custGeom>
              <a:rect b="b" l="l" r="r" t="t"/>
              <a:pathLst>
                <a:path extrusionOk="0" h="872" w="437">
                  <a:moveTo>
                    <a:pt x="23" y="1"/>
                  </a:moveTo>
                  <a:lnTo>
                    <a:pt x="1" y="393"/>
                  </a:lnTo>
                  <a:lnTo>
                    <a:pt x="371" y="871"/>
                  </a:lnTo>
                  <a:lnTo>
                    <a:pt x="436" y="305"/>
                  </a:lnTo>
                  <a:lnTo>
                    <a:pt x="2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2" name="Google Shape;682;g39181ba8852_1_1614"/>
            <p:cNvSpPr/>
            <p:nvPr/>
          </p:nvSpPr>
          <p:spPr>
            <a:xfrm>
              <a:off x="-133180" y="3036579"/>
              <a:ext cx="498470" cy="250365"/>
            </a:xfrm>
            <a:custGeom>
              <a:rect b="b" l="l" r="r" t="t"/>
              <a:pathLst>
                <a:path extrusionOk="0" h="3213" w="6397">
                  <a:moveTo>
                    <a:pt x="6049" y="0"/>
                  </a:moveTo>
                  <a:cubicBezTo>
                    <a:pt x="6049" y="0"/>
                    <a:pt x="3568" y="305"/>
                    <a:pt x="1153" y="1175"/>
                  </a:cubicBezTo>
                  <a:cubicBezTo>
                    <a:pt x="914" y="1262"/>
                    <a:pt x="0" y="1850"/>
                    <a:pt x="239" y="2764"/>
                  </a:cubicBezTo>
                  <a:cubicBezTo>
                    <a:pt x="328" y="3093"/>
                    <a:pt x="627" y="3212"/>
                    <a:pt x="1013" y="3212"/>
                  </a:cubicBezTo>
                  <a:cubicBezTo>
                    <a:pt x="1672" y="3212"/>
                    <a:pt x="2585" y="2866"/>
                    <a:pt x="3133" y="2633"/>
                  </a:cubicBezTo>
                  <a:cubicBezTo>
                    <a:pt x="3982" y="2263"/>
                    <a:pt x="6397" y="958"/>
                    <a:pt x="6397" y="958"/>
                  </a:cubicBezTo>
                  <a:lnTo>
                    <a:pt x="6049" y="0"/>
                  </a:lnTo>
                  <a:close/>
                </a:path>
              </a:pathLst>
            </a:custGeom>
            <a:solidFill>
              <a:srgbClr val="CEE0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3" name="Google Shape;683;g39181ba8852_1_1614"/>
            <p:cNvSpPr/>
            <p:nvPr/>
          </p:nvSpPr>
          <p:spPr>
            <a:xfrm>
              <a:off x="407584" y="3075228"/>
              <a:ext cx="84858" cy="36000"/>
            </a:xfrm>
            <a:custGeom>
              <a:rect b="b" l="l" r="r" t="t"/>
              <a:pathLst>
                <a:path extrusionOk="0" h="462" w="1089">
                  <a:moveTo>
                    <a:pt x="913" y="1"/>
                  </a:moveTo>
                  <a:cubicBezTo>
                    <a:pt x="900" y="1"/>
                    <a:pt x="886" y="2"/>
                    <a:pt x="871" y="5"/>
                  </a:cubicBezTo>
                  <a:lnTo>
                    <a:pt x="153" y="114"/>
                  </a:lnTo>
                  <a:cubicBezTo>
                    <a:pt x="66" y="135"/>
                    <a:pt x="1" y="222"/>
                    <a:pt x="23" y="310"/>
                  </a:cubicBezTo>
                  <a:cubicBezTo>
                    <a:pt x="44" y="397"/>
                    <a:pt x="131" y="462"/>
                    <a:pt x="219" y="462"/>
                  </a:cubicBezTo>
                  <a:lnTo>
                    <a:pt x="937" y="331"/>
                  </a:lnTo>
                  <a:cubicBezTo>
                    <a:pt x="1024" y="331"/>
                    <a:pt x="1089" y="244"/>
                    <a:pt x="1067" y="135"/>
                  </a:cubicBezTo>
                  <a:cubicBezTo>
                    <a:pt x="1067" y="60"/>
                    <a:pt x="1001" y="1"/>
                    <a:pt x="913"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4" name="Google Shape;684;g39181ba8852_1_1614"/>
            <p:cNvSpPr/>
            <p:nvPr/>
          </p:nvSpPr>
          <p:spPr>
            <a:xfrm>
              <a:off x="405948" y="3050137"/>
              <a:ext cx="84858" cy="36000"/>
            </a:xfrm>
            <a:custGeom>
              <a:rect b="b" l="l" r="r" t="t"/>
              <a:pathLst>
                <a:path extrusionOk="0" h="462" w="1089">
                  <a:moveTo>
                    <a:pt x="871" y="1"/>
                  </a:moveTo>
                  <a:lnTo>
                    <a:pt x="152" y="131"/>
                  </a:lnTo>
                  <a:cubicBezTo>
                    <a:pt x="65" y="131"/>
                    <a:pt x="0" y="218"/>
                    <a:pt x="22" y="305"/>
                  </a:cubicBezTo>
                  <a:lnTo>
                    <a:pt x="22" y="327"/>
                  </a:lnTo>
                  <a:cubicBezTo>
                    <a:pt x="41" y="402"/>
                    <a:pt x="109" y="462"/>
                    <a:pt x="184" y="462"/>
                  </a:cubicBezTo>
                  <a:cubicBezTo>
                    <a:pt x="195" y="462"/>
                    <a:pt x="206" y="460"/>
                    <a:pt x="218" y="457"/>
                  </a:cubicBezTo>
                  <a:lnTo>
                    <a:pt x="936" y="349"/>
                  </a:lnTo>
                  <a:cubicBezTo>
                    <a:pt x="1023" y="327"/>
                    <a:pt x="1088" y="240"/>
                    <a:pt x="1066" y="153"/>
                  </a:cubicBezTo>
                  <a:cubicBezTo>
                    <a:pt x="1066" y="44"/>
                    <a:pt x="979" y="1"/>
                    <a:pt x="87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5" name="Google Shape;685;g39181ba8852_1_1614"/>
            <p:cNvSpPr/>
            <p:nvPr/>
          </p:nvSpPr>
          <p:spPr>
            <a:xfrm>
              <a:off x="404233" y="3026059"/>
              <a:ext cx="83143" cy="36000"/>
            </a:xfrm>
            <a:custGeom>
              <a:rect b="b" l="l" r="r" t="t"/>
              <a:pathLst>
                <a:path extrusionOk="0" h="462" w="1067">
                  <a:moveTo>
                    <a:pt x="905" y="1"/>
                  </a:moveTo>
                  <a:cubicBezTo>
                    <a:pt x="894" y="1"/>
                    <a:pt x="882" y="2"/>
                    <a:pt x="871" y="5"/>
                  </a:cubicBezTo>
                  <a:lnTo>
                    <a:pt x="153" y="114"/>
                  </a:lnTo>
                  <a:cubicBezTo>
                    <a:pt x="44" y="135"/>
                    <a:pt x="0" y="223"/>
                    <a:pt x="0" y="310"/>
                  </a:cubicBezTo>
                  <a:cubicBezTo>
                    <a:pt x="22" y="418"/>
                    <a:pt x="109" y="462"/>
                    <a:pt x="196" y="462"/>
                  </a:cubicBezTo>
                  <a:lnTo>
                    <a:pt x="914" y="331"/>
                  </a:lnTo>
                  <a:cubicBezTo>
                    <a:pt x="1001" y="331"/>
                    <a:pt x="1067" y="244"/>
                    <a:pt x="1067" y="135"/>
                  </a:cubicBezTo>
                  <a:cubicBezTo>
                    <a:pt x="1048" y="60"/>
                    <a:pt x="980" y="1"/>
                    <a:pt x="9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6" name="Google Shape;686;g39181ba8852_1_1614"/>
            <p:cNvSpPr/>
            <p:nvPr/>
          </p:nvSpPr>
          <p:spPr>
            <a:xfrm>
              <a:off x="399169" y="3004008"/>
              <a:ext cx="83143" cy="34676"/>
            </a:xfrm>
            <a:custGeom>
              <a:rect b="b" l="l" r="r" t="t"/>
              <a:pathLst>
                <a:path extrusionOk="0" h="445" w="1067">
                  <a:moveTo>
                    <a:pt x="905" y="1"/>
                  </a:moveTo>
                  <a:cubicBezTo>
                    <a:pt x="893" y="1"/>
                    <a:pt x="882" y="2"/>
                    <a:pt x="870" y="5"/>
                  </a:cubicBezTo>
                  <a:lnTo>
                    <a:pt x="152" y="114"/>
                  </a:lnTo>
                  <a:cubicBezTo>
                    <a:pt x="44" y="114"/>
                    <a:pt x="0" y="223"/>
                    <a:pt x="0" y="310"/>
                  </a:cubicBezTo>
                  <a:cubicBezTo>
                    <a:pt x="19" y="385"/>
                    <a:pt x="87" y="444"/>
                    <a:pt x="162" y="444"/>
                  </a:cubicBezTo>
                  <a:cubicBezTo>
                    <a:pt x="173" y="444"/>
                    <a:pt x="185" y="443"/>
                    <a:pt x="196" y="440"/>
                  </a:cubicBezTo>
                  <a:lnTo>
                    <a:pt x="914" y="331"/>
                  </a:lnTo>
                  <a:cubicBezTo>
                    <a:pt x="1001" y="310"/>
                    <a:pt x="1066" y="223"/>
                    <a:pt x="1066" y="136"/>
                  </a:cubicBezTo>
                  <a:cubicBezTo>
                    <a:pt x="1047" y="60"/>
                    <a:pt x="979" y="1"/>
                    <a:pt x="9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7" name="Google Shape;687;g39181ba8852_1_1614"/>
            <p:cNvSpPr/>
            <p:nvPr/>
          </p:nvSpPr>
          <p:spPr>
            <a:xfrm>
              <a:off x="287276" y="3003228"/>
              <a:ext cx="193326" cy="127871"/>
            </a:xfrm>
            <a:custGeom>
              <a:rect b="b" l="l" r="r" t="t"/>
              <a:pathLst>
                <a:path extrusionOk="0" h="1641" w="2481">
                  <a:moveTo>
                    <a:pt x="1777" y="1"/>
                  </a:moveTo>
                  <a:cubicBezTo>
                    <a:pt x="1555" y="1"/>
                    <a:pt x="1334" y="9"/>
                    <a:pt x="1240" y="37"/>
                  </a:cubicBezTo>
                  <a:cubicBezTo>
                    <a:pt x="1001" y="124"/>
                    <a:pt x="0" y="777"/>
                    <a:pt x="0" y="777"/>
                  </a:cubicBezTo>
                  <a:lnTo>
                    <a:pt x="653" y="1603"/>
                  </a:lnTo>
                  <a:cubicBezTo>
                    <a:pt x="653" y="1603"/>
                    <a:pt x="861" y="1640"/>
                    <a:pt x="1121" y="1640"/>
                  </a:cubicBezTo>
                  <a:cubicBezTo>
                    <a:pt x="1208" y="1640"/>
                    <a:pt x="1300" y="1636"/>
                    <a:pt x="1393" y="1625"/>
                  </a:cubicBezTo>
                  <a:cubicBezTo>
                    <a:pt x="1763" y="1582"/>
                    <a:pt x="2481" y="1255"/>
                    <a:pt x="2481" y="1255"/>
                  </a:cubicBezTo>
                  <a:cubicBezTo>
                    <a:pt x="2481" y="1255"/>
                    <a:pt x="2263" y="755"/>
                    <a:pt x="2219" y="559"/>
                  </a:cubicBezTo>
                  <a:cubicBezTo>
                    <a:pt x="2154" y="363"/>
                    <a:pt x="2372" y="15"/>
                    <a:pt x="2372" y="15"/>
                  </a:cubicBezTo>
                  <a:cubicBezTo>
                    <a:pt x="2372" y="15"/>
                    <a:pt x="2073" y="1"/>
                    <a:pt x="1777"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8" name="Google Shape;688;g39181ba8852_1_1614"/>
            <p:cNvSpPr/>
            <p:nvPr/>
          </p:nvSpPr>
          <p:spPr>
            <a:xfrm>
              <a:off x="261796" y="3024735"/>
              <a:ext cx="103481" cy="127247"/>
            </a:xfrm>
            <a:custGeom>
              <a:rect b="b" l="l" r="r" t="t"/>
              <a:pathLst>
                <a:path extrusionOk="0" h="1633" w="1328">
                  <a:moveTo>
                    <a:pt x="871" y="0"/>
                  </a:moveTo>
                  <a:lnTo>
                    <a:pt x="1" y="283"/>
                  </a:lnTo>
                  <a:lnTo>
                    <a:pt x="436" y="1632"/>
                  </a:lnTo>
                  <a:lnTo>
                    <a:pt x="1328" y="1327"/>
                  </a:lnTo>
                  <a:lnTo>
                    <a:pt x="87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89" name="Google Shape;689;g39181ba8852_1_1614"/>
            <p:cNvSpPr/>
            <p:nvPr/>
          </p:nvSpPr>
          <p:spPr>
            <a:xfrm>
              <a:off x="263510" y="3116526"/>
              <a:ext cx="371379" cy="233767"/>
            </a:xfrm>
            <a:custGeom>
              <a:rect b="b" l="l" r="r" t="t"/>
              <a:pathLst>
                <a:path extrusionOk="0" h="3000" w="4766">
                  <a:moveTo>
                    <a:pt x="3897" y="0"/>
                  </a:moveTo>
                  <a:cubicBezTo>
                    <a:pt x="3372" y="0"/>
                    <a:pt x="2639" y="458"/>
                    <a:pt x="2155" y="737"/>
                  </a:cubicBezTo>
                  <a:cubicBezTo>
                    <a:pt x="1437" y="1150"/>
                    <a:pt x="0" y="2086"/>
                    <a:pt x="0" y="2086"/>
                  </a:cubicBezTo>
                  <a:lnTo>
                    <a:pt x="392" y="3000"/>
                  </a:lnTo>
                  <a:cubicBezTo>
                    <a:pt x="392" y="3000"/>
                    <a:pt x="2611" y="2565"/>
                    <a:pt x="3830" y="2021"/>
                  </a:cubicBezTo>
                  <a:cubicBezTo>
                    <a:pt x="4026" y="1912"/>
                    <a:pt x="4766" y="1281"/>
                    <a:pt x="4461" y="389"/>
                  </a:cubicBezTo>
                  <a:cubicBezTo>
                    <a:pt x="4355" y="106"/>
                    <a:pt x="4150" y="0"/>
                    <a:pt x="389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0" name="Google Shape;690;g39181ba8852_1_1614"/>
            <p:cNvSpPr/>
            <p:nvPr/>
          </p:nvSpPr>
          <p:spPr>
            <a:xfrm>
              <a:off x="139773" y="3357381"/>
              <a:ext cx="81429" cy="48546"/>
            </a:xfrm>
            <a:custGeom>
              <a:rect b="b" l="l" r="r" t="t"/>
              <a:pathLst>
                <a:path extrusionOk="0" h="623" w="1045">
                  <a:moveTo>
                    <a:pt x="856" y="0"/>
                  </a:moveTo>
                  <a:cubicBezTo>
                    <a:pt x="832" y="0"/>
                    <a:pt x="807" y="6"/>
                    <a:pt x="783" y="18"/>
                  </a:cubicBezTo>
                  <a:lnTo>
                    <a:pt x="109" y="300"/>
                  </a:lnTo>
                  <a:cubicBezTo>
                    <a:pt x="44" y="344"/>
                    <a:pt x="0" y="431"/>
                    <a:pt x="22" y="518"/>
                  </a:cubicBezTo>
                  <a:cubicBezTo>
                    <a:pt x="54" y="582"/>
                    <a:pt x="121" y="622"/>
                    <a:pt x="188" y="622"/>
                  </a:cubicBezTo>
                  <a:cubicBezTo>
                    <a:pt x="213" y="622"/>
                    <a:pt x="238" y="617"/>
                    <a:pt x="261" y="605"/>
                  </a:cubicBezTo>
                  <a:lnTo>
                    <a:pt x="914" y="322"/>
                  </a:lnTo>
                  <a:cubicBezTo>
                    <a:pt x="1001" y="279"/>
                    <a:pt x="1045" y="192"/>
                    <a:pt x="1001" y="105"/>
                  </a:cubicBezTo>
                  <a:cubicBezTo>
                    <a:pt x="985" y="41"/>
                    <a:pt x="923" y="0"/>
                    <a:pt x="856"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1" name="Google Shape;691;g39181ba8852_1_1614"/>
            <p:cNvSpPr/>
            <p:nvPr/>
          </p:nvSpPr>
          <p:spPr>
            <a:xfrm>
              <a:off x="127851" y="3335329"/>
              <a:ext cx="81507" cy="49481"/>
            </a:xfrm>
            <a:custGeom>
              <a:rect b="b" l="l" r="r" t="t"/>
              <a:pathLst>
                <a:path extrusionOk="0" h="635" w="1046">
                  <a:moveTo>
                    <a:pt x="853" y="1"/>
                  </a:moveTo>
                  <a:cubicBezTo>
                    <a:pt x="831" y="1"/>
                    <a:pt x="807" y="6"/>
                    <a:pt x="784" y="18"/>
                  </a:cubicBezTo>
                  <a:lnTo>
                    <a:pt x="110" y="301"/>
                  </a:lnTo>
                  <a:cubicBezTo>
                    <a:pt x="23" y="344"/>
                    <a:pt x="1" y="453"/>
                    <a:pt x="23" y="540"/>
                  </a:cubicBezTo>
                  <a:cubicBezTo>
                    <a:pt x="56" y="606"/>
                    <a:pt x="127" y="635"/>
                    <a:pt x="198" y="635"/>
                  </a:cubicBezTo>
                  <a:cubicBezTo>
                    <a:pt x="220" y="635"/>
                    <a:pt x="241" y="632"/>
                    <a:pt x="262" y="627"/>
                  </a:cubicBezTo>
                  <a:lnTo>
                    <a:pt x="915" y="322"/>
                  </a:lnTo>
                  <a:cubicBezTo>
                    <a:pt x="1002" y="301"/>
                    <a:pt x="1045" y="192"/>
                    <a:pt x="1002" y="105"/>
                  </a:cubicBezTo>
                  <a:cubicBezTo>
                    <a:pt x="970" y="41"/>
                    <a:pt x="915" y="1"/>
                    <a:pt x="853"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2" name="Google Shape;692;g39181ba8852_1_1614"/>
            <p:cNvSpPr/>
            <p:nvPr/>
          </p:nvSpPr>
          <p:spPr>
            <a:xfrm>
              <a:off x="116008" y="3313278"/>
              <a:ext cx="83143" cy="50260"/>
            </a:xfrm>
            <a:custGeom>
              <a:rect b="b" l="l" r="r" t="t"/>
              <a:pathLst>
                <a:path extrusionOk="0" h="645" w="1067">
                  <a:moveTo>
                    <a:pt x="875" y="1"/>
                  </a:moveTo>
                  <a:cubicBezTo>
                    <a:pt x="852" y="1"/>
                    <a:pt x="829" y="6"/>
                    <a:pt x="806" y="18"/>
                  </a:cubicBezTo>
                  <a:lnTo>
                    <a:pt x="131" y="301"/>
                  </a:lnTo>
                  <a:cubicBezTo>
                    <a:pt x="44" y="344"/>
                    <a:pt x="1" y="453"/>
                    <a:pt x="44" y="540"/>
                  </a:cubicBezTo>
                  <a:cubicBezTo>
                    <a:pt x="76" y="604"/>
                    <a:pt x="143" y="644"/>
                    <a:pt x="202" y="644"/>
                  </a:cubicBezTo>
                  <a:cubicBezTo>
                    <a:pt x="224" y="644"/>
                    <a:pt x="244" y="639"/>
                    <a:pt x="262" y="627"/>
                  </a:cubicBezTo>
                  <a:lnTo>
                    <a:pt x="936" y="322"/>
                  </a:lnTo>
                  <a:cubicBezTo>
                    <a:pt x="1023" y="301"/>
                    <a:pt x="1067" y="192"/>
                    <a:pt x="1023" y="105"/>
                  </a:cubicBezTo>
                  <a:cubicBezTo>
                    <a:pt x="991" y="41"/>
                    <a:pt x="936" y="1"/>
                    <a:pt x="875"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3" name="Google Shape;693;g39181ba8852_1_1614"/>
            <p:cNvSpPr/>
            <p:nvPr/>
          </p:nvSpPr>
          <p:spPr>
            <a:xfrm>
              <a:off x="109229" y="3291226"/>
              <a:ext cx="81429" cy="50260"/>
            </a:xfrm>
            <a:custGeom>
              <a:rect b="b" l="l" r="r" t="t"/>
              <a:pathLst>
                <a:path extrusionOk="0" h="645" w="1045">
                  <a:moveTo>
                    <a:pt x="853" y="1"/>
                  </a:moveTo>
                  <a:cubicBezTo>
                    <a:pt x="830" y="1"/>
                    <a:pt x="807" y="6"/>
                    <a:pt x="784" y="18"/>
                  </a:cubicBezTo>
                  <a:lnTo>
                    <a:pt x="109" y="301"/>
                  </a:lnTo>
                  <a:cubicBezTo>
                    <a:pt x="22" y="344"/>
                    <a:pt x="1" y="453"/>
                    <a:pt x="22" y="540"/>
                  </a:cubicBezTo>
                  <a:cubicBezTo>
                    <a:pt x="54" y="604"/>
                    <a:pt x="121" y="644"/>
                    <a:pt x="189" y="644"/>
                  </a:cubicBezTo>
                  <a:cubicBezTo>
                    <a:pt x="213" y="644"/>
                    <a:pt x="238" y="639"/>
                    <a:pt x="262" y="627"/>
                  </a:cubicBezTo>
                  <a:lnTo>
                    <a:pt x="914" y="323"/>
                  </a:lnTo>
                  <a:cubicBezTo>
                    <a:pt x="1001" y="301"/>
                    <a:pt x="1045" y="192"/>
                    <a:pt x="1001" y="105"/>
                  </a:cubicBezTo>
                  <a:cubicBezTo>
                    <a:pt x="970" y="41"/>
                    <a:pt x="914" y="1"/>
                    <a:pt x="853"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4" name="Google Shape;694;g39181ba8852_1_1614"/>
            <p:cNvSpPr/>
            <p:nvPr/>
          </p:nvSpPr>
          <p:spPr>
            <a:xfrm>
              <a:off x="114293" y="3268629"/>
              <a:ext cx="186624" cy="135897"/>
            </a:xfrm>
            <a:custGeom>
              <a:rect b="b" l="l" r="r" t="t"/>
              <a:pathLst>
                <a:path extrusionOk="0" h="1744" w="2395">
                  <a:moveTo>
                    <a:pt x="2076" y="1"/>
                  </a:moveTo>
                  <a:cubicBezTo>
                    <a:pt x="1705" y="1"/>
                    <a:pt x="1125" y="11"/>
                    <a:pt x="980" y="69"/>
                  </a:cubicBezTo>
                  <a:cubicBezTo>
                    <a:pt x="741" y="134"/>
                    <a:pt x="1" y="656"/>
                    <a:pt x="1" y="656"/>
                  </a:cubicBezTo>
                  <a:cubicBezTo>
                    <a:pt x="1" y="656"/>
                    <a:pt x="371" y="808"/>
                    <a:pt x="436" y="1026"/>
                  </a:cubicBezTo>
                  <a:cubicBezTo>
                    <a:pt x="479" y="1222"/>
                    <a:pt x="588" y="1744"/>
                    <a:pt x="588" y="1744"/>
                  </a:cubicBezTo>
                  <a:cubicBezTo>
                    <a:pt x="588" y="1744"/>
                    <a:pt x="1372" y="1635"/>
                    <a:pt x="1698" y="1461"/>
                  </a:cubicBezTo>
                  <a:cubicBezTo>
                    <a:pt x="2024" y="1287"/>
                    <a:pt x="2307" y="1048"/>
                    <a:pt x="2307" y="1048"/>
                  </a:cubicBezTo>
                  <a:lnTo>
                    <a:pt x="2394" y="3"/>
                  </a:lnTo>
                  <a:cubicBezTo>
                    <a:pt x="2394" y="3"/>
                    <a:pt x="2261" y="1"/>
                    <a:pt x="2076"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95" name="Google Shape;695;g39181ba8852_1_1614"/>
            <p:cNvSpPr/>
            <p:nvPr/>
          </p:nvSpPr>
          <p:spPr>
            <a:xfrm>
              <a:off x="239744" y="3240032"/>
              <a:ext cx="105195" cy="127247"/>
            </a:xfrm>
            <a:custGeom>
              <a:rect b="b" l="l" r="r" t="t"/>
              <a:pathLst>
                <a:path extrusionOk="0" h="1633" w="1350">
                  <a:moveTo>
                    <a:pt x="893" y="0"/>
                  </a:moveTo>
                  <a:lnTo>
                    <a:pt x="1" y="305"/>
                  </a:lnTo>
                  <a:lnTo>
                    <a:pt x="458" y="1632"/>
                  </a:lnTo>
                  <a:lnTo>
                    <a:pt x="1350" y="1328"/>
                  </a:lnTo>
                  <a:lnTo>
                    <a:pt x="893"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96" name="Shape 696"/>
        <p:cNvGrpSpPr/>
        <p:nvPr/>
      </p:nvGrpSpPr>
      <p:grpSpPr>
        <a:xfrm>
          <a:off x="0" y="0"/>
          <a:ext cx="0" cy="0"/>
          <a:chOff x="0" y="0"/>
          <a:chExt cx="0" cy="0"/>
        </a:xfrm>
      </p:grpSpPr>
      <p:sp>
        <p:nvSpPr>
          <p:cNvPr id="697" name="Google Shape;697;g39181ba8852_1_1707"/>
          <p:cNvSpPr txBox="1"/>
          <p:nvPr>
            <p:ph type="title"/>
          </p:nvPr>
        </p:nvSpPr>
        <p:spPr>
          <a:xfrm>
            <a:off x="950967" y="1470300"/>
            <a:ext cx="4848000" cy="763500"/>
          </a:xfrm>
          <a:prstGeom prst="rect">
            <a:avLst/>
          </a:prstGeom>
        </p:spPr>
        <p:txBody>
          <a:bodyPr anchorCtr="0" anchor="b"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698" name="Google Shape;698;g39181ba8852_1_1707"/>
          <p:cNvSpPr txBox="1"/>
          <p:nvPr>
            <p:ph idx="1" type="subTitle"/>
          </p:nvPr>
        </p:nvSpPr>
        <p:spPr>
          <a:xfrm>
            <a:off x="950967" y="2233900"/>
            <a:ext cx="4848000" cy="23841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Clr>
                <a:schemeClr val="accent1"/>
              </a:buClr>
              <a:buSzPts val="1600"/>
              <a:buFont typeface="Nunito Light"/>
              <a:buChar char="●"/>
              <a:defRPr/>
            </a:lvl1pPr>
            <a:lvl2pPr lvl="1" algn="ctr">
              <a:lnSpc>
                <a:spcPct val="100000"/>
              </a:lnSpc>
              <a:spcBef>
                <a:spcPts val="0"/>
              </a:spcBef>
              <a:spcAft>
                <a:spcPts val="0"/>
              </a:spcAft>
              <a:buClr>
                <a:srgbClr val="E76A28"/>
              </a:buClr>
              <a:buSzPts val="1600"/>
              <a:buFont typeface="Nunito Light"/>
              <a:buChar char="○"/>
              <a:defRPr/>
            </a:lvl2pPr>
            <a:lvl3pPr lvl="2" algn="ctr">
              <a:lnSpc>
                <a:spcPct val="100000"/>
              </a:lnSpc>
              <a:spcBef>
                <a:spcPts val="2100"/>
              </a:spcBef>
              <a:spcAft>
                <a:spcPts val="0"/>
              </a:spcAft>
              <a:buClr>
                <a:srgbClr val="E76A28"/>
              </a:buClr>
              <a:buSzPts val="1600"/>
              <a:buFont typeface="Nunito Light"/>
              <a:buChar char="■"/>
              <a:defRPr/>
            </a:lvl3pPr>
            <a:lvl4pPr lvl="3" algn="ctr">
              <a:lnSpc>
                <a:spcPct val="100000"/>
              </a:lnSpc>
              <a:spcBef>
                <a:spcPts val="2100"/>
              </a:spcBef>
              <a:spcAft>
                <a:spcPts val="0"/>
              </a:spcAft>
              <a:buClr>
                <a:srgbClr val="E76A28"/>
              </a:buClr>
              <a:buSzPts val="1600"/>
              <a:buFont typeface="Nunito Light"/>
              <a:buChar char="●"/>
              <a:defRPr/>
            </a:lvl4pPr>
            <a:lvl5pPr lvl="4" algn="ctr">
              <a:lnSpc>
                <a:spcPct val="100000"/>
              </a:lnSpc>
              <a:spcBef>
                <a:spcPts val="2100"/>
              </a:spcBef>
              <a:spcAft>
                <a:spcPts val="0"/>
              </a:spcAft>
              <a:buClr>
                <a:srgbClr val="E76A28"/>
              </a:buClr>
              <a:buSzPts val="1600"/>
              <a:buFont typeface="Nunito Light"/>
              <a:buChar char="○"/>
              <a:defRPr/>
            </a:lvl5pPr>
            <a:lvl6pPr lvl="5" algn="ctr">
              <a:lnSpc>
                <a:spcPct val="100000"/>
              </a:lnSpc>
              <a:spcBef>
                <a:spcPts val="2100"/>
              </a:spcBef>
              <a:spcAft>
                <a:spcPts val="0"/>
              </a:spcAft>
              <a:buClr>
                <a:srgbClr val="999999"/>
              </a:buClr>
              <a:buSzPts val="1600"/>
              <a:buFont typeface="Nunito Light"/>
              <a:buChar char="■"/>
              <a:defRPr/>
            </a:lvl6pPr>
            <a:lvl7pPr lvl="6" algn="ctr">
              <a:lnSpc>
                <a:spcPct val="100000"/>
              </a:lnSpc>
              <a:spcBef>
                <a:spcPts val="2100"/>
              </a:spcBef>
              <a:spcAft>
                <a:spcPts val="0"/>
              </a:spcAft>
              <a:buClr>
                <a:srgbClr val="999999"/>
              </a:buClr>
              <a:buSzPts val="1600"/>
              <a:buFont typeface="Nunito Light"/>
              <a:buChar char="●"/>
              <a:defRPr/>
            </a:lvl7pPr>
            <a:lvl8pPr lvl="7" algn="ctr">
              <a:lnSpc>
                <a:spcPct val="100000"/>
              </a:lnSpc>
              <a:spcBef>
                <a:spcPts val="2100"/>
              </a:spcBef>
              <a:spcAft>
                <a:spcPts val="0"/>
              </a:spcAft>
              <a:buClr>
                <a:srgbClr val="999999"/>
              </a:buClr>
              <a:buSzPts val="1600"/>
              <a:buFont typeface="Nunito Light"/>
              <a:buChar char="○"/>
              <a:defRPr/>
            </a:lvl8pPr>
            <a:lvl9pPr lvl="8" algn="ctr">
              <a:lnSpc>
                <a:spcPct val="100000"/>
              </a:lnSpc>
              <a:spcBef>
                <a:spcPts val="2100"/>
              </a:spcBef>
              <a:spcAft>
                <a:spcPts val="2100"/>
              </a:spcAft>
              <a:buClr>
                <a:srgbClr val="999999"/>
              </a:buClr>
              <a:buSzPts val="1600"/>
              <a:buFont typeface="Nunito Light"/>
              <a:buChar char="■"/>
              <a:defRPr/>
            </a:lvl9pPr>
          </a:lstStyle>
          <a:p/>
        </p:txBody>
      </p:sp>
      <p:sp>
        <p:nvSpPr>
          <p:cNvPr id="699" name="Google Shape;699;g39181ba8852_1_1707"/>
          <p:cNvSpPr/>
          <p:nvPr>
            <p:ph idx="2" type="pic"/>
          </p:nvPr>
        </p:nvSpPr>
        <p:spPr>
          <a:xfrm>
            <a:off x="6095967" y="497900"/>
            <a:ext cx="5145300" cy="5862300"/>
          </a:xfrm>
          <a:prstGeom prst="rect">
            <a:avLst/>
          </a:prstGeom>
          <a:noFill/>
          <a:ln>
            <a:noFill/>
          </a:ln>
        </p:spPr>
      </p:sp>
      <p:sp>
        <p:nvSpPr>
          <p:cNvPr id="700" name="Google Shape;700;g39181ba8852_1_1707"/>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1" name="Shape 701"/>
        <p:cNvGrpSpPr/>
        <p:nvPr/>
      </p:nvGrpSpPr>
      <p:grpSpPr>
        <a:xfrm>
          <a:off x="0" y="0"/>
          <a:ext cx="0" cy="0"/>
          <a:chOff x="0" y="0"/>
          <a:chExt cx="0" cy="0"/>
        </a:xfrm>
      </p:grpSpPr>
      <p:sp>
        <p:nvSpPr>
          <p:cNvPr id="702" name="Google Shape;702;g39181ba8852_1_1712"/>
          <p:cNvSpPr txBox="1"/>
          <p:nvPr>
            <p:ph type="title"/>
          </p:nvPr>
        </p:nvSpPr>
        <p:spPr>
          <a:xfrm>
            <a:off x="3090600" y="1742800"/>
            <a:ext cx="6010800" cy="3372300"/>
          </a:xfrm>
          <a:prstGeom prst="rect">
            <a:avLst/>
          </a:prstGeom>
        </p:spPr>
        <p:txBody>
          <a:bodyPr anchorCtr="0" anchor="ctr" bIns="121900" lIns="121900" spcFirstLastPara="1" rIns="121900" wrap="square" tIns="121900">
            <a:noAutofit/>
          </a:bodyPr>
          <a:lstStyle>
            <a:lvl1pPr lvl="0" algn="ctr">
              <a:lnSpc>
                <a:spcPct val="80000"/>
              </a:lnSpc>
              <a:spcBef>
                <a:spcPts val="0"/>
              </a:spcBef>
              <a:spcAft>
                <a:spcPts val="0"/>
              </a:spcAft>
              <a:buSzPts val="6400"/>
              <a:buNone/>
              <a:defRPr sz="133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03" name="Shape 703"/>
        <p:cNvGrpSpPr/>
        <p:nvPr/>
      </p:nvGrpSpPr>
      <p:grpSpPr>
        <a:xfrm>
          <a:off x="0" y="0"/>
          <a:ext cx="0" cy="0"/>
          <a:chOff x="0" y="0"/>
          <a:chExt cx="0" cy="0"/>
        </a:xfrm>
      </p:grpSpPr>
      <p:sp>
        <p:nvSpPr>
          <p:cNvPr id="704" name="Google Shape;704;g39181ba8852_1_1714"/>
          <p:cNvSpPr txBox="1"/>
          <p:nvPr>
            <p:ph type="title"/>
          </p:nvPr>
        </p:nvSpPr>
        <p:spPr>
          <a:xfrm>
            <a:off x="2847400" y="1585467"/>
            <a:ext cx="6497100" cy="26193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4700"/>
              <a:buNone/>
              <a:defRPr sz="20000"/>
            </a:lvl1pPr>
            <a:lvl2pPr lvl="1" algn="ctr">
              <a:spcBef>
                <a:spcPts val="0"/>
              </a:spcBef>
              <a:spcAft>
                <a:spcPts val="0"/>
              </a:spcAft>
              <a:buSzPts val="4700"/>
              <a:buNone/>
              <a:defRPr/>
            </a:lvl2pPr>
            <a:lvl3pPr lvl="2" algn="ctr">
              <a:spcBef>
                <a:spcPts val="0"/>
              </a:spcBef>
              <a:spcAft>
                <a:spcPts val="0"/>
              </a:spcAft>
              <a:buSzPts val="4700"/>
              <a:buNone/>
              <a:defRPr/>
            </a:lvl3pPr>
            <a:lvl4pPr lvl="3" algn="ctr">
              <a:spcBef>
                <a:spcPts val="0"/>
              </a:spcBef>
              <a:spcAft>
                <a:spcPts val="0"/>
              </a:spcAft>
              <a:buSzPts val="4700"/>
              <a:buNone/>
              <a:defRPr/>
            </a:lvl4pPr>
            <a:lvl5pPr lvl="4" algn="ctr">
              <a:spcBef>
                <a:spcPts val="0"/>
              </a:spcBef>
              <a:spcAft>
                <a:spcPts val="0"/>
              </a:spcAft>
              <a:buSzPts val="4700"/>
              <a:buNone/>
              <a:defRPr/>
            </a:lvl5pPr>
            <a:lvl6pPr lvl="5" algn="ctr">
              <a:spcBef>
                <a:spcPts val="0"/>
              </a:spcBef>
              <a:spcAft>
                <a:spcPts val="0"/>
              </a:spcAft>
              <a:buSzPts val="4700"/>
              <a:buNone/>
              <a:defRPr/>
            </a:lvl6pPr>
            <a:lvl7pPr lvl="6" algn="ctr">
              <a:spcBef>
                <a:spcPts val="0"/>
              </a:spcBef>
              <a:spcAft>
                <a:spcPts val="0"/>
              </a:spcAft>
              <a:buSzPts val="4700"/>
              <a:buNone/>
              <a:defRPr/>
            </a:lvl7pPr>
            <a:lvl8pPr lvl="7" algn="ctr">
              <a:spcBef>
                <a:spcPts val="0"/>
              </a:spcBef>
              <a:spcAft>
                <a:spcPts val="0"/>
              </a:spcAft>
              <a:buSzPts val="4700"/>
              <a:buNone/>
              <a:defRPr/>
            </a:lvl8pPr>
            <a:lvl9pPr lvl="8" algn="ctr">
              <a:spcBef>
                <a:spcPts val="0"/>
              </a:spcBef>
              <a:spcAft>
                <a:spcPts val="0"/>
              </a:spcAft>
              <a:buSzPts val="4700"/>
              <a:buNone/>
              <a:defRPr/>
            </a:lvl9pPr>
          </a:lstStyle>
          <a:p/>
        </p:txBody>
      </p:sp>
      <p:sp>
        <p:nvSpPr>
          <p:cNvPr id="705" name="Google Shape;705;g39181ba8852_1_1714"/>
          <p:cNvSpPr txBox="1"/>
          <p:nvPr>
            <p:ph idx="1" type="subTitle"/>
          </p:nvPr>
        </p:nvSpPr>
        <p:spPr>
          <a:xfrm>
            <a:off x="2847400" y="4204667"/>
            <a:ext cx="6497100" cy="8949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SzPts val="1600"/>
              <a:buNone/>
              <a:defRPr sz="2100"/>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6" name="Shape 706"/>
        <p:cNvGrpSpPr/>
        <p:nvPr/>
      </p:nvGrpSpPr>
      <p:grpSpPr>
        <a:xfrm>
          <a:off x="0" y="0"/>
          <a:ext cx="0" cy="0"/>
          <a:chOff x="0" y="0"/>
          <a:chExt cx="0" cy="0"/>
        </a:xfrm>
      </p:grpSpPr>
      <p:sp>
        <p:nvSpPr>
          <p:cNvPr id="707" name="Google Shape;707;g39181ba8852_1_1717"/>
          <p:cNvSpPr/>
          <p:nvPr>
            <p:ph idx="2" type="pic"/>
          </p:nvPr>
        </p:nvSpPr>
        <p:spPr>
          <a:xfrm>
            <a:off x="0" y="-9567"/>
            <a:ext cx="12192000" cy="6858000"/>
          </a:xfrm>
          <a:prstGeom prst="rect">
            <a:avLst/>
          </a:prstGeom>
          <a:noFill/>
          <a:ln>
            <a:noFill/>
          </a:ln>
        </p:spPr>
      </p:sp>
      <p:sp>
        <p:nvSpPr>
          <p:cNvPr id="708" name="Google Shape;708;g39181ba8852_1_1717"/>
          <p:cNvSpPr txBox="1"/>
          <p:nvPr>
            <p:ph type="title"/>
          </p:nvPr>
        </p:nvSpPr>
        <p:spPr>
          <a:xfrm>
            <a:off x="960000" y="5352600"/>
            <a:ext cx="10272000" cy="763500"/>
          </a:xfrm>
          <a:prstGeom prst="rect">
            <a:avLst/>
          </a:prstGeom>
          <a:solidFill>
            <a:schemeClr val="lt1"/>
          </a:solidFill>
        </p:spPr>
        <p:txBody>
          <a:bodyPr anchorCtr="0" anchor="ctr" bIns="121900" lIns="121900" spcFirstLastPara="1" rIns="121900" wrap="square" tIns="121900">
            <a:noAutofit/>
          </a:bodyPr>
          <a:lstStyle>
            <a:lvl1pPr lvl="0" algn="ctr">
              <a:spcBef>
                <a:spcPts val="0"/>
              </a:spcBef>
              <a:spcAft>
                <a:spcPts val="0"/>
              </a:spcAft>
              <a:buSzPts val="4700"/>
              <a:buNone/>
              <a:defRPr/>
            </a:lvl1pPr>
            <a:lvl2pPr lvl="1" algn="ctr">
              <a:spcBef>
                <a:spcPts val="0"/>
              </a:spcBef>
              <a:spcAft>
                <a:spcPts val="0"/>
              </a:spcAft>
              <a:buSzPts val="4700"/>
              <a:buNone/>
              <a:defRPr/>
            </a:lvl2pPr>
            <a:lvl3pPr lvl="2" algn="ctr">
              <a:spcBef>
                <a:spcPts val="0"/>
              </a:spcBef>
              <a:spcAft>
                <a:spcPts val="0"/>
              </a:spcAft>
              <a:buSzPts val="4700"/>
              <a:buNone/>
              <a:defRPr/>
            </a:lvl3pPr>
            <a:lvl4pPr lvl="3" algn="ctr">
              <a:spcBef>
                <a:spcPts val="0"/>
              </a:spcBef>
              <a:spcAft>
                <a:spcPts val="0"/>
              </a:spcAft>
              <a:buSzPts val="4700"/>
              <a:buNone/>
              <a:defRPr/>
            </a:lvl4pPr>
            <a:lvl5pPr lvl="4" algn="ctr">
              <a:spcBef>
                <a:spcPts val="0"/>
              </a:spcBef>
              <a:spcAft>
                <a:spcPts val="0"/>
              </a:spcAft>
              <a:buSzPts val="4700"/>
              <a:buNone/>
              <a:defRPr/>
            </a:lvl5pPr>
            <a:lvl6pPr lvl="5" algn="ctr">
              <a:spcBef>
                <a:spcPts val="0"/>
              </a:spcBef>
              <a:spcAft>
                <a:spcPts val="0"/>
              </a:spcAft>
              <a:buSzPts val="4700"/>
              <a:buNone/>
              <a:defRPr/>
            </a:lvl6pPr>
            <a:lvl7pPr lvl="6" algn="ctr">
              <a:spcBef>
                <a:spcPts val="0"/>
              </a:spcBef>
              <a:spcAft>
                <a:spcPts val="0"/>
              </a:spcAft>
              <a:buSzPts val="4700"/>
              <a:buNone/>
              <a:defRPr/>
            </a:lvl7pPr>
            <a:lvl8pPr lvl="7" algn="ctr">
              <a:spcBef>
                <a:spcPts val="0"/>
              </a:spcBef>
              <a:spcAft>
                <a:spcPts val="0"/>
              </a:spcAft>
              <a:buSzPts val="4700"/>
              <a:buNone/>
              <a:defRPr/>
            </a:lvl8pPr>
            <a:lvl9pPr lvl="8" algn="ctr">
              <a:spcBef>
                <a:spcPts val="0"/>
              </a:spcBef>
              <a:spcAft>
                <a:spcPts val="0"/>
              </a:spcAft>
              <a:buSzPts val="47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09" name="Shape 709"/>
        <p:cNvGrpSpPr/>
        <p:nvPr/>
      </p:nvGrpSpPr>
      <p:grpSpPr>
        <a:xfrm>
          <a:off x="0" y="0"/>
          <a:ext cx="0" cy="0"/>
          <a:chOff x="0" y="0"/>
          <a:chExt cx="0" cy="0"/>
        </a:xfrm>
      </p:grpSpPr>
      <p:sp>
        <p:nvSpPr>
          <p:cNvPr id="710" name="Google Shape;710;g39181ba8852_1_1720"/>
          <p:cNvSpPr txBox="1"/>
          <p:nvPr>
            <p:ph hasCustomPrompt="1" type="title"/>
          </p:nvPr>
        </p:nvSpPr>
        <p:spPr>
          <a:xfrm>
            <a:off x="1711917" y="1077950"/>
            <a:ext cx="8768100" cy="1449900"/>
          </a:xfrm>
          <a:prstGeom prst="rect">
            <a:avLst/>
          </a:prstGeom>
        </p:spPr>
        <p:txBody>
          <a:bodyPr anchorCtr="0" anchor="ctr" bIns="121900" lIns="121900" spcFirstLastPara="1" rIns="121900" wrap="square" tIns="121900">
            <a:noAutofit/>
          </a:bodyPr>
          <a:lstStyle>
            <a:lvl1pPr lvl="0" algn="ctr">
              <a:spcBef>
                <a:spcPts val="0"/>
              </a:spcBef>
              <a:spcAft>
                <a:spcPts val="0"/>
              </a:spcAft>
              <a:buSzPts val="12800"/>
              <a:buNone/>
              <a:defRPr sz="8000"/>
            </a:lvl1pPr>
            <a:lvl2pPr lvl="1" algn="ctr">
              <a:spcBef>
                <a:spcPts val="0"/>
              </a:spcBef>
              <a:spcAft>
                <a:spcPts val="0"/>
              </a:spcAft>
              <a:buSzPts val="12800"/>
              <a:buNone/>
              <a:defRPr sz="12800"/>
            </a:lvl2pPr>
            <a:lvl3pPr lvl="2" algn="ctr">
              <a:spcBef>
                <a:spcPts val="0"/>
              </a:spcBef>
              <a:spcAft>
                <a:spcPts val="0"/>
              </a:spcAft>
              <a:buSzPts val="12800"/>
              <a:buNone/>
              <a:defRPr sz="12800"/>
            </a:lvl3pPr>
            <a:lvl4pPr lvl="3" algn="ctr">
              <a:spcBef>
                <a:spcPts val="0"/>
              </a:spcBef>
              <a:spcAft>
                <a:spcPts val="0"/>
              </a:spcAft>
              <a:buSzPts val="12800"/>
              <a:buNone/>
              <a:defRPr sz="12800"/>
            </a:lvl4pPr>
            <a:lvl5pPr lvl="4" algn="ctr">
              <a:spcBef>
                <a:spcPts val="0"/>
              </a:spcBef>
              <a:spcAft>
                <a:spcPts val="0"/>
              </a:spcAft>
              <a:buSzPts val="12800"/>
              <a:buNone/>
              <a:defRPr sz="12800"/>
            </a:lvl5pPr>
            <a:lvl6pPr lvl="5" algn="ctr">
              <a:spcBef>
                <a:spcPts val="0"/>
              </a:spcBef>
              <a:spcAft>
                <a:spcPts val="0"/>
              </a:spcAft>
              <a:buSzPts val="12800"/>
              <a:buNone/>
              <a:defRPr sz="12800"/>
            </a:lvl6pPr>
            <a:lvl7pPr lvl="6" algn="ctr">
              <a:spcBef>
                <a:spcPts val="0"/>
              </a:spcBef>
              <a:spcAft>
                <a:spcPts val="0"/>
              </a:spcAft>
              <a:buSzPts val="12800"/>
              <a:buNone/>
              <a:defRPr sz="12800"/>
            </a:lvl7pPr>
            <a:lvl8pPr lvl="7" algn="ctr">
              <a:spcBef>
                <a:spcPts val="0"/>
              </a:spcBef>
              <a:spcAft>
                <a:spcPts val="0"/>
              </a:spcAft>
              <a:buSzPts val="12800"/>
              <a:buNone/>
              <a:defRPr sz="12800"/>
            </a:lvl8pPr>
            <a:lvl9pPr lvl="8" algn="ctr">
              <a:spcBef>
                <a:spcPts val="0"/>
              </a:spcBef>
              <a:spcAft>
                <a:spcPts val="0"/>
              </a:spcAft>
              <a:buSzPts val="12800"/>
              <a:buNone/>
              <a:defRPr sz="12800"/>
            </a:lvl9pPr>
          </a:lstStyle>
          <a:p>
            <a:r>
              <a:t>xx%</a:t>
            </a:r>
          </a:p>
        </p:txBody>
      </p:sp>
      <p:sp>
        <p:nvSpPr>
          <p:cNvPr id="711" name="Google Shape;711;g39181ba8852_1_1720"/>
          <p:cNvSpPr txBox="1"/>
          <p:nvPr>
            <p:ph idx="1" type="subTitle"/>
          </p:nvPr>
        </p:nvSpPr>
        <p:spPr>
          <a:xfrm>
            <a:off x="1711917" y="2527983"/>
            <a:ext cx="8768100" cy="662700"/>
          </a:xfrm>
          <a:prstGeom prst="rect">
            <a:avLst/>
          </a:prstGeom>
        </p:spPr>
        <p:txBody>
          <a:bodyPr anchorCtr="0" anchor="t" bIns="121900" lIns="121900" spcFirstLastPara="1" rIns="121900" wrap="square" tIns="121900">
            <a:noAutofit/>
          </a:bodyPr>
          <a:lstStyle>
            <a:lvl1pPr lvl="0" algn="ctr">
              <a:lnSpc>
                <a:spcPct val="100000"/>
              </a:lnSpc>
              <a:spcBef>
                <a:spcPts val="0"/>
              </a:spcBef>
              <a:spcAft>
                <a:spcPts val="0"/>
              </a:spcAft>
              <a:buSzPts val="2100"/>
              <a:buNone/>
              <a:defRPr sz="2500"/>
            </a:lvl1pPr>
            <a:lvl2pPr lvl="1" algn="ctr">
              <a:lnSpc>
                <a:spcPct val="100000"/>
              </a:lnSpc>
              <a:spcBef>
                <a:spcPts val="0"/>
              </a:spcBef>
              <a:spcAft>
                <a:spcPts val="0"/>
              </a:spcAft>
              <a:buSzPts val="2100"/>
              <a:buNone/>
              <a:defRPr sz="2100"/>
            </a:lvl2pPr>
            <a:lvl3pPr lvl="2" algn="ctr">
              <a:lnSpc>
                <a:spcPct val="100000"/>
              </a:lnSpc>
              <a:spcBef>
                <a:spcPts val="2100"/>
              </a:spcBef>
              <a:spcAft>
                <a:spcPts val="0"/>
              </a:spcAft>
              <a:buSzPts val="2100"/>
              <a:buNone/>
              <a:defRPr sz="2100"/>
            </a:lvl3pPr>
            <a:lvl4pPr lvl="3" algn="ctr">
              <a:lnSpc>
                <a:spcPct val="100000"/>
              </a:lnSpc>
              <a:spcBef>
                <a:spcPts val="2100"/>
              </a:spcBef>
              <a:spcAft>
                <a:spcPts val="0"/>
              </a:spcAft>
              <a:buSzPts val="2100"/>
              <a:buNone/>
              <a:defRPr sz="2100"/>
            </a:lvl4pPr>
            <a:lvl5pPr lvl="4" algn="ctr">
              <a:lnSpc>
                <a:spcPct val="100000"/>
              </a:lnSpc>
              <a:spcBef>
                <a:spcPts val="2100"/>
              </a:spcBef>
              <a:spcAft>
                <a:spcPts val="0"/>
              </a:spcAft>
              <a:buSzPts val="2100"/>
              <a:buNone/>
              <a:defRPr sz="2100"/>
            </a:lvl5pPr>
            <a:lvl6pPr lvl="5" algn="ctr">
              <a:lnSpc>
                <a:spcPct val="100000"/>
              </a:lnSpc>
              <a:spcBef>
                <a:spcPts val="2100"/>
              </a:spcBef>
              <a:spcAft>
                <a:spcPts val="0"/>
              </a:spcAft>
              <a:buSzPts val="2100"/>
              <a:buNone/>
              <a:defRPr sz="2100"/>
            </a:lvl6pPr>
            <a:lvl7pPr lvl="6" algn="ctr">
              <a:lnSpc>
                <a:spcPct val="100000"/>
              </a:lnSpc>
              <a:spcBef>
                <a:spcPts val="2100"/>
              </a:spcBef>
              <a:spcAft>
                <a:spcPts val="0"/>
              </a:spcAft>
              <a:buSzPts val="2100"/>
              <a:buNone/>
              <a:defRPr sz="2100"/>
            </a:lvl7pPr>
            <a:lvl8pPr lvl="7" algn="ctr">
              <a:lnSpc>
                <a:spcPct val="100000"/>
              </a:lnSpc>
              <a:spcBef>
                <a:spcPts val="2100"/>
              </a:spcBef>
              <a:spcAft>
                <a:spcPts val="0"/>
              </a:spcAft>
              <a:buSzPts val="2100"/>
              <a:buNone/>
              <a:defRPr sz="2100"/>
            </a:lvl8pPr>
            <a:lvl9pPr lvl="8" algn="ctr">
              <a:lnSpc>
                <a:spcPct val="100000"/>
              </a:lnSpc>
              <a:spcBef>
                <a:spcPts val="2100"/>
              </a:spcBef>
              <a:spcAft>
                <a:spcPts val="2100"/>
              </a:spcAft>
              <a:buSzPts val="2100"/>
              <a:buNone/>
              <a:defRPr sz="2100"/>
            </a:lvl9pPr>
          </a:lstStyle>
          <a:p/>
        </p:txBody>
      </p:sp>
      <p:sp>
        <p:nvSpPr>
          <p:cNvPr id="712" name="Google Shape;712;g39181ba8852_1_1720"/>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13" name="Shape 713"/>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14" name="Shape 714"/>
        <p:cNvGrpSpPr/>
        <p:nvPr/>
      </p:nvGrpSpPr>
      <p:grpSpPr>
        <a:xfrm>
          <a:off x="0" y="0"/>
          <a:ext cx="0" cy="0"/>
          <a:chOff x="0" y="0"/>
          <a:chExt cx="0" cy="0"/>
        </a:xfrm>
      </p:grpSpPr>
      <p:sp>
        <p:nvSpPr>
          <p:cNvPr id="715" name="Google Shape;715;g39181ba8852_1_1725"/>
          <p:cNvSpPr txBox="1"/>
          <p:nvPr>
            <p:ph type="title"/>
          </p:nvPr>
        </p:nvSpPr>
        <p:spPr>
          <a:xfrm>
            <a:off x="960000" y="593367"/>
            <a:ext cx="102813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716" name="Google Shape;716;g39181ba8852_1_1725"/>
          <p:cNvSpPr txBox="1"/>
          <p:nvPr>
            <p:ph hasCustomPrompt="1" idx="2" type="title"/>
          </p:nvPr>
        </p:nvSpPr>
        <p:spPr>
          <a:xfrm>
            <a:off x="1091203" y="2001411"/>
            <a:ext cx="979500" cy="596700"/>
          </a:xfrm>
          <a:prstGeom prst="rect">
            <a:avLst/>
          </a:prstGeom>
          <a:noFill/>
        </p:spPr>
        <p:txBody>
          <a:bodyPr anchorCtr="0" anchor="ctr"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r>
              <a:t>xx%</a:t>
            </a:r>
          </a:p>
        </p:txBody>
      </p:sp>
      <p:sp>
        <p:nvSpPr>
          <p:cNvPr id="717" name="Google Shape;717;g39181ba8852_1_1725"/>
          <p:cNvSpPr txBox="1"/>
          <p:nvPr>
            <p:ph hasCustomPrompt="1" idx="3" type="title"/>
          </p:nvPr>
        </p:nvSpPr>
        <p:spPr>
          <a:xfrm>
            <a:off x="1091203" y="3530588"/>
            <a:ext cx="979500" cy="596700"/>
          </a:xfrm>
          <a:prstGeom prst="rect">
            <a:avLst/>
          </a:prstGeom>
          <a:noFill/>
        </p:spPr>
        <p:txBody>
          <a:bodyPr anchorCtr="0" anchor="ctr"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r>
              <a:t>xx%</a:t>
            </a:r>
          </a:p>
        </p:txBody>
      </p:sp>
      <p:sp>
        <p:nvSpPr>
          <p:cNvPr id="718" name="Google Shape;718;g39181ba8852_1_1725"/>
          <p:cNvSpPr txBox="1"/>
          <p:nvPr>
            <p:ph hasCustomPrompt="1" idx="4" type="title"/>
          </p:nvPr>
        </p:nvSpPr>
        <p:spPr>
          <a:xfrm>
            <a:off x="4964020" y="2001411"/>
            <a:ext cx="979500" cy="596700"/>
          </a:xfrm>
          <a:prstGeom prst="rect">
            <a:avLst/>
          </a:prstGeom>
          <a:noFill/>
        </p:spPr>
        <p:txBody>
          <a:bodyPr anchorCtr="0" anchor="ctr"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r>
              <a:t>xx%</a:t>
            </a:r>
          </a:p>
        </p:txBody>
      </p:sp>
      <p:sp>
        <p:nvSpPr>
          <p:cNvPr id="719" name="Google Shape;719;g39181ba8852_1_1725"/>
          <p:cNvSpPr txBox="1"/>
          <p:nvPr>
            <p:ph hasCustomPrompt="1" idx="5" type="title"/>
          </p:nvPr>
        </p:nvSpPr>
        <p:spPr>
          <a:xfrm>
            <a:off x="4964020" y="3530588"/>
            <a:ext cx="979500" cy="596700"/>
          </a:xfrm>
          <a:prstGeom prst="rect">
            <a:avLst/>
          </a:prstGeom>
          <a:noFill/>
        </p:spPr>
        <p:txBody>
          <a:bodyPr anchorCtr="0" anchor="ctr" bIns="121900" lIns="121900" spcFirstLastPara="1" rIns="121900" wrap="square" tIns="12190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r>
              <a:t>xx%</a:t>
            </a:r>
          </a:p>
        </p:txBody>
      </p:sp>
      <p:sp>
        <p:nvSpPr>
          <p:cNvPr id="720" name="Google Shape;720;g39181ba8852_1_1725"/>
          <p:cNvSpPr txBox="1"/>
          <p:nvPr>
            <p:ph idx="1" type="subTitle"/>
          </p:nvPr>
        </p:nvSpPr>
        <p:spPr>
          <a:xfrm>
            <a:off x="960000" y="2801400"/>
            <a:ext cx="2232900" cy="5259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21" name="Google Shape;721;g39181ba8852_1_1725"/>
          <p:cNvSpPr txBox="1"/>
          <p:nvPr>
            <p:ph idx="6" type="subTitle"/>
          </p:nvPr>
        </p:nvSpPr>
        <p:spPr>
          <a:xfrm>
            <a:off x="4832817" y="2801400"/>
            <a:ext cx="2232900" cy="5259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22" name="Google Shape;722;g39181ba8852_1_1725"/>
          <p:cNvSpPr txBox="1"/>
          <p:nvPr>
            <p:ph idx="7" type="subTitle"/>
          </p:nvPr>
        </p:nvSpPr>
        <p:spPr>
          <a:xfrm>
            <a:off x="960000" y="4330600"/>
            <a:ext cx="2232900" cy="5259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23" name="Google Shape;723;g39181ba8852_1_1725"/>
          <p:cNvSpPr txBox="1"/>
          <p:nvPr>
            <p:ph idx="8" type="subTitle"/>
          </p:nvPr>
        </p:nvSpPr>
        <p:spPr>
          <a:xfrm>
            <a:off x="4832817" y="4330600"/>
            <a:ext cx="2232900" cy="5259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24" name="Google Shape;724;g39181ba8852_1_1725"/>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725" name="Shape 725"/>
        <p:cNvGrpSpPr/>
        <p:nvPr/>
      </p:nvGrpSpPr>
      <p:grpSpPr>
        <a:xfrm>
          <a:off x="0" y="0"/>
          <a:ext cx="0" cy="0"/>
          <a:chOff x="0" y="0"/>
          <a:chExt cx="0" cy="0"/>
        </a:xfrm>
      </p:grpSpPr>
      <p:sp>
        <p:nvSpPr>
          <p:cNvPr id="726" name="Google Shape;726;g39181ba8852_1_1736"/>
          <p:cNvSpPr txBox="1"/>
          <p:nvPr>
            <p:ph type="title"/>
          </p:nvPr>
        </p:nvSpPr>
        <p:spPr>
          <a:xfrm>
            <a:off x="5427433" y="2852483"/>
            <a:ext cx="5813700" cy="709200"/>
          </a:xfrm>
          <a:prstGeom prst="rect">
            <a:avLst/>
          </a:prstGeom>
        </p:spPr>
        <p:txBody>
          <a:bodyPr anchorCtr="0" anchor="ctr" bIns="121900" lIns="121900" spcFirstLastPara="1" rIns="121900" wrap="square" tIns="121900">
            <a:noAutofit/>
          </a:bodyPr>
          <a:lstStyle>
            <a:lvl1pPr lvl="0" algn="r">
              <a:spcBef>
                <a:spcPts val="0"/>
              </a:spcBef>
              <a:spcAft>
                <a:spcPts val="0"/>
              </a:spcAft>
              <a:buSzPts val="4000"/>
              <a:buNone/>
              <a:defRPr sz="3200">
                <a:solidFill>
                  <a:schemeClr val="accent1"/>
                </a:solidFill>
              </a:defRPr>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727" name="Google Shape;727;g39181ba8852_1_1736"/>
          <p:cNvSpPr txBox="1"/>
          <p:nvPr>
            <p:ph idx="1" type="subTitle"/>
          </p:nvPr>
        </p:nvSpPr>
        <p:spPr>
          <a:xfrm>
            <a:off x="2319433" y="1128432"/>
            <a:ext cx="8921700" cy="1825500"/>
          </a:xfrm>
          <a:prstGeom prst="rect">
            <a:avLst/>
          </a:prstGeom>
        </p:spPr>
        <p:txBody>
          <a:bodyPr anchorCtr="0" anchor="ctr" bIns="121900" lIns="121900" spcFirstLastPara="1" rIns="121900" wrap="square" tIns="121900">
            <a:noAutofit/>
          </a:bodyPr>
          <a:lstStyle>
            <a:lvl1pPr lvl="0" algn="r">
              <a:lnSpc>
                <a:spcPct val="100000"/>
              </a:lnSpc>
              <a:spcBef>
                <a:spcPts val="0"/>
              </a:spcBef>
              <a:spcAft>
                <a:spcPts val="0"/>
              </a:spcAft>
              <a:buSzPts val="4000"/>
              <a:buNone/>
              <a:defRPr sz="3200"/>
            </a:lvl1pPr>
            <a:lvl2pPr lvl="1" algn="ctr">
              <a:lnSpc>
                <a:spcPct val="100000"/>
              </a:lnSpc>
              <a:spcBef>
                <a:spcPts val="0"/>
              </a:spcBef>
              <a:spcAft>
                <a:spcPts val="0"/>
              </a:spcAft>
              <a:buSzPts val="4000"/>
              <a:buNone/>
              <a:defRPr sz="4000"/>
            </a:lvl2pPr>
            <a:lvl3pPr lvl="2" algn="ctr">
              <a:lnSpc>
                <a:spcPct val="100000"/>
              </a:lnSpc>
              <a:spcBef>
                <a:spcPts val="2100"/>
              </a:spcBef>
              <a:spcAft>
                <a:spcPts val="0"/>
              </a:spcAft>
              <a:buSzPts val="4000"/>
              <a:buNone/>
              <a:defRPr sz="4000"/>
            </a:lvl3pPr>
            <a:lvl4pPr lvl="3" algn="ctr">
              <a:lnSpc>
                <a:spcPct val="100000"/>
              </a:lnSpc>
              <a:spcBef>
                <a:spcPts val="2100"/>
              </a:spcBef>
              <a:spcAft>
                <a:spcPts val="0"/>
              </a:spcAft>
              <a:buSzPts val="4000"/>
              <a:buNone/>
              <a:defRPr sz="4000"/>
            </a:lvl4pPr>
            <a:lvl5pPr lvl="4" algn="ctr">
              <a:lnSpc>
                <a:spcPct val="100000"/>
              </a:lnSpc>
              <a:spcBef>
                <a:spcPts val="2100"/>
              </a:spcBef>
              <a:spcAft>
                <a:spcPts val="0"/>
              </a:spcAft>
              <a:buSzPts val="4000"/>
              <a:buNone/>
              <a:defRPr sz="4000"/>
            </a:lvl5pPr>
            <a:lvl6pPr lvl="5" algn="ctr">
              <a:lnSpc>
                <a:spcPct val="100000"/>
              </a:lnSpc>
              <a:spcBef>
                <a:spcPts val="2100"/>
              </a:spcBef>
              <a:spcAft>
                <a:spcPts val="0"/>
              </a:spcAft>
              <a:buSzPts val="4000"/>
              <a:buNone/>
              <a:defRPr sz="4000"/>
            </a:lvl6pPr>
            <a:lvl7pPr lvl="6" algn="ctr">
              <a:lnSpc>
                <a:spcPct val="100000"/>
              </a:lnSpc>
              <a:spcBef>
                <a:spcPts val="2100"/>
              </a:spcBef>
              <a:spcAft>
                <a:spcPts val="0"/>
              </a:spcAft>
              <a:buSzPts val="4000"/>
              <a:buNone/>
              <a:defRPr sz="4000"/>
            </a:lvl7pPr>
            <a:lvl8pPr lvl="7" algn="ctr">
              <a:lnSpc>
                <a:spcPct val="100000"/>
              </a:lnSpc>
              <a:spcBef>
                <a:spcPts val="2100"/>
              </a:spcBef>
              <a:spcAft>
                <a:spcPts val="0"/>
              </a:spcAft>
              <a:buSzPts val="4000"/>
              <a:buNone/>
              <a:defRPr sz="4000"/>
            </a:lvl8pPr>
            <a:lvl9pPr lvl="8" algn="ctr">
              <a:lnSpc>
                <a:spcPct val="100000"/>
              </a:lnSpc>
              <a:spcBef>
                <a:spcPts val="2100"/>
              </a:spcBef>
              <a:spcAft>
                <a:spcPts val="2100"/>
              </a:spcAft>
              <a:buSzPts val="4000"/>
              <a:buNone/>
              <a:defRPr sz="4000"/>
            </a:lvl9pPr>
          </a:lstStyle>
          <a:p/>
        </p:txBody>
      </p:sp>
      <p:sp>
        <p:nvSpPr>
          <p:cNvPr id="728" name="Google Shape;728;g39181ba8852_1_1736"/>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4">
    <p:spTree>
      <p:nvGrpSpPr>
        <p:cNvPr id="729" name="Shape 729"/>
        <p:cNvGrpSpPr/>
        <p:nvPr/>
      </p:nvGrpSpPr>
      <p:grpSpPr>
        <a:xfrm>
          <a:off x="0" y="0"/>
          <a:ext cx="0" cy="0"/>
          <a:chOff x="0" y="0"/>
          <a:chExt cx="0" cy="0"/>
        </a:xfrm>
      </p:grpSpPr>
      <p:sp>
        <p:nvSpPr>
          <p:cNvPr id="730" name="Google Shape;730;g39181ba8852_1_1740"/>
          <p:cNvSpPr txBox="1"/>
          <p:nvPr>
            <p:ph type="title"/>
          </p:nvPr>
        </p:nvSpPr>
        <p:spPr>
          <a:xfrm>
            <a:off x="7506233" y="849733"/>
            <a:ext cx="3734700" cy="15288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731" name="Google Shape;731;g39181ba8852_1_1740"/>
          <p:cNvSpPr txBox="1"/>
          <p:nvPr>
            <p:ph idx="1" type="subTitle"/>
          </p:nvPr>
        </p:nvSpPr>
        <p:spPr>
          <a:xfrm>
            <a:off x="7506233" y="2378533"/>
            <a:ext cx="3734700" cy="13692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32" name="Google Shape;732;g39181ba8852_1_1740"/>
          <p:cNvSpPr/>
          <p:nvPr>
            <p:ph idx="2" type="pic"/>
          </p:nvPr>
        </p:nvSpPr>
        <p:spPr>
          <a:xfrm>
            <a:off x="950967" y="735433"/>
            <a:ext cx="3282900" cy="5403300"/>
          </a:xfrm>
          <a:prstGeom prst="rect">
            <a:avLst/>
          </a:prstGeom>
          <a:noFill/>
          <a:ln>
            <a:noFill/>
          </a:ln>
        </p:spPr>
      </p:sp>
      <p:sp>
        <p:nvSpPr>
          <p:cNvPr id="733" name="Google Shape;733;g39181ba8852_1_1740"/>
          <p:cNvSpPr/>
          <p:nvPr>
            <p:ph idx="3" type="pic"/>
          </p:nvPr>
        </p:nvSpPr>
        <p:spPr>
          <a:xfrm>
            <a:off x="4413167" y="735433"/>
            <a:ext cx="2637300" cy="3028500"/>
          </a:xfrm>
          <a:prstGeom prst="rect">
            <a:avLst/>
          </a:prstGeom>
          <a:noFill/>
          <a:ln>
            <a:noFill/>
          </a:ln>
        </p:spPr>
      </p:sp>
      <p:sp>
        <p:nvSpPr>
          <p:cNvPr id="734" name="Google Shape;734;g39181ba8852_1_1740"/>
          <p:cNvSpPr/>
          <p:nvPr>
            <p:ph idx="4" type="pic"/>
          </p:nvPr>
        </p:nvSpPr>
        <p:spPr>
          <a:xfrm>
            <a:off x="4413167" y="3938200"/>
            <a:ext cx="6828000" cy="2200500"/>
          </a:xfrm>
          <a:prstGeom prst="rect">
            <a:avLst/>
          </a:prstGeom>
          <a:noFill/>
          <a:ln>
            <a:noFill/>
          </a:ln>
        </p:spPr>
      </p:sp>
      <p:sp>
        <p:nvSpPr>
          <p:cNvPr id="735" name="Google Shape;735;g39181ba8852_1_1740"/>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736" name="Shape 736"/>
        <p:cNvGrpSpPr/>
        <p:nvPr/>
      </p:nvGrpSpPr>
      <p:grpSpPr>
        <a:xfrm>
          <a:off x="0" y="0"/>
          <a:ext cx="0" cy="0"/>
          <a:chOff x="0" y="0"/>
          <a:chExt cx="0" cy="0"/>
        </a:xfrm>
      </p:grpSpPr>
      <p:sp>
        <p:nvSpPr>
          <p:cNvPr id="737" name="Google Shape;737;g39181ba8852_1_1747"/>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738" name="Google Shape;738;g39181ba8852_1_1747"/>
          <p:cNvSpPr txBox="1"/>
          <p:nvPr>
            <p:ph idx="1" type="subTitle"/>
          </p:nvPr>
        </p:nvSpPr>
        <p:spPr>
          <a:xfrm>
            <a:off x="1250167" y="2449064"/>
            <a:ext cx="2900400" cy="20025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39" name="Google Shape;739;g39181ba8852_1_1747"/>
          <p:cNvSpPr txBox="1"/>
          <p:nvPr>
            <p:ph idx="2" type="subTitle"/>
          </p:nvPr>
        </p:nvSpPr>
        <p:spPr>
          <a:xfrm>
            <a:off x="4645795" y="2449064"/>
            <a:ext cx="2900400" cy="20025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40" name="Google Shape;740;g39181ba8852_1_1747"/>
          <p:cNvSpPr txBox="1"/>
          <p:nvPr>
            <p:ph idx="3" type="subTitle"/>
          </p:nvPr>
        </p:nvSpPr>
        <p:spPr>
          <a:xfrm>
            <a:off x="8041433" y="2449064"/>
            <a:ext cx="2900400" cy="20025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41" name="Google Shape;741;g39181ba8852_1_1747"/>
          <p:cNvSpPr txBox="1"/>
          <p:nvPr>
            <p:ph idx="4" type="subTitle"/>
          </p:nvPr>
        </p:nvSpPr>
        <p:spPr>
          <a:xfrm>
            <a:off x="1250167" y="1847067"/>
            <a:ext cx="2900400" cy="7035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42" name="Google Shape;742;g39181ba8852_1_1747"/>
          <p:cNvSpPr txBox="1"/>
          <p:nvPr>
            <p:ph idx="5" type="subTitle"/>
          </p:nvPr>
        </p:nvSpPr>
        <p:spPr>
          <a:xfrm>
            <a:off x="4645800" y="1847067"/>
            <a:ext cx="2900400" cy="7035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43" name="Google Shape;743;g39181ba8852_1_1747"/>
          <p:cNvSpPr txBox="1"/>
          <p:nvPr>
            <p:ph idx="6" type="subTitle"/>
          </p:nvPr>
        </p:nvSpPr>
        <p:spPr>
          <a:xfrm>
            <a:off x="8041433" y="1847067"/>
            <a:ext cx="2900400" cy="7035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44" name="Google Shape;744;g39181ba8852_1_1747"/>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745" name="Shape 745"/>
        <p:cNvGrpSpPr/>
        <p:nvPr/>
      </p:nvGrpSpPr>
      <p:grpSpPr>
        <a:xfrm>
          <a:off x="0" y="0"/>
          <a:ext cx="0" cy="0"/>
          <a:chOff x="0" y="0"/>
          <a:chExt cx="0" cy="0"/>
        </a:xfrm>
      </p:grpSpPr>
      <p:sp>
        <p:nvSpPr>
          <p:cNvPr id="746" name="Google Shape;746;g39181ba8852_1_1756"/>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747" name="Google Shape;747;g39181ba8852_1_1756"/>
          <p:cNvSpPr txBox="1"/>
          <p:nvPr>
            <p:ph idx="1" type="subTitle"/>
          </p:nvPr>
        </p:nvSpPr>
        <p:spPr>
          <a:xfrm>
            <a:off x="1670965" y="2331867"/>
            <a:ext cx="3747900" cy="12732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48" name="Google Shape;748;g39181ba8852_1_1756"/>
          <p:cNvSpPr txBox="1"/>
          <p:nvPr>
            <p:ph idx="2" type="subTitle"/>
          </p:nvPr>
        </p:nvSpPr>
        <p:spPr>
          <a:xfrm>
            <a:off x="6773035" y="2331867"/>
            <a:ext cx="3747900" cy="12732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49" name="Google Shape;749;g39181ba8852_1_1756"/>
          <p:cNvSpPr txBox="1"/>
          <p:nvPr>
            <p:ph idx="3" type="subTitle"/>
          </p:nvPr>
        </p:nvSpPr>
        <p:spPr>
          <a:xfrm>
            <a:off x="1670965" y="4283533"/>
            <a:ext cx="3747900" cy="12732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50" name="Google Shape;750;g39181ba8852_1_1756"/>
          <p:cNvSpPr txBox="1"/>
          <p:nvPr>
            <p:ph idx="4" type="subTitle"/>
          </p:nvPr>
        </p:nvSpPr>
        <p:spPr>
          <a:xfrm>
            <a:off x="6773035" y="4283533"/>
            <a:ext cx="3747900" cy="12732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751" name="Google Shape;751;g39181ba8852_1_1756"/>
          <p:cNvSpPr txBox="1"/>
          <p:nvPr>
            <p:ph idx="5" type="subTitle"/>
          </p:nvPr>
        </p:nvSpPr>
        <p:spPr>
          <a:xfrm>
            <a:off x="1670965" y="1940733"/>
            <a:ext cx="37479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52" name="Google Shape;752;g39181ba8852_1_1756"/>
          <p:cNvSpPr txBox="1"/>
          <p:nvPr>
            <p:ph idx="6" type="subTitle"/>
          </p:nvPr>
        </p:nvSpPr>
        <p:spPr>
          <a:xfrm>
            <a:off x="1670965" y="3892500"/>
            <a:ext cx="37479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53" name="Google Shape;753;g39181ba8852_1_1756"/>
          <p:cNvSpPr txBox="1"/>
          <p:nvPr>
            <p:ph idx="7" type="subTitle"/>
          </p:nvPr>
        </p:nvSpPr>
        <p:spPr>
          <a:xfrm>
            <a:off x="6772999" y="1940733"/>
            <a:ext cx="37479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54" name="Google Shape;754;g39181ba8852_1_1756"/>
          <p:cNvSpPr txBox="1"/>
          <p:nvPr>
            <p:ph idx="8" type="subTitle"/>
          </p:nvPr>
        </p:nvSpPr>
        <p:spPr>
          <a:xfrm>
            <a:off x="6772999" y="3892500"/>
            <a:ext cx="37479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755" name="Google Shape;755;g39181ba8852_1_1756"/>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56" name="Shape 756"/>
        <p:cNvGrpSpPr/>
        <p:nvPr/>
      </p:nvGrpSpPr>
      <p:grpSpPr>
        <a:xfrm>
          <a:off x="0" y="0"/>
          <a:ext cx="0" cy="0"/>
          <a:chOff x="0" y="0"/>
          <a:chExt cx="0" cy="0"/>
        </a:xfrm>
      </p:grpSpPr>
      <p:sp>
        <p:nvSpPr>
          <p:cNvPr id="757" name="Google Shape;757;g39181ba8852_1_1767"/>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58" name="Google Shape;758;g39181ba8852_1_1767"/>
          <p:cNvSpPr/>
          <p:nvPr/>
        </p:nvSpPr>
        <p:spPr>
          <a:xfrm flipH="1">
            <a:off x="-499094"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759" name="Google Shape;759;g39181ba8852_1_1767"/>
          <p:cNvGrpSpPr/>
          <p:nvPr/>
        </p:nvGrpSpPr>
        <p:grpSpPr>
          <a:xfrm>
            <a:off x="-305938" y="4144031"/>
            <a:ext cx="1066721" cy="2526602"/>
            <a:chOff x="7131700" y="3058575"/>
            <a:chExt cx="800061" cy="1894999"/>
          </a:xfrm>
        </p:grpSpPr>
        <p:sp>
          <p:nvSpPr>
            <p:cNvPr id="760" name="Google Shape;760;g39181ba8852_1_1767"/>
            <p:cNvSpPr/>
            <p:nvPr/>
          </p:nvSpPr>
          <p:spPr>
            <a:xfrm>
              <a:off x="7385008" y="3940203"/>
              <a:ext cx="101721" cy="80042"/>
            </a:xfrm>
            <a:custGeom>
              <a:rect b="b" l="l" r="r" t="t"/>
              <a:pathLst>
                <a:path extrusionOk="0" h="1045" w="1328">
                  <a:moveTo>
                    <a:pt x="0" y="0"/>
                  </a:moveTo>
                  <a:lnTo>
                    <a:pt x="0" y="1045"/>
                  </a:lnTo>
                  <a:lnTo>
                    <a:pt x="1328" y="1045"/>
                  </a:lnTo>
                  <a:lnTo>
                    <a:pt x="132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1" name="Google Shape;761;g39181ba8852_1_1767"/>
            <p:cNvSpPr/>
            <p:nvPr/>
          </p:nvSpPr>
          <p:spPr>
            <a:xfrm>
              <a:off x="7495003" y="4095158"/>
              <a:ext cx="101721" cy="716699"/>
            </a:xfrm>
            <a:custGeom>
              <a:rect b="b" l="l" r="r" t="t"/>
              <a:pathLst>
                <a:path extrusionOk="0" h="9357" w="1328">
                  <a:moveTo>
                    <a:pt x="0" y="1"/>
                  </a:moveTo>
                  <a:lnTo>
                    <a:pt x="0" y="9357"/>
                  </a:lnTo>
                  <a:lnTo>
                    <a:pt x="1328" y="9357"/>
                  </a:lnTo>
                  <a:lnTo>
                    <a:pt x="1328"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2" name="Google Shape;762;g39181ba8852_1_1767"/>
            <p:cNvSpPr/>
            <p:nvPr/>
          </p:nvSpPr>
          <p:spPr>
            <a:xfrm>
              <a:off x="7746626" y="4835158"/>
              <a:ext cx="116735" cy="118416"/>
            </a:xfrm>
            <a:custGeom>
              <a:rect b="b" l="l" r="r" t="t"/>
              <a:pathLst>
                <a:path extrusionOk="0" h="1546" w="1524">
                  <a:moveTo>
                    <a:pt x="762" y="1"/>
                  </a:moveTo>
                  <a:cubicBezTo>
                    <a:pt x="327" y="1"/>
                    <a:pt x="1" y="349"/>
                    <a:pt x="1" y="784"/>
                  </a:cubicBezTo>
                  <a:cubicBezTo>
                    <a:pt x="1" y="1197"/>
                    <a:pt x="327" y="1545"/>
                    <a:pt x="762" y="1545"/>
                  </a:cubicBezTo>
                  <a:cubicBezTo>
                    <a:pt x="1176" y="1545"/>
                    <a:pt x="1524" y="1197"/>
                    <a:pt x="1524" y="784"/>
                  </a:cubicBezTo>
                  <a:cubicBezTo>
                    <a:pt x="1524" y="349"/>
                    <a:pt x="1176"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3" name="Google Shape;763;g39181ba8852_1_1767"/>
            <p:cNvSpPr/>
            <p:nvPr/>
          </p:nvSpPr>
          <p:spPr>
            <a:xfrm>
              <a:off x="7215038" y="4835158"/>
              <a:ext cx="116735" cy="118416"/>
            </a:xfrm>
            <a:custGeom>
              <a:rect b="b" l="l" r="r" t="t"/>
              <a:pathLst>
                <a:path extrusionOk="0" h="1546" w="1524">
                  <a:moveTo>
                    <a:pt x="762" y="1"/>
                  </a:moveTo>
                  <a:cubicBezTo>
                    <a:pt x="348" y="1"/>
                    <a:pt x="0" y="349"/>
                    <a:pt x="0" y="784"/>
                  </a:cubicBezTo>
                  <a:cubicBezTo>
                    <a:pt x="0" y="1197"/>
                    <a:pt x="348" y="1545"/>
                    <a:pt x="762" y="1545"/>
                  </a:cubicBezTo>
                  <a:cubicBezTo>
                    <a:pt x="1197" y="1545"/>
                    <a:pt x="1523" y="1197"/>
                    <a:pt x="1523" y="784"/>
                  </a:cubicBezTo>
                  <a:cubicBezTo>
                    <a:pt x="1523" y="349"/>
                    <a:pt x="1197"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4" name="Google Shape;764;g39181ba8852_1_1767"/>
            <p:cNvSpPr/>
            <p:nvPr/>
          </p:nvSpPr>
          <p:spPr>
            <a:xfrm>
              <a:off x="7196655" y="4811796"/>
              <a:ext cx="698416" cy="48408"/>
            </a:xfrm>
            <a:custGeom>
              <a:rect b="b" l="l" r="r" t="t"/>
              <a:pathLst>
                <a:path extrusionOk="0" h="632" w="9118">
                  <a:moveTo>
                    <a:pt x="632" y="1"/>
                  </a:moveTo>
                  <a:cubicBezTo>
                    <a:pt x="284" y="1"/>
                    <a:pt x="1" y="284"/>
                    <a:pt x="1" y="632"/>
                  </a:cubicBezTo>
                  <a:lnTo>
                    <a:pt x="9117" y="632"/>
                  </a:lnTo>
                  <a:cubicBezTo>
                    <a:pt x="9117" y="284"/>
                    <a:pt x="8834" y="1"/>
                    <a:pt x="8486"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5" name="Google Shape;765;g39181ba8852_1_1767"/>
            <p:cNvSpPr/>
            <p:nvPr/>
          </p:nvSpPr>
          <p:spPr>
            <a:xfrm>
              <a:off x="7511624" y="4158503"/>
              <a:ext cx="25124" cy="653355"/>
            </a:xfrm>
            <a:custGeom>
              <a:rect b="b" l="l" r="r" t="t"/>
              <a:pathLst>
                <a:path extrusionOk="0" h="8530" w="328">
                  <a:moveTo>
                    <a:pt x="1" y="1"/>
                  </a:moveTo>
                  <a:lnTo>
                    <a:pt x="1" y="8530"/>
                  </a:lnTo>
                  <a:lnTo>
                    <a:pt x="327" y="8530"/>
                  </a:lnTo>
                  <a:lnTo>
                    <a:pt x="32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6" name="Google Shape;766;g39181ba8852_1_1767"/>
            <p:cNvSpPr/>
            <p:nvPr/>
          </p:nvSpPr>
          <p:spPr>
            <a:xfrm>
              <a:off x="7160041" y="4015191"/>
              <a:ext cx="771720" cy="145071"/>
            </a:xfrm>
            <a:custGeom>
              <a:rect b="b" l="l" r="r" t="t"/>
              <a:pathLst>
                <a:path extrusionOk="0" h="1894" w="10075">
                  <a:moveTo>
                    <a:pt x="740" y="1"/>
                  </a:moveTo>
                  <a:cubicBezTo>
                    <a:pt x="326" y="1"/>
                    <a:pt x="0" y="327"/>
                    <a:pt x="0" y="740"/>
                  </a:cubicBezTo>
                  <a:lnTo>
                    <a:pt x="0" y="1154"/>
                  </a:lnTo>
                  <a:cubicBezTo>
                    <a:pt x="0" y="1567"/>
                    <a:pt x="326" y="1893"/>
                    <a:pt x="740" y="1893"/>
                  </a:cubicBezTo>
                  <a:lnTo>
                    <a:pt x="9334" y="1893"/>
                  </a:lnTo>
                  <a:cubicBezTo>
                    <a:pt x="9748" y="1893"/>
                    <a:pt x="10074" y="1567"/>
                    <a:pt x="10074" y="1154"/>
                  </a:cubicBezTo>
                  <a:lnTo>
                    <a:pt x="10074" y="740"/>
                  </a:lnTo>
                  <a:cubicBezTo>
                    <a:pt x="10074" y="327"/>
                    <a:pt x="9748" y="1"/>
                    <a:pt x="93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7" name="Google Shape;767;g39181ba8852_1_1767"/>
            <p:cNvSpPr/>
            <p:nvPr/>
          </p:nvSpPr>
          <p:spPr>
            <a:xfrm>
              <a:off x="7131700" y="3058575"/>
              <a:ext cx="601673" cy="890034"/>
            </a:xfrm>
            <a:custGeom>
              <a:rect b="b" l="l" r="r" t="t"/>
              <a:pathLst>
                <a:path extrusionOk="0" h="11620" w="7855">
                  <a:moveTo>
                    <a:pt x="3917" y="0"/>
                  </a:moveTo>
                  <a:cubicBezTo>
                    <a:pt x="1763" y="0"/>
                    <a:pt x="0" y="1785"/>
                    <a:pt x="0" y="3939"/>
                  </a:cubicBezTo>
                  <a:lnTo>
                    <a:pt x="0" y="9835"/>
                  </a:lnTo>
                  <a:cubicBezTo>
                    <a:pt x="0" y="10814"/>
                    <a:pt x="805" y="11619"/>
                    <a:pt x="1784" y="11619"/>
                  </a:cubicBezTo>
                  <a:lnTo>
                    <a:pt x="6071" y="11619"/>
                  </a:lnTo>
                  <a:cubicBezTo>
                    <a:pt x="7050" y="11619"/>
                    <a:pt x="7855" y="10814"/>
                    <a:pt x="7855" y="9835"/>
                  </a:cubicBezTo>
                  <a:lnTo>
                    <a:pt x="7855" y="3939"/>
                  </a:lnTo>
                  <a:cubicBezTo>
                    <a:pt x="7855" y="1785"/>
                    <a:pt x="6071" y="0"/>
                    <a:pt x="391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8" name="Google Shape;768;g39181ba8852_1_1767"/>
            <p:cNvSpPr/>
            <p:nvPr/>
          </p:nvSpPr>
          <p:spPr>
            <a:xfrm>
              <a:off x="7238324" y="3111886"/>
              <a:ext cx="468394" cy="785022"/>
            </a:xfrm>
            <a:custGeom>
              <a:rect b="b" l="l" r="r" t="t"/>
              <a:pathLst>
                <a:path extrusionOk="0" h="10249" w="6115">
                  <a:moveTo>
                    <a:pt x="3069" y="1"/>
                  </a:moveTo>
                  <a:cubicBezTo>
                    <a:pt x="1371" y="1"/>
                    <a:pt x="1" y="1371"/>
                    <a:pt x="1" y="3047"/>
                  </a:cubicBezTo>
                  <a:lnTo>
                    <a:pt x="1" y="8856"/>
                  </a:lnTo>
                  <a:cubicBezTo>
                    <a:pt x="1" y="9618"/>
                    <a:pt x="632" y="10249"/>
                    <a:pt x="1393" y="10249"/>
                  </a:cubicBezTo>
                  <a:lnTo>
                    <a:pt x="4722" y="10249"/>
                  </a:lnTo>
                  <a:cubicBezTo>
                    <a:pt x="5484" y="10249"/>
                    <a:pt x="6115" y="9618"/>
                    <a:pt x="6115" y="8856"/>
                  </a:cubicBezTo>
                  <a:lnTo>
                    <a:pt x="6115" y="3047"/>
                  </a:lnTo>
                  <a:cubicBezTo>
                    <a:pt x="6115" y="1371"/>
                    <a:pt x="4744" y="1"/>
                    <a:pt x="306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769" name="Google Shape;769;g39181ba8852_1_1767"/>
          <p:cNvSpPr/>
          <p:nvPr/>
        </p:nvSpPr>
        <p:spPr>
          <a:xfrm>
            <a:off x="107349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770" name="Google Shape;770;g39181ba8852_1_1767"/>
          <p:cNvGrpSpPr/>
          <p:nvPr/>
        </p:nvGrpSpPr>
        <p:grpSpPr>
          <a:xfrm>
            <a:off x="11241148" y="3001228"/>
            <a:ext cx="1157665" cy="3856600"/>
            <a:chOff x="-1434450" y="2250977"/>
            <a:chExt cx="868271" cy="2892522"/>
          </a:xfrm>
        </p:grpSpPr>
        <p:sp>
          <p:nvSpPr>
            <p:cNvPr id="771" name="Google Shape;771;g39181ba8852_1_1767"/>
            <p:cNvSpPr/>
            <p:nvPr/>
          </p:nvSpPr>
          <p:spPr>
            <a:xfrm>
              <a:off x="-1301572" y="2770032"/>
              <a:ext cx="359138" cy="275989"/>
            </a:xfrm>
            <a:custGeom>
              <a:rect b="b" l="l" r="r" t="t"/>
              <a:pathLst>
                <a:path extrusionOk="0" h="3479" w="4527">
                  <a:moveTo>
                    <a:pt x="4178" y="0"/>
                  </a:moveTo>
                  <a:cubicBezTo>
                    <a:pt x="4178" y="0"/>
                    <a:pt x="2046" y="1001"/>
                    <a:pt x="1023" y="1654"/>
                  </a:cubicBezTo>
                  <a:cubicBezTo>
                    <a:pt x="23" y="2329"/>
                    <a:pt x="1" y="2742"/>
                    <a:pt x="218" y="3112"/>
                  </a:cubicBezTo>
                  <a:cubicBezTo>
                    <a:pt x="375" y="3377"/>
                    <a:pt x="593" y="3479"/>
                    <a:pt x="839" y="3479"/>
                  </a:cubicBezTo>
                  <a:cubicBezTo>
                    <a:pt x="1480" y="3479"/>
                    <a:pt x="2305" y="2786"/>
                    <a:pt x="2699" y="2503"/>
                  </a:cubicBezTo>
                  <a:cubicBezTo>
                    <a:pt x="3243" y="2133"/>
                    <a:pt x="4527" y="610"/>
                    <a:pt x="4527" y="610"/>
                  </a:cubicBezTo>
                  <a:lnTo>
                    <a:pt x="4178" y="0"/>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2" name="Google Shape;772;g39181ba8852_1_1767"/>
            <p:cNvSpPr/>
            <p:nvPr/>
          </p:nvSpPr>
          <p:spPr>
            <a:xfrm>
              <a:off x="-1325689" y="2782090"/>
              <a:ext cx="367706" cy="285350"/>
            </a:xfrm>
            <a:custGeom>
              <a:rect b="b" l="l" r="r" t="t"/>
              <a:pathLst>
                <a:path extrusionOk="0" h="3597" w="4635">
                  <a:moveTo>
                    <a:pt x="3873" y="1"/>
                  </a:moveTo>
                  <a:cubicBezTo>
                    <a:pt x="3873" y="1"/>
                    <a:pt x="2002" y="893"/>
                    <a:pt x="1001" y="1546"/>
                  </a:cubicBezTo>
                  <a:cubicBezTo>
                    <a:pt x="0" y="2177"/>
                    <a:pt x="44" y="2851"/>
                    <a:pt x="261" y="3221"/>
                  </a:cubicBezTo>
                  <a:cubicBezTo>
                    <a:pt x="416" y="3493"/>
                    <a:pt x="636" y="3596"/>
                    <a:pt x="883" y="3596"/>
                  </a:cubicBezTo>
                  <a:cubicBezTo>
                    <a:pt x="1506" y="3596"/>
                    <a:pt x="2303" y="2942"/>
                    <a:pt x="2676" y="2677"/>
                  </a:cubicBezTo>
                  <a:cubicBezTo>
                    <a:pt x="3220" y="2307"/>
                    <a:pt x="4635" y="1284"/>
                    <a:pt x="4635" y="1284"/>
                  </a:cubicBezTo>
                  <a:lnTo>
                    <a:pt x="3873" y="1"/>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3" name="Google Shape;773;g39181ba8852_1_1767"/>
            <p:cNvSpPr/>
            <p:nvPr/>
          </p:nvSpPr>
          <p:spPr>
            <a:xfrm>
              <a:off x="-987426" y="2766303"/>
              <a:ext cx="129550" cy="74967"/>
            </a:xfrm>
            <a:custGeom>
              <a:rect b="b" l="l" r="r" t="t"/>
              <a:pathLst>
                <a:path extrusionOk="0" h="945" w="1633">
                  <a:moveTo>
                    <a:pt x="562" y="0"/>
                  </a:moveTo>
                  <a:cubicBezTo>
                    <a:pt x="289" y="0"/>
                    <a:pt x="1" y="156"/>
                    <a:pt x="1" y="156"/>
                  </a:cubicBezTo>
                  <a:lnTo>
                    <a:pt x="284" y="809"/>
                  </a:lnTo>
                  <a:cubicBezTo>
                    <a:pt x="284" y="809"/>
                    <a:pt x="1067" y="918"/>
                    <a:pt x="1176" y="939"/>
                  </a:cubicBezTo>
                  <a:cubicBezTo>
                    <a:pt x="1184" y="943"/>
                    <a:pt x="1194" y="944"/>
                    <a:pt x="1205" y="944"/>
                  </a:cubicBezTo>
                  <a:cubicBezTo>
                    <a:pt x="1336" y="944"/>
                    <a:pt x="1633" y="722"/>
                    <a:pt x="1633" y="722"/>
                  </a:cubicBezTo>
                  <a:cubicBezTo>
                    <a:pt x="1633" y="722"/>
                    <a:pt x="1132" y="265"/>
                    <a:pt x="828" y="69"/>
                  </a:cubicBezTo>
                  <a:cubicBezTo>
                    <a:pt x="749" y="19"/>
                    <a:pt x="657" y="0"/>
                    <a:pt x="562"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4" name="Google Shape;774;g39181ba8852_1_1767"/>
            <p:cNvSpPr/>
            <p:nvPr/>
          </p:nvSpPr>
          <p:spPr>
            <a:xfrm>
              <a:off x="-964975" y="2742425"/>
              <a:ext cx="100197" cy="55610"/>
            </a:xfrm>
            <a:custGeom>
              <a:rect b="b" l="l" r="r" t="t"/>
              <a:pathLst>
                <a:path extrusionOk="0" h="701" w="1263">
                  <a:moveTo>
                    <a:pt x="1219" y="0"/>
                  </a:moveTo>
                  <a:cubicBezTo>
                    <a:pt x="1176" y="0"/>
                    <a:pt x="849" y="196"/>
                    <a:pt x="740" y="196"/>
                  </a:cubicBezTo>
                  <a:cubicBezTo>
                    <a:pt x="109" y="240"/>
                    <a:pt x="1" y="392"/>
                    <a:pt x="1" y="392"/>
                  </a:cubicBezTo>
                  <a:cubicBezTo>
                    <a:pt x="1" y="392"/>
                    <a:pt x="348" y="700"/>
                    <a:pt x="588" y="700"/>
                  </a:cubicBezTo>
                  <a:cubicBezTo>
                    <a:pt x="603" y="700"/>
                    <a:pt x="618" y="699"/>
                    <a:pt x="632" y="697"/>
                  </a:cubicBezTo>
                  <a:cubicBezTo>
                    <a:pt x="849" y="653"/>
                    <a:pt x="871" y="566"/>
                    <a:pt x="914" y="479"/>
                  </a:cubicBezTo>
                  <a:cubicBezTo>
                    <a:pt x="958" y="392"/>
                    <a:pt x="1045" y="370"/>
                    <a:pt x="1154" y="261"/>
                  </a:cubicBezTo>
                  <a:cubicBezTo>
                    <a:pt x="1241" y="174"/>
                    <a:pt x="1263" y="0"/>
                    <a:pt x="1219"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5" name="Google Shape;775;g39181ba8852_1_1767"/>
            <p:cNvSpPr/>
            <p:nvPr/>
          </p:nvSpPr>
          <p:spPr>
            <a:xfrm>
              <a:off x="-933878" y="2795655"/>
              <a:ext cx="157158" cy="55055"/>
            </a:xfrm>
            <a:custGeom>
              <a:rect b="b" l="l" r="r" t="t"/>
              <a:pathLst>
                <a:path extrusionOk="0" h="694" w="1981">
                  <a:moveTo>
                    <a:pt x="1867" y="1"/>
                  </a:moveTo>
                  <a:cubicBezTo>
                    <a:pt x="1811" y="1"/>
                    <a:pt x="1736" y="21"/>
                    <a:pt x="1654" y="91"/>
                  </a:cubicBezTo>
                  <a:cubicBezTo>
                    <a:pt x="1522" y="185"/>
                    <a:pt x="1358" y="295"/>
                    <a:pt x="1344" y="295"/>
                  </a:cubicBezTo>
                  <a:cubicBezTo>
                    <a:pt x="1342" y="295"/>
                    <a:pt x="1343" y="293"/>
                    <a:pt x="1349" y="287"/>
                  </a:cubicBezTo>
                  <a:lnTo>
                    <a:pt x="1349" y="287"/>
                  </a:lnTo>
                  <a:cubicBezTo>
                    <a:pt x="1284" y="308"/>
                    <a:pt x="1219" y="352"/>
                    <a:pt x="1153" y="352"/>
                  </a:cubicBezTo>
                  <a:cubicBezTo>
                    <a:pt x="1001" y="330"/>
                    <a:pt x="675" y="113"/>
                    <a:pt x="675" y="113"/>
                  </a:cubicBezTo>
                  <a:cubicBezTo>
                    <a:pt x="675" y="113"/>
                    <a:pt x="675" y="91"/>
                    <a:pt x="653" y="91"/>
                  </a:cubicBezTo>
                  <a:cubicBezTo>
                    <a:pt x="615" y="166"/>
                    <a:pt x="561" y="226"/>
                    <a:pt x="505" y="226"/>
                  </a:cubicBezTo>
                  <a:cubicBezTo>
                    <a:pt x="496" y="226"/>
                    <a:pt x="488" y="224"/>
                    <a:pt x="479" y="221"/>
                  </a:cubicBezTo>
                  <a:cubicBezTo>
                    <a:pt x="461" y="210"/>
                    <a:pt x="424" y="203"/>
                    <a:pt x="378" y="203"/>
                  </a:cubicBezTo>
                  <a:cubicBezTo>
                    <a:pt x="254" y="203"/>
                    <a:pt x="64" y="253"/>
                    <a:pt x="0" y="395"/>
                  </a:cubicBezTo>
                  <a:cubicBezTo>
                    <a:pt x="0" y="395"/>
                    <a:pt x="218" y="526"/>
                    <a:pt x="522" y="591"/>
                  </a:cubicBezTo>
                  <a:cubicBezTo>
                    <a:pt x="566" y="591"/>
                    <a:pt x="610" y="613"/>
                    <a:pt x="653" y="635"/>
                  </a:cubicBezTo>
                  <a:lnTo>
                    <a:pt x="762" y="635"/>
                  </a:lnTo>
                  <a:cubicBezTo>
                    <a:pt x="784" y="635"/>
                    <a:pt x="805" y="657"/>
                    <a:pt x="827" y="657"/>
                  </a:cubicBezTo>
                  <a:cubicBezTo>
                    <a:pt x="842" y="657"/>
                    <a:pt x="866" y="647"/>
                    <a:pt x="893" y="647"/>
                  </a:cubicBezTo>
                  <a:cubicBezTo>
                    <a:pt x="907" y="647"/>
                    <a:pt x="921" y="649"/>
                    <a:pt x="936" y="657"/>
                  </a:cubicBezTo>
                  <a:cubicBezTo>
                    <a:pt x="958" y="657"/>
                    <a:pt x="1001" y="678"/>
                    <a:pt x="1023" y="678"/>
                  </a:cubicBezTo>
                  <a:cubicBezTo>
                    <a:pt x="1045" y="689"/>
                    <a:pt x="1062" y="693"/>
                    <a:pt x="1077" y="693"/>
                  </a:cubicBezTo>
                  <a:cubicBezTo>
                    <a:pt x="1121" y="693"/>
                    <a:pt x="1137" y="657"/>
                    <a:pt x="1153" y="657"/>
                  </a:cubicBezTo>
                  <a:cubicBezTo>
                    <a:pt x="1241" y="678"/>
                    <a:pt x="1284" y="678"/>
                    <a:pt x="1306" y="678"/>
                  </a:cubicBezTo>
                  <a:cubicBezTo>
                    <a:pt x="1371" y="657"/>
                    <a:pt x="1676" y="417"/>
                    <a:pt x="1697" y="374"/>
                  </a:cubicBezTo>
                  <a:cubicBezTo>
                    <a:pt x="1741" y="308"/>
                    <a:pt x="1980" y="69"/>
                    <a:pt x="1959" y="26"/>
                  </a:cubicBezTo>
                  <a:cubicBezTo>
                    <a:pt x="1948" y="15"/>
                    <a:pt x="1915" y="1"/>
                    <a:pt x="1867" y="1"/>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6" name="Google Shape;776;g39181ba8852_1_1767"/>
            <p:cNvSpPr/>
            <p:nvPr/>
          </p:nvSpPr>
          <p:spPr>
            <a:xfrm>
              <a:off x="-882075" y="2783835"/>
              <a:ext cx="65608" cy="39744"/>
            </a:xfrm>
            <a:custGeom>
              <a:rect b="b" l="l" r="r" t="t"/>
              <a:pathLst>
                <a:path extrusionOk="0" h="501" w="827">
                  <a:moveTo>
                    <a:pt x="718" y="0"/>
                  </a:moveTo>
                  <a:cubicBezTo>
                    <a:pt x="675" y="0"/>
                    <a:pt x="544" y="131"/>
                    <a:pt x="544" y="131"/>
                  </a:cubicBezTo>
                  <a:cubicBezTo>
                    <a:pt x="544" y="131"/>
                    <a:pt x="500" y="22"/>
                    <a:pt x="479" y="22"/>
                  </a:cubicBezTo>
                  <a:cubicBezTo>
                    <a:pt x="472" y="21"/>
                    <a:pt x="466" y="20"/>
                    <a:pt x="459" y="20"/>
                  </a:cubicBezTo>
                  <a:cubicBezTo>
                    <a:pt x="382" y="20"/>
                    <a:pt x="323" y="133"/>
                    <a:pt x="283" y="153"/>
                  </a:cubicBezTo>
                  <a:cubicBezTo>
                    <a:pt x="280" y="158"/>
                    <a:pt x="278" y="161"/>
                    <a:pt x="276" y="161"/>
                  </a:cubicBezTo>
                  <a:cubicBezTo>
                    <a:pt x="260" y="161"/>
                    <a:pt x="256" y="44"/>
                    <a:pt x="218" y="44"/>
                  </a:cubicBezTo>
                  <a:cubicBezTo>
                    <a:pt x="131" y="44"/>
                    <a:pt x="65" y="153"/>
                    <a:pt x="0" y="240"/>
                  </a:cubicBezTo>
                  <a:cubicBezTo>
                    <a:pt x="22" y="240"/>
                    <a:pt x="22" y="262"/>
                    <a:pt x="22" y="262"/>
                  </a:cubicBezTo>
                  <a:cubicBezTo>
                    <a:pt x="22" y="262"/>
                    <a:pt x="348" y="479"/>
                    <a:pt x="500" y="501"/>
                  </a:cubicBezTo>
                  <a:cubicBezTo>
                    <a:pt x="566" y="501"/>
                    <a:pt x="631" y="457"/>
                    <a:pt x="696" y="436"/>
                  </a:cubicBezTo>
                  <a:cubicBezTo>
                    <a:pt x="718" y="414"/>
                    <a:pt x="805" y="196"/>
                    <a:pt x="805" y="87"/>
                  </a:cubicBezTo>
                  <a:cubicBezTo>
                    <a:pt x="827" y="22"/>
                    <a:pt x="762" y="0"/>
                    <a:pt x="718"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7" name="Google Shape;777;g39181ba8852_1_1767"/>
            <p:cNvSpPr/>
            <p:nvPr/>
          </p:nvSpPr>
          <p:spPr>
            <a:xfrm>
              <a:off x="-973622" y="2275252"/>
              <a:ext cx="184765" cy="339612"/>
            </a:xfrm>
            <a:custGeom>
              <a:rect b="b" l="l" r="r" t="t"/>
              <a:pathLst>
                <a:path extrusionOk="0" h="4281" w="2329">
                  <a:moveTo>
                    <a:pt x="1216" y="0"/>
                  </a:moveTo>
                  <a:cubicBezTo>
                    <a:pt x="753" y="0"/>
                    <a:pt x="393" y="515"/>
                    <a:pt x="393" y="515"/>
                  </a:cubicBezTo>
                  <a:lnTo>
                    <a:pt x="305" y="1821"/>
                  </a:lnTo>
                  <a:cubicBezTo>
                    <a:pt x="305" y="1821"/>
                    <a:pt x="480" y="2408"/>
                    <a:pt x="240" y="3170"/>
                  </a:cubicBezTo>
                  <a:cubicBezTo>
                    <a:pt x="1" y="3931"/>
                    <a:pt x="675" y="4236"/>
                    <a:pt x="915" y="4279"/>
                  </a:cubicBezTo>
                  <a:cubicBezTo>
                    <a:pt x="925" y="4280"/>
                    <a:pt x="935" y="4281"/>
                    <a:pt x="945" y="4281"/>
                  </a:cubicBezTo>
                  <a:cubicBezTo>
                    <a:pt x="1165" y="4281"/>
                    <a:pt x="1281" y="4060"/>
                    <a:pt x="1198" y="4018"/>
                  </a:cubicBezTo>
                  <a:cubicBezTo>
                    <a:pt x="1089" y="3996"/>
                    <a:pt x="1633" y="2473"/>
                    <a:pt x="1959" y="2125"/>
                  </a:cubicBezTo>
                  <a:cubicBezTo>
                    <a:pt x="2285" y="1777"/>
                    <a:pt x="2329" y="667"/>
                    <a:pt x="1654" y="167"/>
                  </a:cubicBezTo>
                  <a:cubicBezTo>
                    <a:pt x="1504" y="46"/>
                    <a:pt x="1356" y="0"/>
                    <a:pt x="121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8" name="Google Shape;778;g39181ba8852_1_1767"/>
            <p:cNvSpPr/>
            <p:nvPr/>
          </p:nvSpPr>
          <p:spPr>
            <a:xfrm>
              <a:off x="-1220418" y="4837604"/>
              <a:ext cx="260687" cy="252587"/>
            </a:xfrm>
            <a:custGeom>
              <a:rect b="b" l="l" r="r" t="t"/>
              <a:pathLst>
                <a:path extrusionOk="0" h="3184" w="3286">
                  <a:moveTo>
                    <a:pt x="2838" y="0"/>
                  </a:moveTo>
                  <a:cubicBezTo>
                    <a:pt x="2714" y="0"/>
                    <a:pt x="1763" y="330"/>
                    <a:pt x="1763" y="330"/>
                  </a:cubicBezTo>
                  <a:cubicBezTo>
                    <a:pt x="1763" y="330"/>
                    <a:pt x="1676" y="983"/>
                    <a:pt x="697" y="2375"/>
                  </a:cubicBezTo>
                  <a:cubicBezTo>
                    <a:pt x="697" y="2375"/>
                    <a:pt x="0" y="2941"/>
                    <a:pt x="66" y="3071"/>
                  </a:cubicBezTo>
                  <a:cubicBezTo>
                    <a:pt x="88" y="3151"/>
                    <a:pt x="290" y="3183"/>
                    <a:pt x="517" y="3183"/>
                  </a:cubicBezTo>
                  <a:cubicBezTo>
                    <a:pt x="724" y="3183"/>
                    <a:pt x="953" y="3157"/>
                    <a:pt x="1088" y="3115"/>
                  </a:cubicBezTo>
                  <a:cubicBezTo>
                    <a:pt x="1393" y="3028"/>
                    <a:pt x="1872" y="2179"/>
                    <a:pt x="2220" y="1940"/>
                  </a:cubicBezTo>
                  <a:cubicBezTo>
                    <a:pt x="2568" y="1701"/>
                    <a:pt x="2916" y="1788"/>
                    <a:pt x="3177" y="1483"/>
                  </a:cubicBezTo>
                  <a:cubicBezTo>
                    <a:pt x="3286" y="1374"/>
                    <a:pt x="3286" y="1004"/>
                    <a:pt x="3155" y="787"/>
                  </a:cubicBezTo>
                  <a:cubicBezTo>
                    <a:pt x="3047" y="613"/>
                    <a:pt x="2894" y="373"/>
                    <a:pt x="2851" y="4"/>
                  </a:cubicBezTo>
                  <a:cubicBezTo>
                    <a:pt x="2850" y="1"/>
                    <a:pt x="2845" y="0"/>
                    <a:pt x="2838"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9" name="Google Shape;779;g39181ba8852_1_1767"/>
            <p:cNvSpPr/>
            <p:nvPr/>
          </p:nvSpPr>
          <p:spPr>
            <a:xfrm>
              <a:off x="-1232476" y="4875841"/>
              <a:ext cx="276236" cy="225377"/>
            </a:xfrm>
            <a:custGeom>
              <a:rect b="b" l="l" r="r" t="t"/>
              <a:pathLst>
                <a:path extrusionOk="0" h="2841" w="3482">
                  <a:moveTo>
                    <a:pt x="3133" y="0"/>
                  </a:moveTo>
                  <a:cubicBezTo>
                    <a:pt x="3133" y="0"/>
                    <a:pt x="3133" y="283"/>
                    <a:pt x="2937" y="566"/>
                  </a:cubicBezTo>
                  <a:cubicBezTo>
                    <a:pt x="2763" y="827"/>
                    <a:pt x="1828" y="1676"/>
                    <a:pt x="1132" y="2111"/>
                  </a:cubicBezTo>
                  <a:cubicBezTo>
                    <a:pt x="1077" y="2138"/>
                    <a:pt x="934" y="2166"/>
                    <a:pt x="826" y="2166"/>
                  </a:cubicBezTo>
                  <a:cubicBezTo>
                    <a:pt x="764" y="2166"/>
                    <a:pt x="712" y="2157"/>
                    <a:pt x="696" y="2133"/>
                  </a:cubicBezTo>
                  <a:cubicBezTo>
                    <a:pt x="653" y="2067"/>
                    <a:pt x="849" y="1893"/>
                    <a:pt x="849" y="1893"/>
                  </a:cubicBezTo>
                  <a:lnTo>
                    <a:pt x="849" y="1893"/>
                  </a:lnTo>
                  <a:cubicBezTo>
                    <a:pt x="522" y="2133"/>
                    <a:pt x="0" y="2633"/>
                    <a:pt x="44" y="2742"/>
                  </a:cubicBezTo>
                  <a:cubicBezTo>
                    <a:pt x="64" y="2812"/>
                    <a:pt x="290" y="2840"/>
                    <a:pt x="556" y="2840"/>
                  </a:cubicBezTo>
                  <a:cubicBezTo>
                    <a:pt x="870" y="2840"/>
                    <a:pt x="1240" y="2801"/>
                    <a:pt x="1393" y="2742"/>
                  </a:cubicBezTo>
                  <a:cubicBezTo>
                    <a:pt x="1697" y="2655"/>
                    <a:pt x="2132" y="1828"/>
                    <a:pt x="2481" y="1589"/>
                  </a:cubicBezTo>
                  <a:cubicBezTo>
                    <a:pt x="2633" y="1480"/>
                    <a:pt x="3177" y="1175"/>
                    <a:pt x="3329" y="1001"/>
                  </a:cubicBezTo>
                  <a:cubicBezTo>
                    <a:pt x="3373" y="958"/>
                    <a:pt x="3438" y="784"/>
                    <a:pt x="3438" y="718"/>
                  </a:cubicBezTo>
                  <a:cubicBezTo>
                    <a:pt x="3481" y="414"/>
                    <a:pt x="3199" y="0"/>
                    <a:pt x="313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0" name="Google Shape;780;g39181ba8852_1_1767"/>
            <p:cNvSpPr/>
            <p:nvPr/>
          </p:nvSpPr>
          <p:spPr>
            <a:xfrm>
              <a:off x="-1040894" y="4927643"/>
              <a:ext cx="81157" cy="136368"/>
            </a:xfrm>
            <a:custGeom>
              <a:rect b="b" l="l" r="r" t="t"/>
              <a:pathLst>
                <a:path extrusionOk="0" h="1719" w="1023">
                  <a:moveTo>
                    <a:pt x="1023" y="0"/>
                  </a:moveTo>
                  <a:cubicBezTo>
                    <a:pt x="1023" y="0"/>
                    <a:pt x="1" y="944"/>
                    <a:pt x="49" y="944"/>
                  </a:cubicBezTo>
                  <a:cubicBezTo>
                    <a:pt x="52" y="944"/>
                    <a:pt x="57" y="941"/>
                    <a:pt x="66" y="936"/>
                  </a:cubicBezTo>
                  <a:cubicBezTo>
                    <a:pt x="155" y="875"/>
                    <a:pt x="229" y="849"/>
                    <a:pt x="291" y="849"/>
                  </a:cubicBezTo>
                  <a:cubicBezTo>
                    <a:pt x="645" y="849"/>
                    <a:pt x="566" y="1719"/>
                    <a:pt x="566" y="1719"/>
                  </a:cubicBezTo>
                  <a:lnTo>
                    <a:pt x="697" y="1719"/>
                  </a:lnTo>
                  <a:cubicBezTo>
                    <a:pt x="697" y="1719"/>
                    <a:pt x="718" y="1088"/>
                    <a:pt x="805" y="805"/>
                  </a:cubicBezTo>
                  <a:cubicBezTo>
                    <a:pt x="849" y="588"/>
                    <a:pt x="1023" y="0"/>
                    <a:pt x="102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1" name="Google Shape;781;g39181ba8852_1_1767"/>
            <p:cNvSpPr/>
            <p:nvPr/>
          </p:nvSpPr>
          <p:spPr>
            <a:xfrm>
              <a:off x="-1138311" y="4121018"/>
              <a:ext cx="220068" cy="762282"/>
            </a:xfrm>
            <a:custGeom>
              <a:rect b="b" l="l" r="r" t="t"/>
              <a:pathLst>
                <a:path extrusionOk="0" h="9609" w="2774">
                  <a:moveTo>
                    <a:pt x="554" y="1"/>
                  </a:moveTo>
                  <a:cubicBezTo>
                    <a:pt x="240" y="1"/>
                    <a:pt x="0" y="152"/>
                    <a:pt x="10" y="573"/>
                  </a:cubicBezTo>
                  <a:cubicBezTo>
                    <a:pt x="10" y="747"/>
                    <a:pt x="227" y="2683"/>
                    <a:pt x="293" y="3097"/>
                  </a:cubicBezTo>
                  <a:cubicBezTo>
                    <a:pt x="358" y="3510"/>
                    <a:pt x="815" y="7775"/>
                    <a:pt x="728" y="9363"/>
                  </a:cubicBezTo>
                  <a:cubicBezTo>
                    <a:pt x="728" y="9476"/>
                    <a:pt x="1199" y="9608"/>
                    <a:pt x="1509" y="9608"/>
                  </a:cubicBezTo>
                  <a:cubicBezTo>
                    <a:pt x="1675" y="9608"/>
                    <a:pt x="1795" y="9570"/>
                    <a:pt x="1772" y="9472"/>
                  </a:cubicBezTo>
                  <a:cubicBezTo>
                    <a:pt x="1729" y="9189"/>
                    <a:pt x="2686" y="4990"/>
                    <a:pt x="2730" y="4185"/>
                  </a:cubicBezTo>
                  <a:cubicBezTo>
                    <a:pt x="2773" y="3401"/>
                    <a:pt x="2599" y="1334"/>
                    <a:pt x="1794" y="529"/>
                  </a:cubicBezTo>
                  <a:cubicBezTo>
                    <a:pt x="1521" y="268"/>
                    <a:pt x="971" y="1"/>
                    <a:pt x="5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2" name="Google Shape;782;g39181ba8852_1_1767"/>
            <p:cNvSpPr/>
            <p:nvPr/>
          </p:nvSpPr>
          <p:spPr>
            <a:xfrm>
              <a:off x="-685337" y="4967308"/>
              <a:ext cx="119157" cy="176192"/>
            </a:xfrm>
            <a:custGeom>
              <a:rect b="b" l="l" r="r" t="t"/>
              <a:pathLst>
                <a:path extrusionOk="0" h="2221" w="1502">
                  <a:moveTo>
                    <a:pt x="1088" y="0"/>
                  </a:moveTo>
                  <a:lnTo>
                    <a:pt x="0" y="327"/>
                  </a:lnTo>
                  <a:cubicBezTo>
                    <a:pt x="0" y="327"/>
                    <a:pt x="22" y="1241"/>
                    <a:pt x="370" y="1676"/>
                  </a:cubicBezTo>
                  <a:cubicBezTo>
                    <a:pt x="434" y="1761"/>
                    <a:pt x="935" y="2220"/>
                    <a:pt x="1140" y="2220"/>
                  </a:cubicBezTo>
                  <a:cubicBezTo>
                    <a:pt x="1145" y="2220"/>
                    <a:pt x="1149" y="2220"/>
                    <a:pt x="1154" y="2220"/>
                  </a:cubicBezTo>
                  <a:cubicBezTo>
                    <a:pt x="1371" y="2176"/>
                    <a:pt x="1502" y="1545"/>
                    <a:pt x="1502" y="1262"/>
                  </a:cubicBezTo>
                  <a:cubicBezTo>
                    <a:pt x="1502" y="1001"/>
                    <a:pt x="1088" y="0"/>
                    <a:pt x="108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3" name="Google Shape;783;g39181ba8852_1_1767"/>
            <p:cNvSpPr/>
            <p:nvPr/>
          </p:nvSpPr>
          <p:spPr>
            <a:xfrm>
              <a:off x="-687082" y="4922407"/>
              <a:ext cx="103688" cy="164134"/>
            </a:xfrm>
            <a:custGeom>
              <a:rect b="b" l="l" r="r" t="t"/>
              <a:pathLst>
                <a:path extrusionOk="0" h="2069" w="1307">
                  <a:moveTo>
                    <a:pt x="893" y="1"/>
                  </a:moveTo>
                  <a:lnTo>
                    <a:pt x="44" y="88"/>
                  </a:lnTo>
                  <a:cubicBezTo>
                    <a:pt x="44" y="88"/>
                    <a:pt x="44" y="458"/>
                    <a:pt x="22" y="784"/>
                  </a:cubicBezTo>
                  <a:cubicBezTo>
                    <a:pt x="1" y="1128"/>
                    <a:pt x="447" y="2068"/>
                    <a:pt x="983" y="2068"/>
                  </a:cubicBezTo>
                  <a:cubicBezTo>
                    <a:pt x="989" y="2068"/>
                    <a:pt x="995" y="2068"/>
                    <a:pt x="1002" y="2068"/>
                  </a:cubicBezTo>
                  <a:cubicBezTo>
                    <a:pt x="1219" y="2068"/>
                    <a:pt x="1306" y="1502"/>
                    <a:pt x="1284" y="1350"/>
                  </a:cubicBezTo>
                  <a:cubicBezTo>
                    <a:pt x="1219" y="741"/>
                    <a:pt x="893" y="1"/>
                    <a:pt x="893"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4" name="Google Shape;784;g39181ba8852_1_1767"/>
            <p:cNvSpPr/>
            <p:nvPr/>
          </p:nvSpPr>
          <p:spPr>
            <a:xfrm>
              <a:off x="-852803" y="4153067"/>
              <a:ext cx="252119" cy="847086"/>
            </a:xfrm>
            <a:custGeom>
              <a:rect b="b" l="l" r="r" t="t"/>
              <a:pathLst>
                <a:path extrusionOk="0" h="10678" w="3178">
                  <a:moveTo>
                    <a:pt x="1071" y="0"/>
                  </a:moveTo>
                  <a:cubicBezTo>
                    <a:pt x="1020" y="0"/>
                    <a:pt x="968" y="5"/>
                    <a:pt x="915" y="16"/>
                  </a:cubicBezTo>
                  <a:cubicBezTo>
                    <a:pt x="175" y="147"/>
                    <a:pt x="1" y="669"/>
                    <a:pt x="349" y="2801"/>
                  </a:cubicBezTo>
                  <a:cubicBezTo>
                    <a:pt x="632" y="4433"/>
                    <a:pt x="1633" y="8089"/>
                    <a:pt x="2111" y="9786"/>
                  </a:cubicBezTo>
                  <a:cubicBezTo>
                    <a:pt x="2286" y="10330"/>
                    <a:pt x="2220" y="10678"/>
                    <a:pt x="2264" y="10678"/>
                  </a:cubicBezTo>
                  <a:cubicBezTo>
                    <a:pt x="2481" y="10678"/>
                    <a:pt x="3091" y="10678"/>
                    <a:pt x="3156" y="10199"/>
                  </a:cubicBezTo>
                  <a:cubicBezTo>
                    <a:pt x="3178" y="10090"/>
                    <a:pt x="2938" y="9720"/>
                    <a:pt x="2938" y="9438"/>
                  </a:cubicBezTo>
                  <a:cubicBezTo>
                    <a:pt x="2938" y="7762"/>
                    <a:pt x="2917" y="3541"/>
                    <a:pt x="2829" y="2932"/>
                  </a:cubicBezTo>
                  <a:cubicBezTo>
                    <a:pt x="2705" y="2268"/>
                    <a:pt x="2125" y="0"/>
                    <a:pt x="1071"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5" name="Google Shape;785;g39181ba8852_1_1767"/>
            <p:cNvSpPr/>
            <p:nvPr/>
          </p:nvSpPr>
          <p:spPr>
            <a:xfrm>
              <a:off x="-1434450" y="2706965"/>
              <a:ext cx="347000" cy="513503"/>
            </a:xfrm>
            <a:custGeom>
              <a:rect b="b" l="l" r="r" t="t"/>
              <a:pathLst>
                <a:path extrusionOk="0" h="6473" w="4374">
                  <a:moveTo>
                    <a:pt x="3338" y="0"/>
                  </a:moveTo>
                  <a:cubicBezTo>
                    <a:pt x="2854" y="0"/>
                    <a:pt x="2108" y="1267"/>
                    <a:pt x="1654" y="2710"/>
                  </a:cubicBezTo>
                  <a:cubicBezTo>
                    <a:pt x="805" y="5386"/>
                    <a:pt x="0" y="5822"/>
                    <a:pt x="893" y="6322"/>
                  </a:cubicBezTo>
                  <a:cubicBezTo>
                    <a:pt x="1088" y="6424"/>
                    <a:pt x="1251" y="6473"/>
                    <a:pt x="1391" y="6473"/>
                  </a:cubicBezTo>
                  <a:cubicBezTo>
                    <a:pt x="2061" y="6473"/>
                    <a:pt x="2223" y="5358"/>
                    <a:pt x="3068" y="3559"/>
                  </a:cubicBezTo>
                  <a:cubicBezTo>
                    <a:pt x="3852" y="1840"/>
                    <a:pt x="4374" y="338"/>
                    <a:pt x="3416" y="12"/>
                  </a:cubicBezTo>
                  <a:cubicBezTo>
                    <a:pt x="3391" y="4"/>
                    <a:pt x="3365" y="0"/>
                    <a:pt x="333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6" name="Google Shape;786;g39181ba8852_1_1767"/>
            <p:cNvSpPr/>
            <p:nvPr/>
          </p:nvSpPr>
          <p:spPr>
            <a:xfrm>
              <a:off x="-1229065" y="3487490"/>
              <a:ext cx="274570" cy="812657"/>
            </a:xfrm>
            <a:custGeom>
              <a:rect b="b" l="l" r="r" t="t"/>
              <a:pathLst>
                <a:path extrusionOk="0" h="10244" w="3461">
                  <a:moveTo>
                    <a:pt x="1571" y="0"/>
                  </a:moveTo>
                  <a:cubicBezTo>
                    <a:pt x="1113" y="0"/>
                    <a:pt x="614" y="197"/>
                    <a:pt x="349" y="682"/>
                  </a:cubicBezTo>
                  <a:cubicBezTo>
                    <a:pt x="1" y="1313"/>
                    <a:pt x="22" y="2423"/>
                    <a:pt x="196" y="3881"/>
                  </a:cubicBezTo>
                  <a:cubicBezTo>
                    <a:pt x="414" y="5861"/>
                    <a:pt x="1067" y="8994"/>
                    <a:pt x="1154" y="9277"/>
                  </a:cubicBezTo>
                  <a:cubicBezTo>
                    <a:pt x="1334" y="9940"/>
                    <a:pt x="1758" y="10243"/>
                    <a:pt x="2152" y="10243"/>
                  </a:cubicBezTo>
                  <a:cubicBezTo>
                    <a:pt x="2521" y="10243"/>
                    <a:pt x="2865" y="9978"/>
                    <a:pt x="2960" y="9494"/>
                  </a:cubicBezTo>
                  <a:cubicBezTo>
                    <a:pt x="3025" y="9211"/>
                    <a:pt x="3460" y="3533"/>
                    <a:pt x="3373" y="2902"/>
                  </a:cubicBezTo>
                  <a:cubicBezTo>
                    <a:pt x="3308" y="2271"/>
                    <a:pt x="2960" y="1117"/>
                    <a:pt x="2503" y="399"/>
                  </a:cubicBezTo>
                  <a:cubicBezTo>
                    <a:pt x="2350" y="154"/>
                    <a:pt x="1976" y="0"/>
                    <a:pt x="15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7" name="Google Shape;787;g39181ba8852_1_1767"/>
            <p:cNvSpPr/>
            <p:nvPr/>
          </p:nvSpPr>
          <p:spPr>
            <a:xfrm>
              <a:off x="-970132" y="3505102"/>
              <a:ext cx="300432" cy="796156"/>
            </a:xfrm>
            <a:custGeom>
              <a:rect b="b" l="l" r="r" t="t"/>
              <a:pathLst>
                <a:path extrusionOk="0" h="10036" w="3787">
                  <a:moveTo>
                    <a:pt x="1536" y="0"/>
                  </a:moveTo>
                  <a:cubicBezTo>
                    <a:pt x="966" y="0"/>
                    <a:pt x="434" y="209"/>
                    <a:pt x="305" y="526"/>
                  </a:cubicBezTo>
                  <a:cubicBezTo>
                    <a:pt x="0" y="1309"/>
                    <a:pt x="153" y="2462"/>
                    <a:pt x="218" y="3093"/>
                  </a:cubicBezTo>
                  <a:cubicBezTo>
                    <a:pt x="261" y="3724"/>
                    <a:pt x="1589" y="9185"/>
                    <a:pt x="1698" y="9446"/>
                  </a:cubicBezTo>
                  <a:cubicBezTo>
                    <a:pt x="1859" y="9841"/>
                    <a:pt x="2209" y="10036"/>
                    <a:pt x="2572" y="10036"/>
                  </a:cubicBezTo>
                  <a:cubicBezTo>
                    <a:pt x="3090" y="10036"/>
                    <a:pt x="3635" y="9639"/>
                    <a:pt x="3699" y="8859"/>
                  </a:cubicBezTo>
                  <a:cubicBezTo>
                    <a:pt x="3721" y="8576"/>
                    <a:pt x="3786" y="5595"/>
                    <a:pt x="3634" y="3615"/>
                  </a:cubicBezTo>
                  <a:cubicBezTo>
                    <a:pt x="3503" y="2157"/>
                    <a:pt x="3308" y="1048"/>
                    <a:pt x="2851" y="526"/>
                  </a:cubicBezTo>
                  <a:cubicBezTo>
                    <a:pt x="2539" y="154"/>
                    <a:pt x="2024" y="0"/>
                    <a:pt x="1536"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8" name="Google Shape;788;g39181ba8852_1_1767"/>
            <p:cNvSpPr/>
            <p:nvPr/>
          </p:nvSpPr>
          <p:spPr>
            <a:xfrm>
              <a:off x="-1218672" y="3469086"/>
              <a:ext cx="250373" cy="248620"/>
            </a:xfrm>
            <a:custGeom>
              <a:rect b="b" l="l" r="r" t="t"/>
              <a:pathLst>
                <a:path extrusionOk="0" h="3134" w="3156">
                  <a:moveTo>
                    <a:pt x="414" y="0"/>
                  </a:moveTo>
                  <a:cubicBezTo>
                    <a:pt x="174" y="610"/>
                    <a:pt x="0" y="1154"/>
                    <a:pt x="87" y="1458"/>
                  </a:cubicBezTo>
                  <a:cubicBezTo>
                    <a:pt x="327" y="2372"/>
                    <a:pt x="2981" y="3134"/>
                    <a:pt x="2981" y="3134"/>
                  </a:cubicBezTo>
                  <a:lnTo>
                    <a:pt x="3155" y="3134"/>
                  </a:lnTo>
                  <a:lnTo>
                    <a:pt x="3155" y="218"/>
                  </a:lnTo>
                  <a:cubicBezTo>
                    <a:pt x="2133" y="218"/>
                    <a:pt x="1436" y="0"/>
                    <a:pt x="414"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9" name="Google Shape;789;g39181ba8852_1_1767"/>
            <p:cNvSpPr/>
            <p:nvPr/>
          </p:nvSpPr>
          <p:spPr>
            <a:xfrm>
              <a:off x="-1268730" y="2694113"/>
              <a:ext cx="581745" cy="792269"/>
            </a:xfrm>
            <a:custGeom>
              <a:rect b="b" l="l" r="r" t="t"/>
              <a:pathLst>
                <a:path extrusionOk="0" h="9987" w="7333">
                  <a:moveTo>
                    <a:pt x="3786" y="0"/>
                  </a:moveTo>
                  <a:cubicBezTo>
                    <a:pt x="3786" y="0"/>
                    <a:pt x="1931" y="176"/>
                    <a:pt x="1366" y="176"/>
                  </a:cubicBezTo>
                  <a:cubicBezTo>
                    <a:pt x="1334" y="176"/>
                    <a:pt x="1307" y="175"/>
                    <a:pt x="1284" y="174"/>
                  </a:cubicBezTo>
                  <a:cubicBezTo>
                    <a:pt x="1088" y="174"/>
                    <a:pt x="958" y="849"/>
                    <a:pt x="892" y="1044"/>
                  </a:cubicBezTo>
                  <a:cubicBezTo>
                    <a:pt x="479" y="2132"/>
                    <a:pt x="0" y="3394"/>
                    <a:pt x="1023" y="4265"/>
                  </a:cubicBezTo>
                  <a:cubicBezTo>
                    <a:pt x="1240" y="4460"/>
                    <a:pt x="1458" y="6745"/>
                    <a:pt x="1458" y="7811"/>
                  </a:cubicBezTo>
                  <a:cubicBezTo>
                    <a:pt x="1458" y="8246"/>
                    <a:pt x="1349" y="8943"/>
                    <a:pt x="1045" y="9769"/>
                  </a:cubicBezTo>
                  <a:cubicBezTo>
                    <a:pt x="2067" y="9769"/>
                    <a:pt x="2764" y="9987"/>
                    <a:pt x="3786" y="9987"/>
                  </a:cubicBezTo>
                  <a:lnTo>
                    <a:pt x="6854" y="9987"/>
                  </a:lnTo>
                  <a:cubicBezTo>
                    <a:pt x="6528" y="9160"/>
                    <a:pt x="6201" y="8246"/>
                    <a:pt x="6114" y="7811"/>
                  </a:cubicBezTo>
                  <a:cubicBezTo>
                    <a:pt x="5527" y="4547"/>
                    <a:pt x="7333" y="1501"/>
                    <a:pt x="7072" y="892"/>
                  </a:cubicBezTo>
                  <a:cubicBezTo>
                    <a:pt x="6876" y="479"/>
                    <a:pt x="5940" y="305"/>
                    <a:pt x="5527" y="174"/>
                  </a:cubicBezTo>
                  <a:cubicBezTo>
                    <a:pt x="5070" y="44"/>
                    <a:pt x="3786" y="0"/>
                    <a:pt x="3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0" name="Google Shape;790;g39181ba8852_1_1767"/>
            <p:cNvSpPr/>
            <p:nvPr/>
          </p:nvSpPr>
          <p:spPr>
            <a:xfrm>
              <a:off x="-968386" y="3486380"/>
              <a:ext cx="274490" cy="231326"/>
            </a:xfrm>
            <a:custGeom>
              <a:rect b="b" l="l" r="r" t="t"/>
              <a:pathLst>
                <a:path extrusionOk="0" h="2916" w="3460">
                  <a:moveTo>
                    <a:pt x="0" y="0"/>
                  </a:moveTo>
                  <a:lnTo>
                    <a:pt x="0" y="2916"/>
                  </a:lnTo>
                  <a:lnTo>
                    <a:pt x="174" y="2916"/>
                  </a:lnTo>
                  <a:cubicBezTo>
                    <a:pt x="174" y="2916"/>
                    <a:pt x="3155" y="2350"/>
                    <a:pt x="3394" y="1458"/>
                  </a:cubicBezTo>
                  <a:cubicBezTo>
                    <a:pt x="3460" y="1153"/>
                    <a:pt x="3286" y="587"/>
                    <a:pt x="3068"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1" name="Google Shape;791;g39181ba8852_1_1767"/>
            <p:cNvSpPr/>
            <p:nvPr/>
          </p:nvSpPr>
          <p:spPr>
            <a:xfrm>
              <a:off x="-1094442" y="2511100"/>
              <a:ext cx="233158" cy="234817"/>
            </a:xfrm>
            <a:custGeom>
              <a:rect b="b" l="l" r="r" t="t"/>
              <a:pathLst>
                <a:path extrusionOk="0" h="2960" w="2939">
                  <a:moveTo>
                    <a:pt x="762" y="1"/>
                  </a:moveTo>
                  <a:cubicBezTo>
                    <a:pt x="762" y="1"/>
                    <a:pt x="784" y="1284"/>
                    <a:pt x="654" y="1633"/>
                  </a:cubicBezTo>
                  <a:cubicBezTo>
                    <a:pt x="523" y="1981"/>
                    <a:pt x="1" y="2394"/>
                    <a:pt x="1" y="2394"/>
                  </a:cubicBezTo>
                  <a:lnTo>
                    <a:pt x="1197" y="2960"/>
                  </a:lnTo>
                  <a:lnTo>
                    <a:pt x="2938" y="2307"/>
                  </a:lnTo>
                  <a:cubicBezTo>
                    <a:pt x="2938" y="2307"/>
                    <a:pt x="2655" y="1981"/>
                    <a:pt x="2525" y="1633"/>
                  </a:cubicBezTo>
                  <a:cubicBezTo>
                    <a:pt x="2394" y="1284"/>
                    <a:pt x="2394" y="1"/>
                    <a:pt x="239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2" name="Google Shape;792;g39181ba8852_1_1767"/>
            <p:cNvSpPr/>
            <p:nvPr/>
          </p:nvSpPr>
          <p:spPr>
            <a:xfrm>
              <a:off x="-1106500" y="2511100"/>
              <a:ext cx="203726" cy="196897"/>
            </a:xfrm>
            <a:custGeom>
              <a:rect b="b" l="l" r="r" t="t"/>
              <a:pathLst>
                <a:path extrusionOk="0" h="2482" w="2568">
                  <a:moveTo>
                    <a:pt x="914" y="1"/>
                  </a:moveTo>
                  <a:cubicBezTo>
                    <a:pt x="914" y="1"/>
                    <a:pt x="936" y="1284"/>
                    <a:pt x="806" y="1633"/>
                  </a:cubicBezTo>
                  <a:cubicBezTo>
                    <a:pt x="675" y="1981"/>
                    <a:pt x="0" y="2481"/>
                    <a:pt x="0" y="2481"/>
                  </a:cubicBezTo>
                  <a:lnTo>
                    <a:pt x="2568" y="653"/>
                  </a:lnTo>
                  <a:cubicBezTo>
                    <a:pt x="2546" y="305"/>
                    <a:pt x="2546" y="1"/>
                    <a:pt x="254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3" name="Google Shape;793;g39181ba8852_1_1767"/>
            <p:cNvSpPr/>
            <p:nvPr/>
          </p:nvSpPr>
          <p:spPr>
            <a:xfrm>
              <a:off x="-1132361" y="2262083"/>
              <a:ext cx="307334" cy="346672"/>
            </a:xfrm>
            <a:custGeom>
              <a:rect b="b" l="l" r="r" t="t"/>
              <a:pathLst>
                <a:path extrusionOk="0" h="4370" w="3874">
                  <a:moveTo>
                    <a:pt x="1962" y="0"/>
                  </a:moveTo>
                  <a:cubicBezTo>
                    <a:pt x="1191" y="0"/>
                    <a:pt x="478" y="568"/>
                    <a:pt x="261" y="1617"/>
                  </a:cubicBezTo>
                  <a:cubicBezTo>
                    <a:pt x="0" y="2900"/>
                    <a:pt x="522" y="4162"/>
                    <a:pt x="1132" y="4336"/>
                  </a:cubicBezTo>
                  <a:cubicBezTo>
                    <a:pt x="1204" y="4359"/>
                    <a:pt x="1286" y="4370"/>
                    <a:pt x="1375" y="4370"/>
                  </a:cubicBezTo>
                  <a:cubicBezTo>
                    <a:pt x="2064" y="4370"/>
                    <a:pt x="3176" y="3715"/>
                    <a:pt x="3503" y="2617"/>
                  </a:cubicBezTo>
                  <a:cubicBezTo>
                    <a:pt x="3873" y="1399"/>
                    <a:pt x="3373" y="355"/>
                    <a:pt x="2437" y="72"/>
                  </a:cubicBezTo>
                  <a:cubicBezTo>
                    <a:pt x="2279" y="24"/>
                    <a:pt x="2119" y="0"/>
                    <a:pt x="1962"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4" name="Google Shape;794;g39181ba8852_1_1767"/>
            <p:cNvSpPr/>
            <p:nvPr/>
          </p:nvSpPr>
          <p:spPr>
            <a:xfrm>
              <a:off x="-1035737" y="2250977"/>
              <a:ext cx="252119" cy="287809"/>
            </a:xfrm>
            <a:custGeom>
              <a:rect b="b" l="l" r="r" t="t"/>
              <a:pathLst>
                <a:path extrusionOk="0" h="3628" w="3178">
                  <a:moveTo>
                    <a:pt x="773" y="0"/>
                  </a:moveTo>
                  <a:cubicBezTo>
                    <a:pt x="351" y="0"/>
                    <a:pt x="33" y="172"/>
                    <a:pt x="22" y="234"/>
                  </a:cubicBezTo>
                  <a:cubicBezTo>
                    <a:pt x="1" y="342"/>
                    <a:pt x="109" y="778"/>
                    <a:pt x="153" y="952"/>
                  </a:cubicBezTo>
                  <a:cubicBezTo>
                    <a:pt x="240" y="1321"/>
                    <a:pt x="566" y="1583"/>
                    <a:pt x="1328" y="1757"/>
                  </a:cubicBezTo>
                  <a:cubicBezTo>
                    <a:pt x="1850" y="1865"/>
                    <a:pt x="2111" y="2692"/>
                    <a:pt x="2068" y="2975"/>
                  </a:cubicBezTo>
                  <a:cubicBezTo>
                    <a:pt x="2046" y="3106"/>
                    <a:pt x="1828" y="3628"/>
                    <a:pt x="1828" y="3628"/>
                  </a:cubicBezTo>
                  <a:cubicBezTo>
                    <a:pt x="1828" y="3628"/>
                    <a:pt x="3177" y="2670"/>
                    <a:pt x="2307" y="1060"/>
                  </a:cubicBezTo>
                  <a:cubicBezTo>
                    <a:pt x="1857" y="219"/>
                    <a:pt x="1249" y="0"/>
                    <a:pt x="77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5" name="Google Shape;795;g39181ba8852_1_1767"/>
            <p:cNvSpPr/>
            <p:nvPr/>
          </p:nvSpPr>
          <p:spPr>
            <a:xfrm>
              <a:off x="-1113402" y="2267557"/>
              <a:ext cx="144702" cy="112490"/>
            </a:xfrm>
            <a:custGeom>
              <a:rect b="b" l="l" r="r" t="t"/>
              <a:pathLst>
                <a:path extrusionOk="0" h="1418" w="1824">
                  <a:moveTo>
                    <a:pt x="1258" y="0"/>
                  </a:moveTo>
                  <a:cubicBezTo>
                    <a:pt x="1188" y="0"/>
                    <a:pt x="1103" y="8"/>
                    <a:pt x="1001" y="25"/>
                  </a:cubicBezTo>
                  <a:cubicBezTo>
                    <a:pt x="87" y="155"/>
                    <a:pt x="0" y="1417"/>
                    <a:pt x="0" y="1417"/>
                  </a:cubicBezTo>
                  <a:cubicBezTo>
                    <a:pt x="0" y="1417"/>
                    <a:pt x="479" y="1112"/>
                    <a:pt x="936" y="1069"/>
                  </a:cubicBezTo>
                  <a:cubicBezTo>
                    <a:pt x="1415" y="1025"/>
                    <a:pt x="1480" y="481"/>
                    <a:pt x="1480" y="481"/>
                  </a:cubicBezTo>
                  <a:cubicBezTo>
                    <a:pt x="1480" y="481"/>
                    <a:pt x="1824" y="0"/>
                    <a:pt x="125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6" name="Google Shape;796;g39181ba8852_1_1767"/>
            <p:cNvSpPr/>
            <p:nvPr/>
          </p:nvSpPr>
          <p:spPr>
            <a:xfrm>
              <a:off x="-1246279" y="2849441"/>
              <a:ext cx="474726" cy="631784"/>
            </a:xfrm>
            <a:custGeom>
              <a:rect b="b" l="l" r="r" t="t"/>
              <a:pathLst>
                <a:path extrusionOk="0" h="7964" w="5984">
                  <a:moveTo>
                    <a:pt x="283" y="0"/>
                  </a:moveTo>
                  <a:cubicBezTo>
                    <a:pt x="44" y="827"/>
                    <a:pt x="0" y="1676"/>
                    <a:pt x="740" y="2307"/>
                  </a:cubicBezTo>
                  <a:cubicBezTo>
                    <a:pt x="957" y="2502"/>
                    <a:pt x="1175" y="4787"/>
                    <a:pt x="1175" y="5853"/>
                  </a:cubicBezTo>
                  <a:cubicBezTo>
                    <a:pt x="1175" y="6288"/>
                    <a:pt x="1066" y="6985"/>
                    <a:pt x="762" y="7811"/>
                  </a:cubicBezTo>
                  <a:cubicBezTo>
                    <a:pt x="1414" y="7811"/>
                    <a:pt x="1915" y="7898"/>
                    <a:pt x="2481" y="7964"/>
                  </a:cubicBezTo>
                  <a:cubicBezTo>
                    <a:pt x="2481" y="7964"/>
                    <a:pt x="2285" y="7202"/>
                    <a:pt x="2285" y="6789"/>
                  </a:cubicBezTo>
                  <a:cubicBezTo>
                    <a:pt x="2296" y="6007"/>
                    <a:pt x="3098" y="5907"/>
                    <a:pt x="3921" y="5907"/>
                  </a:cubicBezTo>
                  <a:cubicBezTo>
                    <a:pt x="4202" y="5907"/>
                    <a:pt x="4485" y="5919"/>
                    <a:pt x="4740" y="5919"/>
                  </a:cubicBezTo>
                  <a:cubicBezTo>
                    <a:pt x="5192" y="5919"/>
                    <a:pt x="5556" y="5882"/>
                    <a:pt x="5657" y="5679"/>
                  </a:cubicBezTo>
                  <a:cubicBezTo>
                    <a:pt x="5984" y="5026"/>
                    <a:pt x="4482" y="3438"/>
                    <a:pt x="4635" y="3220"/>
                  </a:cubicBezTo>
                  <a:cubicBezTo>
                    <a:pt x="4809" y="3003"/>
                    <a:pt x="4635" y="2720"/>
                    <a:pt x="4373" y="2589"/>
                  </a:cubicBezTo>
                  <a:cubicBezTo>
                    <a:pt x="4091" y="2481"/>
                    <a:pt x="3503" y="2524"/>
                    <a:pt x="2089" y="2459"/>
                  </a:cubicBezTo>
                  <a:cubicBezTo>
                    <a:pt x="696" y="2372"/>
                    <a:pt x="501" y="1676"/>
                    <a:pt x="283" y="1371"/>
                  </a:cubicBezTo>
                  <a:cubicBezTo>
                    <a:pt x="87" y="1066"/>
                    <a:pt x="283" y="66"/>
                    <a:pt x="28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7" name="Google Shape;797;g39181ba8852_1_1767"/>
            <p:cNvSpPr/>
            <p:nvPr/>
          </p:nvSpPr>
          <p:spPr>
            <a:xfrm>
              <a:off x="-1059933" y="2711328"/>
              <a:ext cx="60531" cy="34588"/>
            </a:xfrm>
            <a:custGeom>
              <a:rect b="b" l="l" r="r" t="t"/>
              <a:pathLst>
                <a:path extrusionOk="0" h="436" w="763">
                  <a:moveTo>
                    <a:pt x="610" y="1"/>
                  </a:moveTo>
                  <a:lnTo>
                    <a:pt x="1" y="109"/>
                  </a:lnTo>
                  <a:lnTo>
                    <a:pt x="762" y="436"/>
                  </a:lnTo>
                  <a:lnTo>
                    <a:pt x="61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8" name="Google Shape;798;g39181ba8852_1_1767"/>
            <p:cNvSpPr/>
            <p:nvPr/>
          </p:nvSpPr>
          <p:spPr>
            <a:xfrm>
              <a:off x="-999484" y="2711328"/>
              <a:ext cx="48393" cy="34588"/>
            </a:xfrm>
            <a:custGeom>
              <a:rect b="b" l="l" r="r" t="t"/>
              <a:pathLst>
                <a:path extrusionOk="0" h="436" w="610">
                  <a:moveTo>
                    <a:pt x="153" y="1"/>
                  </a:moveTo>
                  <a:lnTo>
                    <a:pt x="0" y="436"/>
                  </a:lnTo>
                  <a:lnTo>
                    <a:pt x="610" y="218"/>
                  </a:lnTo>
                  <a:lnTo>
                    <a:pt x="15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9" name="Google Shape;799;g39181ba8852_1_1767"/>
            <p:cNvSpPr/>
            <p:nvPr/>
          </p:nvSpPr>
          <p:spPr>
            <a:xfrm>
              <a:off x="-1235966" y="3469086"/>
              <a:ext cx="576589" cy="785446"/>
            </a:xfrm>
            <a:custGeom>
              <a:rect b="b" l="l" r="r" t="t"/>
              <a:pathLst>
                <a:path extrusionOk="0" h="9901" w="7268">
                  <a:moveTo>
                    <a:pt x="632" y="0"/>
                  </a:moveTo>
                  <a:cubicBezTo>
                    <a:pt x="632" y="0"/>
                    <a:pt x="175" y="762"/>
                    <a:pt x="88" y="2111"/>
                  </a:cubicBezTo>
                  <a:cubicBezTo>
                    <a:pt x="1" y="3482"/>
                    <a:pt x="980" y="9748"/>
                    <a:pt x="980" y="9748"/>
                  </a:cubicBezTo>
                  <a:lnTo>
                    <a:pt x="3678" y="9900"/>
                  </a:lnTo>
                  <a:lnTo>
                    <a:pt x="7268" y="9618"/>
                  </a:lnTo>
                  <a:cubicBezTo>
                    <a:pt x="7268" y="9618"/>
                    <a:pt x="7181" y="3895"/>
                    <a:pt x="7029" y="2176"/>
                  </a:cubicBezTo>
                  <a:cubicBezTo>
                    <a:pt x="6854" y="479"/>
                    <a:pt x="6376" y="44"/>
                    <a:pt x="6376" y="44"/>
                  </a:cubicBezTo>
                  <a:lnTo>
                    <a:pt x="3112" y="174"/>
                  </a:lnTo>
                  <a:lnTo>
                    <a:pt x="632"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0" name="Google Shape;800;g39181ba8852_1_1767"/>
            <p:cNvSpPr/>
            <p:nvPr/>
          </p:nvSpPr>
          <p:spPr>
            <a:xfrm>
              <a:off x="-987426" y="2652624"/>
              <a:ext cx="157158" cy="117488"/>
            </a:xfrm>
            <a:custGeom>
              <a:rect b="b" l="l" r="r" t="t"/>
              <a:pathLst>
                <a:path extrusionOk="0" h="1481" w="1981">
                  <a:moveTo>
                    <a:pt x="1437" y="1"/>
                  </a:moveTo>
                  <a:lnTo>
                    <a:pt x="1" y="741"/>
                  </a:lnTo>
                  <a:lnTo>
                    <a:pt x="501" y="1480"/>
                  </a:lnTo>
                  <a:lnTo>
                    <a:pt x="1981" y="697"/>
                  </a:lnTo>
                  <a:lnTo>
                    <a:pt x="1437"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1" name="Google Shape;801;g39181ba8852_1_1767"/>
            <p:cNvSpPr/>
            <p:nvPr/>
          </p:nvSpPr>
          <p:spPr>
            <a:xfrm>
              <a:off x="-1123794" y="2661271"/>
              <a:ext cx="112335" cy="103684"/>
            </a:xfrm>
            <a:custGeom>
              <a:rect b="b" l="l" r="r" t="t"/>
              <a:pathLst>
                <a:path extrusionOk="0" h="1307" w="1416">
                  <a:moveTo>
                    <a:pt x="654" y="1"/>
                  </a:moveTo>
                  <a:lnTo>
                    <a:pt x="1" y="588"/>
                  </a:lnTo>
                  <a:lnTo>
                    <a:pt x="871" y="1306"/>
                  </a:lnTo>
                  <a:lnTo>
                    <a:pt x="1415" y="632"/>
                  </a:lnTo>
                  <a:lnTo>
                    <a:pt x="654"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2" name="Google Shape;802;g39181ba8852_1_1767"/>
            <p:cNvSpPr/>
            <p:nvPr/>
          </p:nvSpPr>
          <p:spPr>
            <a:xfrm>
              <a:off x="-1235966" y="3469086"/>
              <a:ext cx="338432" cy="785446"/>
            </a:xfrm>
            <a:custGeom>
              <a:rect b="b" l="l" r="r" t="t"/>
              <a:pathLst>
                <a:path extrusionOk="0" h="9901" w="4266">
                  <a:moveTo>
                    <a:pt x="632" y="0"/>
                  </a:moveTo>
                  <a:cubicBezTo>
                    <a:pt x="632" y="0"/>
                    <a:pt x="175" y="762"/>
                    <a:pt x="88" y="2111"/>
                  </a:cubicBezTo>
                  <a:cubicBezTo>
                    <a:pt x="1" y="3482"/>
                    <a:pt x="980" y="9748"/>
                    <a:pt x="980" y="9748"/>
                  </a:cubicBezTo>
                  <a:lnTo>
                    <a:pt x="3678" y="9900"/>
                  </a:lnTo>
                  <a:lnTo>
                    <a:pt x="4265" y="9879"/>
                  </a:lnTo>
                  <a:cubicBezTo>
                    <a:pt x="4265" y="9879"/>
                    <a:pt x="3612" y="9748"/>
                    <a:pt x="3525" y="9161"/>
                  </a:cubicBezTo>
                  <a:cubicBezTo>
                    <a:pt x="3337" y="8007"/>
                    <a:pt x="3148" y="5801"/>
                    <a:pt x="2978" y="5801"/>
                  </a:cubicBezTo>
                  <a:cubicBezTo>
                    <a:pt x="2972" y="5801"/>
                    <a:pt x="2966" y="5804"/>
                    <a:pt x="2960" y="5810"/>
                  </a:cubicBezTo>
                  <a:cubicBezTo>
                    <a:pt x="2786" y="6027"/>
                    <a:pt x="2873" y="7746"/>
                    <a:pt x="2568" y="8073"/>
                  </a:cubicBezTo>
                  <a:cubicBezTo>
                    <a:pt x="2444" y="8224"/>
                    <a:pt x="2294" y="8302"/>
                    <a:pt x="2141" y="8302"/>
                  </a:cubicBezTo>
                  <a:cubicBezTo>
                    <a:pt x="1919" y="8302"/>
                    <a:pt x="1691" y="8137"/>
                    <a:pt x="1524" y="7790"/>
                  </a:cubicBezTo>
                  <a:cubicBezTo>
                    <a:pt x="1263" y="7181"/>
                    <a:pt x="566" y="2938"/>
                    <a:pt x="1132" y="1436"/>
                  </a:cubicBezTo>
                  <a:cubicBezTo>
                    <a:pt x="1524" y="392"/>
                    <a:pt x="2351" y="153"/>
                    <a:pt x="2351" y="153"/>
                  </a:cubicBezTo>
                  <a:lnTo>
                    <a:pt x="2242" y="131"/>
                  </a:lnTo>
                  <a:lnTo>
                    <a:pt x="632"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3" name="Google Shape;803;g39181ba8852_1_1767"/>
            <p:cNvSpPr/>
            <p:nvPr/>
          </p:nvSpPr>
          <p:spPr>
            <a:xfrm>
              <a:off x="-1027090" y="2734413"/>
              <a:ext cx="50138" cy="45853"/>
            </a:xfrm>
            <a:custGeom>
              <a:rect b="b" l="l" r="r" t="t"/>
              <a:pathLst>
                <a:path extrusionOk="0" h="578" w="632">
                  <a:moveTo>
                    <a:pt x="329" y="0"/>
                  </a:moveTo>
                  <a:cubicBezTo>
                    <a:pt x="207" y="0"/>
                    <a:pt x="79" y="23"/>
                    <a:pt x="44" y="58"/>
                  </a:cubicBezTo>
                  <a:cubicBezTo>
                    <a:pt x="0" y="145"/>
                    <a:pt x="44" y="471"/>
                    <a:pt x="66" y="536"/>
                  </a:cubicBezTo>
                  <a:cubicBezTo>
                    <a:pt x="90" y="560"/>
                    <a:pt x="179" y="578"/>
                    <a:pt x="265" y="578"/>
                  </a:cubicBezTo>
                  <a:cubicBezTo>
                    <a:pt x="337" y="578"/>
                    <a:pt x="406" y="566"/>
                    <a:pt x="436" y="536"/>
                  </a:cubicBezTo>
                  <a:cubicBezTo>
                    <a:pt x="501" y="471"/>
                    <a:pt x="631" y="167"/>
                    <a:pt x="566" y="58"/>
                  </a:cubicBezTo>
                  <a:cubicBezTo>
                    <a:pt x="536" y="17"/>
                    <a:pt x="435" y="0"/>
                    <a:pt x="3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4" name="Google Shape;804;g39181ba8852_1_1767"/>
            <p:cNvSpPr/>
            <p:nvPr/>
          </p:nvSpPr>
          <p:spPr>
            <a:xfrm>
              <a:off x="-1087540" y="2776934"/>
              <a:ext cx="98531" cy="274482"/>
            </a:xfrm>
            <a:custGeom>
              <a:rect b="b" l="l" r="r" t="t"/>
              <a:pathLst>
                <a:path extrusionOk="0" h="3460" w="1242">
                  <a:moveTo>
                    <a:pt x="828" y="0"/>
                  </a:moveTo>
                  <a:lnTo>
                    <a:pt x="1" y="2350"/>
                  </a:lnTo>
                  <a:lnTo>
                    <a:pt x="501" y="3460"/>
                  </a:lnTo>
                  <a:lnTo>
                    <a:pt x="1241" y="2481"/>
                  </a:lnTo>
                  <a:lnTo>
                    <a:pt x="1198"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5" name="Google Shape;805;g39181ba8852_1_1767"/>
            <p:cNvSpPr/>
            <p:nvPr/>
          </p:nvSpPr>
          <p:spPr>
            <a:xfrm>
              <a:off x="-845901" y="2739887"/>
              <a:ext cx="171041" cy="541269"/>
            </a:xfrm>
            <a:custGeom>
              <a:rect b="b" l="l" r="r" t="t"/>
              <a:pathLst>
                <a:path extrusionOk="0" h="6823" w="2156">
                  <a:moveTo>
                    <a:pt x="1243" y="0"/>
                  </a:moveTo>
                  <a:cubicBezTo>
                    <a:pt x="225" y="0"/>
                    <a:pt x="67" y="1509"/>
                    <a:pt x="88" y="3296"/>
                  </a:cubicBezTo>
                  <a:cubicBezTo>
                    <a:pt x="110" y="5668"/>
                    <a:pt x="1" y="6799"/>
                    <a:pt x="893" y="6821"/>
                  </a:cubicBezTo>
                  <a:cubicBezTo>
                    <a:pt x="914" y="6822"/>
                    <a:pt x="935" y="6822"/>
                    <a:pt x="955" y="6822"/>
                  </a:cubicBezTo>
                  <a:cubicBezTo>
                    <a:pt x="1858" y="6822"/>
                    <a:pt x="1554" y="5848"/>
                    <a:pt x="1937" y="3165"/>
                  </a:cubicBezTo>
                  <a:cubicBezTo>
                    <a:pt x="2155" y="1599"/>
                    <a:pt x="1937" y="76"/>
                    <a:pt x="1393" y="11"/>
                  </a:cubicBezTo>
                  <a:cubicBezTo>
                    <a:pt x="1341" y="4"/>
                    <a:pt x="1291" y="0"/>
                    <a:pt x="124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6" name="Google Shape;806;g39181ba8852_1_1767"/>
            <p:cNvSpPr/>
            <p:nvPr/>
          </p:nvSpPr>
          <p:spPr>
            <a:xfrm>
              <a:off x="-1217006" y="2835638"/>
              <a:ext cx="333276" cy="440202"/>
            </a:xfrm>
            <a:custGeom>
              <a:rect b="b" l="l" r="r" t="t"/>
              <a:pathLst>
                <a:path extrusionOk="0" h="5549" w="4201">
                  <a:moveTo>
                    <a:pt x="4113" y="0"/>
                  </a:moveTo>
                  <a:lnTo>
                    <a:pt x="1" y="65"/>
                  </a:lnTo>
                  <a:lnTo>
                    <a:pt x="88" y="5549"/>
                  </a:lnTo>
                  <a:lnTo>
                    <a:pt x="4200" y="5483"/>
                  </a:lnTo>
                  <a:lnTo>
                    <a:pt x="4113"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7" name="Google Shape;807;g39181ba8852_1_1767"/>
            <p:cNvSpPr/>
            <p:nvPr/>
          </p:nvSpPr>
          <p:spPr>
            <a:xfrm>
              <a:off x="-1217006" y="2840794"/>
              <a:ext cx="333276" cy="435046"/>
            </a:xfrm>
            <a:custGeom>
              <a:rect b="b" l="l" r="r" t="t"/>
              <a:pathLst>
                <a:path extrusionOk="0" h="5484" w="4201">
                  <a:moveTo>
                    <a:pt x="1" y="0"/>
                  </a:moveTo>
                  <a:lnTo>
                    <a:pt x="88" y="5484"/>
                  </a:lnTo>
                  <a:lnTo>
                    <a:pt x="4200" y="5418"/>
                  </a:lnTo>
                  <a:lnTo>
                    <a:pt x="4179" y="3917"/>
                  </a:lnTo>
                  <a:cubicBezTo>
                    <a:pt x="4179" y="3917"/>
                    <a:pt x="2351" y="3656"/>
                    <a:pt x="1633" y="2786"/>
                  </a:cubicBezTo>
                  <a:cubicBezTo>
                    <a:pt x="915" y="1915"/>
                    <a:pt x="675" y="22"/>
                    <a:pt x="675"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8" name="Google Shape;808;g39181ba8852_1_1767"/>
            <p:cNvSpPr/>
            <p:nvPr/>
          </p:nvSpPr>
          <p:spPr>
            <a:xfrm>
              <a:off x="-1410254" y="3090286"/>
              <a:ext cx="485118" cy="145253"/>
            </a:xfrm>
            <a:custGeom>
              <a:rect b="b" l="l" r="r" t="t"/>
              <a:pathLst>
                <a:path extrusionOk="0" h="1831" w="6115">
                  <a:moveTo>
                    <a:pt x="4965" y="0"/>
                  </a:moveTo>
                  <a:cubicBezTo>
                    <a:pt x="4233" y="0"/>
                    <a:pt x="3221" y="116"/>
                    <a:pt x="2306" y="141"/>
                  </a:cubicBezTo>
                  <a:cubicBezTo>
                    <a:pt x="696" y="184"/>
                    <a:pt x="0" y="446"/>
                    <a:pt x="218" y="1359"/>
                  </a:cubicBezTo>
                  <a:cubicBezTo>
                    <a:pt x="288" y="1640"/>
                    <a:pt x="630" y="1831"/>
                    <a:pt x="1215" y="1831"/>
                  </a:cubicBezTo>
                  <a:cubicBezTo>
                    <a:pt x="1537" y="1831"/>
                    <a:pt x="1931" y="1773"/>
                    <a:pt x="2393" y="1642"/>
                  </a:cubicBezTo>
                  <a:cubicBezTo>
                    <a:pt x="3917" y="1229"/>
                    <a:pt x="6114" y="663"/>
                    <a:pt x="5984" y="293"/>
                  </a:cubicBezTo>
                  <a:cubicBezTo>
                    <a:pt x="5918" y="68"/>
                    <a:pt x="5523" y="0"/>
                    <a:pt x="4965"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09" name="Google Shape;809;g39181ba8852_1_1767"/>
            <p:cNvSpPr/>
            <p:nvPr/>
          </p:nvSpPr>
          <p:spPr>
            <a:xfrm>
              <a:off x="-937368" y="3125588"/>
              <a:ext cx="63942" cy="22530"/>
            </a:xfrm>
            <a:custGeom>
              <a:rect b="b" l="l" r="r" t="t"/>
              <a:pathLst>
                <a:path extrusionOk="0" h="284" w="806">
                  <a:moveTo>
                    <a:pt x="131" y="1"/>
                  </a:moveTo>
                  <a:cubicBezTo>
                    <a:pt x="44" y="1"/>
                    <a:pt x="1" y="66"/>
                    <a:pt x="1" y="131"/>
                  </a:cubicBezTo>
                  <a:cubicBezTo>
                    <a:pt x="1" y="218"/>
                    <a:pt x="44" y="262"/>
                    <a:pt x="110" y="262"/>
                  </a:cubicBezTo>
                  <a:lnTo>
                    <a:pt x="675" y="283"/>
                  </a:lnTo>
                  <a:cubicBezTo>
                    <a:pt x="741" y="283"/>
                    <a:pt x="806" y="218"/>
                    <a:pt x="806" y="153"/>
                  </a:cubicBezTo>
                  <a:cubicBezTo>
                    <a:pt x="806" y="88"/>
                    <a:pt x="741" y="22"/>
                    <a:pt x="675" y="22"/>
                  </a:cubicBezTo>
                  <a:lnTo>
                    <a:pt x="13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0" name="Google Shape;810;g39181ba8852_1_1767"/>
            <p:cNvSpPr/>
            <p:nvPr/>
          </p:nvSpPr>
          <p:spPr>
            <a:xfrm>
              <a:off x="-935623" y="3106628"/>
              <a:ext cx="63942" cy="22530"/>
            </a:xfrm>
            <a:custGeom>
              <a:rect b="b" l="l" r="r" t="t"/>
              <a:pathLst>
                <a:path extrusionOk="0" h="284" w="806">
                  <a:moveTo>
                    <a:pt x="131" y="0"/>
                  </a:moveTo>
                  <a:cubicBezTo>
                    <a:pt x="66" y="0"/>
                    <a:pt x="1" y="66"/>
                    <a:pt x="1" y="131"/>
                  </a:cubicBezTo>
                  <a:cubicBezTo>
                    <a:pt x="1" y="218"/>
                    <a:pt x="44" y="261"/>
                    <a:pt x="131" y="261"/>
                  </a:cubicBezTo>
                  <a:lnTo>
                    <a:pt x="675" y="283"/>
                  </a:lnTo>
                  <a:cubicBezTo>
                    <a:pt x="740" y="283"/>
                    <a:pt x="806" y="218"/>
                    <a:pt x="806" y="153"/>
                  </a:cubicBezTo>
                  <a:cubicBezTo>
                    <a:pt x="806" y="87"/>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1" name="Google Shape;811;g39181ba8852_1_1767"/>
            <p:cNvSpPr/>
            <p:nvPr/>
          </p:nvSpPr>
          <p:spPr>
            <a:xfrm>
              <a:off x="-935623" y="3089334"/>
              <a:ext cx="63942" cy="20784"/>
            </a:xfrm>
            <a:custGeom>
              <a:rect b="b" l="l" r="r" t="t"/>
              <a:pathLst>
                <a:path extrusionOk="0" h="262" w="806">
                  <a:moveTo>
                    <a:pt x="131" y="1"/>
                  </a:moveTo>
                  <a:cubicBezTo>
                    <a:pt x="66" y="1"/>
                    <a:pt x="1" y="44"/>
                    <a:pt x="1" y="131"/>
                  </a:cubicBezTo>
                  <a:cubicBezTo>
                    <a:pt x="1" y="196"/>
                    <a:pt x="66" y="240"/>
                    <a:pt x="131" y="240"/>
                  </a:cubicBezTo>
                  <a:lnTo>
                    <a:pt x="675" y="262"/>
                  </a:lnTo>
                  <a:cubicBezTo>
                    <a:pt x="762" y="262"/>
                    <a:pt x="806" y="196"/>
                    <a:pt x="806" y="131"/>
                  </a:cubicBezTo>
                  <a:cubicBezTo>
                    <a:pt x="806" y="66"/>
                    <a:pt x="762" y="1"/>
                    <a:pt x="697"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2" name="Google Shape;812;g39181ba8852_1_1767"/>
            <p:cNvSpPr/>
            <p:nvPr/>
          </p:nvSpPr>
          <p:spPr>
            <a:xfrm>
              <a:off x="-935623" y="3070374"/>
              <a:ext cx="63942" cy="20784"/>
            </a:xfrm>
            <a:custGeom>
              <a:rect b="b" l="l" r="r" t="t"/>
              <a:pathLst>
                <a:path extrusionOk="0" h="262" w="806">
                  <a:moveTo>
                    <a:pt x="131" y="0"/>
                  </a:moveTo>
                  <a:cubicBezTo>
                    <a:pt x="66" y="0"/>
                    <a:pt x="1" y="66"/>
                    <a:pt x="1" y="131"/>
                  </a:cubicBezTo>
                  <a:cubicBezTo>
                    <a:pt x="1" y="196"/>
                    <a:pt x="66" y="261"/>
                    <a:pt x="131" y="261"/>
                  </a:cubicBezTo>
                  <a:lnTo>
                    <a:pt x="675" y="261"/>
                  </a:lnTo>
                  <a:cubicBezTo>
                    <a:pt x="740" y="261"/>
                    <a:pt x="806" y="218"/>
                    <a:pt x="806" y="153"/>
                  </a:cubicBezTo>
                  <a:cubicBezTo>
                    <a:pt x="806" y="66"/>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3" name="Google Shape;813;g39181ba8852_1_1767"/>
            <p:cNvSpPr/>
            <p:nvPr/>
          </p:nvSpPr>
          <p:spPr>
            <a:xfrm>
              <a:off x="-1025345" y="3063235"/>
              <a:ext cx="148510" cy="93689"/>
            </a:xfrm>
            <a:custGeom>
              <a:rect b="b" l="l" r="r" t="t"/>
              <a:pathLst>
                <a:path extrusionOk="0" h="1181" w="1872">
                  <a:moveTo>
                    <a:pt x="1050" y="1"/>
                  </a:moveTo>
                  <a:cubicBezTo>
                    <a:pt x="1031" y="1"/>
                    <a:pt x="1014" y="2"/>
                    <a:pt x="1001" y="3"/>
                  </a:cubicBezTo>
                  <a:cubicBezTo>
                    <a:pt x="827" y="25"/>
                    <a:pt x="0" y="373"/>
                    <a:pt x="0" y="373"/>
                  </a:cubicBezTo>
                  <a:lnTo>
                    <a:pt x="370" y="1091"/>
                  </a:lnTo>
                  <a:cubicBezTo>
                    <a:pt x="370" y="1091"/>
                    <a:pt x="631" y="1156"/>
                    <a:pt x="914" y="1178"/>
                  </a:cubicBezTo>
                  <a:cubicBezTo>
                    <a:pt x="936" y="1180"/>
                    <a:pt x="959" y="1181"/>
                    <a:pt x="984" y="1181"/>
                  </a:cubicBezTo>
                  <a:cubicBezTo>
                    <a:pt x="1284" y="1181"/>
                    <a:pt x="1784" y="1069"/>
                    <a:pt x="1784" y="1069"/>
                  </a:cubicBezTo>
                  <a:cubicBezTo>
                    <a:pt x="1784" y="1069"/>
                    <a:pt x="1697" y="656"/>
                    <a:pt x="1675" y="504"/>
                  </a:cubicBezTo>
                  <a:cubicBezTo>
                    <a:pt x="1654" y="351"/>
                    <a:pt x="1871" y="112"/>
                    <a:pt x="1871" y="112"/>
                  </a:cubicBezTo>
                  <a:cubicBezTo>
                    <a:pt x="1871" y="112"/>
                    <a:pt x="1278" y="1"/>
                    <a:pt x="1050"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4" name="Google Shape;814;g39181ba8852_1_1767"/>
            <p:cNvSpPr/>
            <p:nvPr/>
          </p:nvSpPr>
          <p:spPr>
            <a:xfrm>
              <a:off x="-1172106" y="3066249"/>
              <a:ext cx="461001" cy="219347"/>
            </a:xfrm>
            <a:custGeom>
              <a:rect b="b" l="l" r="r" t="t"/>
              <a:pathLst>
                <a:path extrusionOk="0" h="2765" w="5811">
                  <a:moveTo>
                    <a:pt x="433" y="0"/>
                  </a:moveTo>
                  <a:cubicBezTo>
                    <a:pt x="246" y="0"/>
                    <a:pt x="129" y="35"/>
                    <a:pt x="109" y="118"/>
                  </a:cubicBezTo>
                  <a:cubicBezTo>
                    <a:pt x="1" y="640"/>
                    <a:pt x="1741" y="1293"/>
                    <a:pt x="3090" y="2054"/>
                  </a:cubicBezTo>
                  <a:cubicBezTo>
                    <a:pt x="3857" y="2487"/>
                    <a:pt x="4518" y="2765"/>
                    <a:pt x="4990" y="2765"/>
                  </a:cubicBezTo>
                  <a:cubicBezTo>
                    <a:pt x="5348" y="2765"/>
                    <a:pt x="5598" y="2604"/>
                    <a:pt x="5701" y="2228"/>
                  </a:cubicBezTo>
                  <a:cubicBezTo>
                    <a:pt x="5810" y="1815"/>
                    <a:pt x="4983" y="1075"/>
                    <a:pt x="3721" y="749"/>
                  </a:cubicBezTo>
                  <a:cubicBezTo>
                    <a:pt x="2588" y="427"/>
                    <a:pt x="1086" y="0"/>
                    <a:pt x="433"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15" name="Google Shape;815;g39181ba8852_1_1767"/>
            <p:cNvSpPr/>
            <p:nvPr/>
          </p:nvSpPr>
          <p:spPr>
            <a:xfrm>
              <a:off x="-1234221" y="3018572"/>
              <a:ext cx="146765" cy="107095"/>
            </a:xfrm>
            <a:custGeom>
              <a:rect b="b" l="l" r="r" t="t"/>
              <a:pathLst>
                <a:path extrusionOk="0" h="1350" w="1850">
                  <a:moveTo>
                    <a:pt x="174" y="1"/>
                  </a:moveTo>
                  <a:cubicBezTo>
                    <a:pt x="174" y="1"/>
                    <a:pt x="327" y="283"/>
                    <a:pt x="261" y="436"/>
                  </a:cubicBezTo>
                  <a:cubicBezTo>
                    <a:pt x="196" y="566"/>
                    <a:pt x="0" y="936"/>
                    <a:pt x="0" y="936"/>
                  </a:cubicBezTo>
                  <a:cubicBezTo>
                    <a:pt x="0" y="936"/>
                    <a:pt x="501" y="1154"/>
                    <a:pt x="762" y="1241"/>
                  </a:cubicBezTo>
                  <a:cubicBezTo>
                    <a:pt x="1197" y="1350"/>
                    <a:pt x="1436" y="1350"/>
                    <a:pt x="1436" y="1350"/>
                  </a:cubicBezTo>
                  <a:lnTo>
                    <a:pt x="1850" y="675"/>
                  </a:lnTo>
                  <a:cubicBezTo>
                    <a:pt x="1850" y="675"/>
                    <a:pt x="1197" y="196"/>
                    <a:pt x="1045" y="131"/>
                  </a:cubicBezTo>
                  <a:cubicBezTo>
                    <a:pt x="871" y="66"/>
                    <a:pt x="175" y="1"/>
                    <a:pt x="17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16" name="Google Shape;816;g39181ba8852_1_1767"/>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817" name="Google Shape;817;g39181ba8852_1_1767"/>
          <p:cNvSpPr txBox="1"/>
          <p:nvPr>
            <p:ph idx="1" type="subTitle"/>
          </p:nvPr>
        </p:nvSpPr>
        <p:spPr>
          <a:xfrm>
            <a:off x="960000" y="2178615"/>
            <a:ext cx="2648100" cy="14736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818" name="Google Shape;818;g39181ba8852_1_1767"/>
          <p:cNvSpPr txBox="1"/>
          <p:nvPr>
            <p:ph idx="2" type="subTitle"/>
          </p:nvPr>
        </p:nvSpPr>
        <p:spPr>
          <a:xfrm>
            <a:off x="4772000" y="2178615"/>
            <a:ext cx="2648100" cy="14736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819" name="Google Shape;819;g39181ba8852_1_1767"/>
          <p:cNvSpPr txBox="1"/>
          <p:nvPr>
            <p:ph idx="3" type="subTitle"/>
          </p:nvPr>
        </p:nvSpPr>
        <p:spPr>
          <a:xfrm>
            <a:off x="960000" y="4485667"/>
            <a:ext cx="2648100" cy="14736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820" name="Google Shape;820;g39181ba8852_1_1767"/>
          <p:cNvSpPr txBox="1"/>
          <p:nvPr>
            <p:ph idx="4" type="subTitle"/>
          </p:nvPr>
        </p:nvSpPr>
        <p:spPr>
          <a:xfrm>
            <a:off x="4772000" y="4485667"/>
            <a:ext cx="2648100" cy="14736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821" name="Google Shape;821;g39181ba8852_1_1767"/>
          <p:cNvSpPr txBox="1"/>
          <p:nvPr>
            <p:ph idx="5" type="subTitle"/>
          </p:nvPr>
        </p:nvSpPr>
        <p:spPr>
          <a:xfrm>
            <a:off x="8583996" y="2178615"/>
            <a:ext cx="2648100" cy="14736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822" name="Google Shape;822;g39181ba8852_1_1767"/>
          <p:cNvSpPr txBox="1"/>
          <p:nvPr>
            <p:ph idx="6" type="subTitle"/>
          </p:nvPr>
        </p:nvSpPr>
        <p:spPr>
          <a:xfrm>
            <a:off x="8583996" y="4485667"/>
            <a:ext cx="2648100" cy="1473600"/>
          </a:xfrm>
          <a:prstGeom prst="rect">
            <a:avLst/>
          </a:prstGeom>
        </p:spPr>
        <p:txBody>
          <a:bodyPr anchorCtr="0" anchor="t" bIns="121900" lIns="121900" spcFirstLastPara="1" rIns="121900" wrap="square" tIns="121900">
            <a:noAutofit/>
          </a:bodyPr>
          <a:lstStyle>
            <a:lvl1pPr lvl="0">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823" name="Google Shape;823;g39181ba8852_1_1767"/>
          <p:cNvSpPr txBox="1"/>
          <p:nvPr>
            <p:ph idx="7" type="subTitle"/>
          </p:nvPr>
        </p:nvSpPr>
        <p:spPr>
          <a:xfrm>
            <a:off x="965200" y="1781683"/>
            <a:ext cx="26376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824" name="Google Shape;824;g39181ba8852_1_1767"/>
          <p:cNvSpPr txBox="1"/>
          <p:nvPr>
            <p:ph idx="8" type="subTitle"/>
          </p:nvPr>
        </p:nvSpPr>
        <p:spPr>
          <a:xfrm>
            <a:off x="4777200" y="1781683"/>
            <a:ext cx="26376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825" name="Google Shape;825;g39181ba8852_1_1767"/>
          <p:cNvSpPr txBox="1"/>
          <p:nvPr>
            <p:ph idx="9" type="subTitle"/>
          </p:nvPr>
        </p:nvSpPr>
        <p:spPr>
          <a:xfrm>
            <a:off x="8589196" y="1781683"/>
            <a:ext cx="26376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826" name="Google Shape;826;g39181ba8852_1_1767"/>
          <p:cNvSpPr txBox="1"/>
          <p:nvPr>
            <p:ph idx="13" type="subTitle"/>
          </p:nvPr>
        </p:nvSpPr>
        <p:spPr>
          <a:xfrm>
            <a:off x="965200" y="4084467"/>
            <a:ext cx="26376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827" name="Google Shape;827;g39181ba8852_1_1767"/>
          <p:cNvSpPr txBox="1"/>
          <p:nvPr>
            <p:ph idx="14" type="subTitle"/>
          </p:nvPr>
        </p:nvSpPr>
        <p:spPr>
          <a:xfrm>
            <a:off x="4777200" y="4084467"/>
            <a:ext cx="26376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
        <p:nvSpPr>
          <p:cNvPr id="828" name="Google Shape;828;g39181ba8852_1_1767"/>
          <p:cNvSpPr txBox="1"/>
          <p:nvPr>
            <p:ph idx="15" type="subTitle"/>
          </p:nvPr>
        </p:nvSpPr>
        <p:spPr>
          <a:xfrm>
            <a:off x="8589196" y="4084467"/>
            <a:ext cx="2637600" cy="502800"/>
          </a:xfrm>
          <a:prstGeom prst="rect">
            <a:avLst/>
          </a:prstGeom>
        </p:spPr>
        <p:txBody>
          <a:bodyPr anchorCtr="0" anchor="b" bIns="121900" lIns="121900" spcFirstLastPara="1" rIns="121900" wrap="square" tIns="121900">
            <a:noAutofit/>
          </a:bodyPr>
          <a:lstStyle>
            <a:lvl1pPr lvl="0">
              <a:lnSpc>
                <a:spcPct val="100000"/>
              </a:lnSpc>
              <a:spcBef>
                <a:spcPts val="0"/>
              </a:spcBef>
              <a:spcAft>
                <a:spcPts val="0"/>
              </a:spcAft>
              <a:buSzPts val="3200"/>
              <a:buFont typeface="Bebas Neue"/>
              <a:buNone/>
              <a:defRPr b="1" sz="3200">
                <a:solidFill>
                  <a:schemeClr val="accent1"/>
                </a:solidFill>
                <a:latin typeface="Epilogue"/>
                <a:ea typeface="Epilogue"/>
                <a:cs typeface="Epilogue"/>
                <a:sym typeface="Epilogue"/>
              </a:defRPr>
            </a:lvl1pPr>
            <a:lvl2pPr lvl="1" algn="ctr">
              <a:lnSpc>
                <a:spcPct val="100000"/>
              </a:lnSpc>
              <a:spcBef>
                <a:spcPts val="0"/>
              </a:spcBef>
              <a:spcAft>
                <a:spcPts val="0"/>
              </a:spcAft>
              <a:buSzPts val="3200"/>
              <a:buFont typeface="Bebas Neue"/>
              <a:buNone/>
              <a:defRPr sz="3200">
                <a:latin typeface="Bebas Neue"/>
                <a:ea typeface="Bebas Neue"/>
                <a:cs typeface="Bebas Neue"/>
                <a:sym typeface="Bebas Neue"/>
              </a:defRPr>
            </a:lvl2pPr>
            <a:lvl3pPr lvl="2" algn="ctr">
              <a:lnSpc>
                <a:spcPct val="100000"/>
              </a:lnSpc>
              <a:spcBef>
                <a:spcPts val="0"/>
              </a:spcBef>
              <a:spcAft>
                <a:spcPts val="0"/>
              </a:spcAft>
              <a:buSzPts val="3200"/>
              <a:buFont typeface="Bebas Neue"/>
              <a:buNone/>
              <a:defRPr sz="3200">
                <a:latin typeface="Bebas Neue"/>
                <a:ea typeface="Bebas Neue"/>
                <a:cs typeface="Bebas Neue"/>
                <a:sym typeface="Bebas Neue"/>
              </a:defRPr>
            </a:lvl3pPr>
            <a:lvl4pPr lvl="3" algn="ctr">
              <a:lnSpc>
                <a:spcPct val="100000"/>
              </a:lnSpc>
              <a:spcBef>
                <a:spcPts val="0"/>
              </a:spcBef>
              <a:spcAft>
                <a:spcPts val="0"/>
              </a:spcAft>
              <a:buSzPts val="3200"/>
              <a:buFont typeface="Bebas Neue"/>
              <a:buNone/>
              <a:defRPr sz="3200">
                <a:latin typeface="Bebas Neue"/>
                <a:ea typeface="Bebas Neue"/>
                <a:cs typeface="Bebas Neue"/>
                <a:sym typeface="Bebas Neue"/>
              </a:defRPr>
            </a:lvl4pPr>
            <a:lvl5pPr lvl="4" algn="ctr">
              <a:lnSpc>
                <a:spcPct val="100000"/>
              </a:lnSpc>
              <a:spcBef>
                <a:spcPts val="0"/>
              </a:spcBef>
              <a:spcAft>
                <a:spcPts val="0"/>
              </a:spcAft>
              <a:buSzPts val="3200"/>
              <a:buFont typeface="Bebas Neue"/>
              <a:buNone/>
              <a:defRPr sz="3200">
                <a:latin typeface="Bebas Neue"/>
                <a:ea typeface="Bebas Neue"/>
                <a:cs typeface="Bebas Neue"/>
                <a:sym typeface="Bebas Neue"/>
              </a:defRPr>
            </a:lvl5pPr>
            <a:lvl6pPr lvl="5" algn="ctr">
              <a:lnSpc>
                <a:spcPct val="100000"/>
              </a:lnSpc>
              <a:spcBef>
                <a:spcPts val="0"/>
              </a:spcBef>
              <a:spcAft>
                <a:spcPts val="0"/>
              </a:spcAft>
              <a:buSzPts val="3200"/>
              <a:buFont typeface="Bebas Neue"/>
              <a:buNone/>
              <a:defRPr sz="3200">
                <a:latin typeface="Bebas Neue"/>
                <a:ea typeface="Bebas Neue"/>
                <a:cs typeface="Bebas Neue"/>
                <a:sym typeface="Bebas Neue"/>
              </a:defRPr>
            </a:lvl6pPr>
            <a:lvl7pPr lvl="6" algn="ctr">
              <a:lnSpc>
                <a:spcPct val="100000"/>
              </a:lnSpc>
              <a:spcBef>
                <a:spcPts val="0"/>
              </a:spcBef>
              <a:spcAft>
                <a:spcPts val="0"/>
              </a:spcAft>
              <a:buSzPts val="3200"/>
              <a:buFont typeface="Bebas Neue"/>
              <a:buNone/>
              <a:defRPr sz="3200">
                <a:latin typeface="Bebas Neue"/>
                <a:ea typeface="Bebas Neue"/>
                <a:cs typeface="Bebas Neue"/>
                <a:sym typeface="Bebas Neue"/>
              </a:defRPr>
            </a:lvl7pPr>
            <a:lvl8pPr lvl="7" algn="ctr">
              <a:lnSpc>
                <a:spcPct val="100000"/>
              </a:lnSpc>
              <a:spcBef>
                <a:spcPts val="0"/>
              </a:spcBef>
              <a:spcAft>
                <a:spcPts val="0"/>
              </a:spcAft>
              <a:buSzPts val="3200"/>
              <a:buFont typeface="Bebas Neue"/>
              <a:buNone/>
              <a:defRPr sz="3200">
                <a:latin typeface="Bebas Neue"/>
                <a:ea typeface="Bebas Neue"/>
                <a:cs typeface="Bebas Neue"/>
                <a:sym typeface="Bebas Neue"/>
              </a:defRPr>
            </a:lvl8pPr>
            <a:lvl9pPr lvl="8" algn="ctr">
              <a:lnSpc>
                <a:spcPct val="100000"/>
              </a:lnSpc>
              <a:spcBef>
                <a:spcPts val="0"/>
              </a:spcBef>
              <a:spcAft>
                <a:spcPts val="0"/>
              </a:spcAft>
              <a:buSzPts val="3200"/>
              <a:buFont typeface="Bebas Neue"/>
              <a:buNone/>
              <a:defRPr sz="3200">
                <a:latin typeface="Bebas Neue"/>
                <a:ea typeface="Bebas Neue"/>
                <a:cs typeface="Bebas Neue"/>
                <a:sym typeface="Bebas Neu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29" name="Shape 829"/>
        <p:cNvGrpSpPr/>
        <p:nvPr/>
      </p:nvGrpSpPr>
      <p:grpSpPr>
        <a:xfrm>
          <a:off x="0" y="0"/>
          <a:ext cx="0" cy="0"/>
          <a:chOff x="0" y="0"/>
          <a:chExt cx="0" cy="0"/>
        </a:xfrm>
      </p:grpSpPr>
      <p:sp>
        <p:nvSpPr>
          <p:cNvPr id="830" name="Google Shape;830;g39181ba8852_1_1840"/>
          <p:cNvSpPr txBox="1"/>
          <p:nvPr>
            <p:ph hasCustomPrompt="1" type="title"/>
          </p:nvPr>
        </p:nvSpPr>
        <p:spPr>
          <a:xfrm>
            <a:off x="6584217" y="2073350"/>
            <a:ext cx="4656900" cy="1025100"/>
          </a:xfrm>
          <a:prstGeom prst="rect">
            <a:avLst/>
          </a:prstGeom>
          <a:noFill/>
        </p:spPr>
        <p:txBody>
          <a:bodyPr anchorCtr="0" anchor="ctr" bIns="121900" lIns="121900" spcFirstLastPara="1" rIns="121900" wrap="square" tIns="121900">
            <a:noAutofit/>
          </a:bodyPr>
          <a:lstStyle>
            <a:lvl1pPr lvl="0" algn="r">
              <a:spcBef>
                <a:spcPts val="0"/>
              </a:spcBef>
              <a:spcAft>
                <a:spcPts val="0"/>
              </a:spcAft>
              <a:buClr>
                <a:schemeClr val="lt1"/>
              </a:buClr>
              <a:buSzPts val="8000"/>
              <a:buNone/>
              <a:defRPr sz="6000">
                <a:solidFill>
                  <a:schemeClr val="accen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831" name="Google Shape;831;g39181ba8852_1_1840"/>
          <p:cNvSpPr txBox="1"/>
          <p:nvPr>
            <p:ph idx="1" type="subTitle"/>
          </p:nvPr>
        </p:nvSpPr>
        <p:spPr>
          <a:xfrm>
            <a:off x="6584233" y="2895349"/>
            <a:ext cx="4656900" cy="541200"/>
          </a:xfrm>
          <a:prstGeom prst="rect">
            <a:avLst/>
          </a:prstGeom>
        </p:spPr>
        <p:txBody>
          <a:bodyPr anchorCtr="0" anchor="ctr" bIns="121900" lIns="121900" spcFirstLastPara="1" rIns="121900" wrap="square" tIns="121900">
            <a:noAutofit/>
          </a:bodyPr>
          <a:lstStyle>
            <a:lvl1pPr lvl="0" algn="r">
              <a:lnSpc>
                <a:spcPct val="100000"/>
              </a:lnSpc>
              <a:spcBef>
                <a:spcPts val="0"/>
              </a:spcBef>
              <a:spcAft>
                <a:spcPts val="0"/>
              </a:spcAft>
              <a:buClr>
                <a:schemeClr val="dk1"/>
              </a:buClr>
              <a:buSzPts val="1600"/>
              <a:buFont typeface="PT Sans"/>
              <a:buNone/>
              <a:defRPr>
                <a:solidFill>
                  <a:schemeClr val="dk1"/>
                </a:solidFill>
              </a:defRPr>
            </a:lvl1pPr>
            <a:lvl2pPr lvl="1" algn="ctr">
              <a:lnSpc>
                <a:spcPct val="100000"/>
              </a:lnSpc>
              <a:spcBef>
                <a:spcPts val="0"/>
              </a:spcBef>
              <a:spcAft>
                <a:spcPts val="0"/>
              </a:spcAft>
              <a:buClr>
                <a:schemeClr val="dk1"/>
              </a:buClr>
              <a:buSzPts val="1600"/>
              <a:buNone/>
              <a:defRPr>
                <a:solidFill>
                  <a:schemeClr val="dk1"/>
                </a:solidFill>
              </a:defRPr>
            </a:lvl2pPr>
            <a:lvl3pPr lvl="2" algn="ctr">
              <a:lnSpc>
                <a:spcPct val="100000"/>
              </a:lnSpc>
              <a:spcBef>
                <a:spcPts val="0"/>
              </a:spcBef>
              <a:spcAft>
                <a:spcPts val="0"/>
              </a:spcAft>
              <a:buClr>
                <a:schemeClr val="dk1"/>
              </a:buClr>
              <a:buSzPts val="1600"/>
              <a:buNone/>
              <a:defRPr>
                <a:solidFill>
                  <a:schemeClr val="dk1"/>
                </a:solidFill>
              </a:defRPr>
            </a:lvl3pPr>
            <a:lvl4pPr lvl="3"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9pPr>
          </a:lstStyle>
          <a:p/>
        </p:txBody>
      </p:sp>
      <p:sp>
        <p:nvSpPr>
          <p:cNvPr id="832" name="Google Shape;832;g39181ba8852_1_1840"/>
          <p:cNvSpPr txBox="1"/>
          <p:nvPr>
            <p:ph hasCustomPrompt="1" idx="2" type="title"/>
          </p:nvPr>
        </p:nvSpPr>
        <p:spPr>
          <a:xfrm>
            <a:off x="6584233" y="575852"/>
            <a:ext cx="4656900" cy="1025100"/>
          </a:xfrm>
          <a:prstGeom prst="rect">
            <a:avLst/>
          </a:prstGeom>
          <a:noFill/>
        </p:spPr>
        <p:txBody>
          <a:bodyPr anchorCtr="0" anchor="ctr" bIns="121900" lIns="121900" spcFirstLastPara="1" rIns="121900" wrap="square" tIns="121900">
            <a:noAutofit/>
          </a:bodyPr>
          <a:lstStyle>
            <a:lvl1pPr lvl="0" algn="r">
              <a:spcBef>
                <a:spcPts val="0"/>
              </a:spcBef>
              <a:spcAft>
                <a:spcPts val="0"/>
              </a:spcAft>
              <a:buClr>
                <a:schemeClr val="lt1"/>
              </a:buClr>
              <a:buSzPts val="8000"/>
              <a:buNone/>
              <a:defRPr sz="6000"/>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833" name="Google Shape;833;g39181ba8852_1_1840"/>
          <p:cNvSpPr txBox="1"/>
          <p:nvPr>
            <p:ph idx="3" type="subTitle"/>
          </p:nvPr>
        </p:nvSpPr>
        <p:spPr>
          <a:xfrm>
            <a:off x="6584233" y="1405901"/>
            <a:ext cx="4656900" cy="541200"/>
          </a:xfrm>
          <a:prstGeom prst="rect">
            <a:avLst/>
          </a:prstGeom>
        </p:spPr>
        <p:txBody>
          <a:bodyPr anchorCtr="0" anchor="ctr" bIns="121900" lIns="121900" spcFirstLastPara="1" rIns="121900" wrap="square" tIns="121900">
            <a:noAutofit/>
          </a:bodyPr>
          <a:lstStyle>
            <a:lvl1pPr lvl="0" algn="r">
              <a:lnSpc>
                <a:spcPct val="100000"/>
              </a:lnSpc>
              <a:spcBef>
                <a:spcPts val="0"/>
              </a:spcBef>
              <a:spcAft>
                <a:spcPts val="0"/>
              </a:spcAft>
              <a:buClr>
                <a:schemeClr val="dk1"/>
              </a:buClr>
              <a:buSzPts val="1600"/>
              <a:buFont typeface="PT Sans"/>
              <a:buNone/>
              <a:defRPr>
                <a:solidFill>
                  <a:schemeClr val="dk1"/>
                </a:solidFill>
              </a:defRPr>
            </a:lvl1pPr>
            <a:lvl2pPr lvl="1" algn="ctr">
              <a:lnSpc>
                <a:spcPct val="100000"/>
              </a:lnSpc>
              <a:spcBef>
                <a:spcPts val="0"/>
              </a:spcBef>
              <a:spcAft>
                <a:spcPts val="0"/>
              </a:spcAft>
              <a:buClr>
                <a:schemeClr val="dk1"/>
              </a:buClr>
              <a:buSzPts val="1600"/>
              <a:buNone/>
              <a:defRPr>
                <a:solidFill>
                  <a:schemeClr val="dk1"/>
                </a:solidFill>
              </a:defRPr>
            </a:lvl2pPr>
            <a:lvl3pPr lvl="2" algn="ctr">
              <a:lnSpc>
                <a:spcPct val="100000"/>
              </a:lnSpc>
              <a:spcBef>
                <a:spcPts val="0"/>
              </a:spcBef>
              <a:spcAft>
                <a:spcPts val="0"/>
              </a:spcAft>
              <a:buClr>
                <a:schemeClr val="dk1"/>
              </a:buClr>
              <a:buSzPts val="1600"/>
              <a:buNone/>
              <a:defRPr>
                <a:solidFill>
                  <a:schemeClr val="dk1"/>
                </a:solidFill>
              </a:defRPr>
            </a:lvl3pPr>
            <a:lvl4pPr lvl="3"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9pPr>
          </a:lstStyle>
          <a:p/>
        </p:txBody>
      </p:sp>
      <p:sp>
        <p:nvSpPr>
          <p:cNvPr id="834" name="Google Shape;834;g39181ba8852_1_1840"/>
          <p:cNvSpPr txBox="1"/>
          <p:nvPr>
            <p:ph hasCustomPrompt="1" idx="4" type="title"/>
          </p:nvPr>
        </p:nvSpPr>
        <p:spPr>
          <a:xfrm>
            <a:off x="6584217" y="3562800"/>
            <a:ext cx="4656900" cy="1025100"/>
          </a:xfrm>
          <a:prstGeom prst="rect">
            <a:avLst/>
          </a:prstGeom>
          <a:noFill/>
        </p:spPr>
        <p:txBody>
          <a:bodyPr anchorCtr="0" anchor="ctr" bIns="121900" lIns="121900" spcFirstLastPara="1" rIns="121900" wrap="square" tIns="121900">
            <a:noAutofit/>
          </a:bodyPr>
          <a:lstStyle>
            <a:lvl1pPr lvl="0" algn="r">
              <a:spcBef>
                <a:spcPts val="0"/>
              </a:spcBef>
              <a:spcAft>
                <a:spcPts val="0"/>
              </a:spcAft>
              <a:buClr>
                <a:schemeClr val="lt1"/>
              </a:buClr>
              <a:buSzPts val="8000"/>
              <a:buNone/>
              <a:defRPr sz="6000"/>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835" name="Google Shape;835;g39181ba8852_1_1840"/>
          <p:cNvSpPr txBox="1"/>
          <p:nvPr>
            <p:ph idx="5" type="subTitle"/>
          </p:nvPr>
        </p:nvSpPr>
        <p:spPr>
          <a:xfrm>
            <a:off x="6584233" y="4384799"/>
            <a:ext cx="4656900" cy="541200"/>
          </a:xfrm>
          <a:prstGeom prst="rect">
            <a:avLst/>
          </a:prstGeom>
        </p:spPr>
        <p:txBody>
          <a:bodyPr anchorCtr="0" anchor="ctr" bIns="121900" lIns="121900" spcFirstLastPara="1" rIns="121900" wrap="square" tIns="121900">
            <a:noAutofit/>
          </a:bodyPr>
          <a:lstStyle>
            <a:lvl1pPr lvl="0" algn="r">
              <a:lnSpc>
                <a:spcPct val="100000"/>
              </a:lnSpc>
              <a:spcBef>
                <a:spcPts val="0"/>
              </a:spcBef>
              <a:spcAft>
                <a:spcPts val="0"/>
              </a:spcAft>
              <a:buClr>
                <a:schemeClr val="dk1"/>
              </a:buClr>
              <a:buSzPts val="1600"/>
              <a:buFont typeface="PT Sans"/>
              <a:buNone/>
              <a:defRPr>
                <a:solidFill>
                  <a:schemeClr val="dk1"/>
                </a:solidFill>
              </a:defRPr>
            </a:lvl1pPr>
            <a:lvl2pPr lvl="1" algn="ctr">
              <a:lnSpc>
                <a:spcPct val="100000"/>
              </a:lnSpc>
              <a:spcBef>
                <a:spcPts val="0"/>
              </a:spcBef>
              <a:spcAft>
                <a:spcPts val="0"/>
              </a:spcAft>
              <a:buClr>
                <a:schemeClr val="dk1"/>
              </a:buClr>
              <a:buSzPts val="1600"/>
              <a:buNone/>
              <a:defRPr>
                <a:solidFill>
                  <a:schemeClr val="dk1"/>
                </a:solidFill>
              </a:defRPr>
            </a:lvl2pPr>
            <a:lvl3pPr lvl="2" algn="ctr">
              <a:lnSpc>
                <a:spcPct val="100000"/>
              </a:lnSpc>
              <a:spcBef>
                <a:spcPts val="0"/>
              </a:spcBef>
              <a:spcAft>
                <a:spcPts val="0"/>
              </a:spcAft>
              <a:buClr>
                <a:schemeClr val="dk1"/>
              </a:buClr>
              <a:buSzPts val="1600"/>
              <a:buNone/>
              <a:defRPr>
                <a:solidFill>
                  <a:schemeClr val="dk1"/>
                </a:solidFill>
              </a:defRPr>
            </a:lvl3pPr>
            <a:lvl4pPr lvl="3"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4pPr>
            <a:lvl5pPr lvl="4"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5pPr>
            <a:lvl6pPr lvl="5"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6pPr>
            <a:lvl7pPr lvl="6"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7pPr>
            <a:lvl8pPr lvl="7"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8pPr>
            <a:lvl9pPr lvl="8" algn="ctr">
              <a:lnSpc>
                <a:spcPct val="100000"/>
              </a:lnSpc>
              <a:spcBef>
                <a:spcPts val="0"/>
              </a:spcBef>
              <a:spcAft>
                <a:spcPts val="0"/>
              </a:spcAft>
              <a:buClr>
                <a:schemeClr val="dk1"/>
              </a:buClr>
              <a:buSzPts val="1600"/>
              <a:buFont typeface="PT Sans"/>
              <a:buNone/>
              <a:defRPr>
                <a:solidFill>
                  <a:schemeClr val="dk1"/>
                </a:solidFill>
                <a:latin typeface="PT Sans"/>
                <a:ea typeface="PT Sans"/>
                <a:cs typeface="PT Sans"/>
                <a:sym typeface="PT Sans"/>
              </a:defRPr>
            </a:lvl9pPr>
          </a:lstStyle>
          <a:p/>
        </p:txBody>
      </p:sp>
      <p:sp>
        <p:nvSpPr>
          <p:cNvPr id="836" name="Google Shape;836;g39181ba8852_1_1840"/>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837" name="Shape 837"/>
        <p:cNvGrpSpPr/>
        <p:nvPr/>
      </p:nvGrpSpPr>
      <p:grpSpPr>
        <a:xfrm>
          <a:off x="0" y="0"/>
          <a:ext cx="0" cy="0"/>
          <a:chOff x="0" y="0"/>
          <a:chExt cx="0" cy="0"/>
        </a:xfrm>
      </p:grpSpPr>
      <p:sp>
        <p:nvSpPr>
          <p:cNvPr id="838" name="Google Shape;838;g39181ba8852_1_1848"/>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39" name="Google Shape;839;g39181ba8852_1_1848"/>
          <p:cNvSpPr/>
          <p:nvPr/>
        </p:nvSpPr>
        <p:spPr>
          <a:xfrm>
            <a:off x="108678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0" name="Google Shape;840;g39181ba8852_1_1848"/>
          <p:cNvSpPr/>
          <p:nvPr/>
        </p:nvSpPr>
        <p:spPr>
          <a:xfrm>
            <a:off x="-7709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1" name="Google Shape;841;g39181ba8852_1_1848"/>
          <p:cNvSpPr txBox="1"/>
          <p:nvPr>
            <p:ph type="title"/>
          </p:nvPr>
        </p:nvSpPr>
        <p:spPr>
          <a:xfrm>
            <a:off x="960000" y="593367"/>
            <a:ext cx="10272000" cy="763500"/>
          </a:xfrm>
          <a:prstGeom prst="rect">
            <a:avLst/>
          </a:prstGeom>
        </p:spPr>
        <p:txBody>
          <a:bodyPr anchorCtr="0" anchor="t" bIns="121900" lIns="121900" spcFirstLastPara="1" rIns="121900" wrap="square" tIns="121900">
            <a:noAutofit/>
          </a:bodyPr>
          <a:lstStyle>
            <a:lvl1pPr lvl="0">
              <a:spcBef>
                <a:spcPts val="0"/>
              </a:spcBef>
              <a:spcAft>
                <a:spcPts val="0"/>
              </a:spcAft>
              <a:buSzPts val="4700"/>
              <a:buNone/>
              <a:defRPr/>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grpSp>
        <p:nvGrpSpPr>
          <p:cNvPr id="842" name="Google Shape;842;g39181ba8852_1_1848"/>
          <p:cNvGrpSpPr/>
          <p:nvPr/>
        </p:nvGrpSpPr>
        <p:grpSpPr>
          <a:xfrm flipH="1">
            <a:off x="-492051" y="2993332"/>
            <a:ext cx="1364594" cy="3818366"/>
            <a:chOff x="6573550" y="2555450"/>
            <a:chExt cx="251325" cy="703250"/>
          </a:xfrm>
        </p:grpSpPr>
        <p:sp>
          <p:nvSpPr>
            <p:cNvPr id="843" name="Google Shape;843;g39181ba8852_1_1848"/>
            <p:cNvSpPr/>
            <p:nvPr/>
          </p:nvSpPr>
          <p:spPr>
            <a:xfrm>
              <a:off x="6675275" y="2555450"/>
              <a:ext cx="42450" cy="81025"/>
            </a:xfrm>
            <a:custGeom>
              <a:rect b="b" l="l" r="r" t="t"/>
              <a:pathLst>
                <a:path extrusionOk="0" h="3241" w="1698">
                  <a:moveTo>
                    <a:pt x="621" y="0"/>
                  </a:moveTo>
                  <a:cubicBezTo>
                    <a:pt x="168" y="0"/>
                    <a:pt x="0" y="604"/>
                    <a:pt x="0" y="604"/>
                  </a:cubicBezTo>
                  <a:lnTo>
                    <a:pt x="239" y="1605"/>
                  </a:lnTo>
                  <a:cubicBezTo>
                    <a:pt x="239" y="1605"/>
                    <a:pt x="522" y="1997"/>
                    <a:pt x="544" y="2606"/>
                  </a:cubicBezTo>
                  <a:cubicBezTo>
                    <a:pt x="544" y="3145"/>
                    <a:pt x="987" y="3241"/>
                    <a:pt x="1224" y="3241"/>
                  </a:cubicBezTo>
                  <a:cubicBezTo>
                    <a:pt x="1255" y="3241"/>
                    <a:pt x="1283" y="3239"/>
                    <a:pt x="1306" y="3237"/>
                  </a:cubicBezTo>
                  <a:cubicBezTo>
                    <a:pt x="1472" y="3216"/>
                    <a:pt x="1519" y="2996"/>
                    <a:pt x="1447" y="2996"/>
                  </a:cubicBezTo>
                  <a:cubicBezTo>
                    <a:pt x="1444" y="2996"/>
                    <a:pt x="1440" y="2997"/>
                    <a:pt x="1436" y="2998"/>
                  </a:cubicBezTo>
                  <a:cubicBezTo>
                    <a:pt x="1349" y="2998"/>
                    <a:pt x="1393" y="1757"/>
                    <a:pt x="1545" y="1409"/>
                  </a:cubicBezTo>
                  <a:cubicBezTo>
                    <a:pt x="1697" y="1083"/>
                    <a:pt x="1436" y="256"/>
                    <a:pt x="827" y="38"/>
                  </a:cubicBezTo>
                  <a:cubicBezTo>
                    <a:pt x="753" y="12"/>
                    <a:pt x="684" y="0"/>
                    <a:pt x="62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4" name="Google Shape;844;g39181ba8852_1_1848"/>
            <p:cNvSpPr/>
            <p:nvPr/>
          </p:nvSpPr>
          <p:spPr>
            <a:xfrm>
              <a:off x="6626300" y="3184550"/>
              <a:ext cx="63125" cy="61550"/>
            </a:xfrm>
            <a:custGeom>
              <a:rect b="b" l="l" r="r" t="t"/>
              <a:pathLst>
                <a:path extrusionOk="0" h="2462" w="2525">
                  <a:moveTo>
                    <a:pt x="2166" y="1"/>
                  </a:moveTo>
                  <a:cubicBezTo>
                    <a:pt x="2070" y="1"/>
                    <a:pt x="1350" y="266"/>
                    <a:pt x="1350" y="266"/>
                  </a:cubicBezTo>
                  <a:cubicBezTo>
                    <a:pt x="1350" y="266"/>
                    <a:pt x="1285" y="745"/>
                    <a:pt x="523" y="1833"/>
                  </a:cubicBezTo>
                  <a:cubicBezTo>
                    <a:pt x="523" y="1833"/>
                    <a:pt x="1" y="2268"/>
                    <a:pt x="23" y="2377"/>
                  </a:cubicBezTo>
                  <a:cubicBezTo>
                    <a:pt x="46" y="2434"/>
                    <a:pt x="208" y="2461"/>
                    <a:pt x="388" y="2461"/>
                  </a:cubicBezTo>
                  <a:cubicBezTo>
                    <a:pt x="550" y="2461"/>
                    <a:pt x="725" y="2439"/>
                    <a:pt x="828" y="2398"/>
                  </a:cubicBezTo>
                  <a:cubicBezTo>
                    <a:pt x="1067" y="2333"/>
                    <a:pt x="1437" y="1702"/>
                    <a:pt x="1698" y="1506"/>
                  </a:cubicBezTo>
                  <a:cubicBezTo>
                    <a:pt x="1959" y="1310"/>
                    <a:pt x="2220" y="1376"/>
                    <a:pt x="2438" y="1158"/>
                  </a:cubicBezTo>
                  <a:cubicBezTo>
                    <a:pt x="2525" y="1071"/>
                    <a:pt x="2525" y="767"/>
                    <a:pt x="2416" y="614"/>
                  </a:cubicBezTo>
                  <a:cubicBezTo>
                    <a:pt x="2351" y="462"/>
                    <a:pt x="2220" y="310"/>
                    <a:pt x="2177" y="5"/>
                  </a:cubicBezTo>
                  <a:cubicBezTo>
                    <a:pt x="2177" y="2"/>
                    <a:pt x="2173" y="1"/>
                    <a:pt x="2166" y="1"/>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5" name="Google Shape;845;g39181ba8852_1_1848"/>
            <p:cNvSpPr/>
            <p:nvPr/>
          </p:nvSpPr>
          <p:spPr>
            <a:xfrm>
              <a:off x="6623050" y="3193900"/>
              <a:ext cx="67475" cy="55000"/>
            </a:xfrm>
            <a:custGeom>
              <a:rect b="b" l="l" r="r" t="t"/>
              <a:pathLst>
                <a:path extrusionOk="0" h="2200" w="2699">
                  <a:moveTo>
                    <a:pt x="2416" y="1"/>
                  </a:moveTo>
                  <a:cubicBezTo>
                    <a:pt x="2416" y="1"/>
                    <a:pt x="2416" y="218"/>
                    <a:pt x="2263" y="436"/>
                  </a:cubicBezTo>
                  <a:cubicBezTo>
                    <a:pt x="2133" y="632"/>
                    <a:pt x="1415" y="1306"/>
                    <a:pt x="871" y="1633"/>
                  </a:cubicBezTo>
                  <a:cubicBezTo>
                    <a:pt x="831" y="1646"/>
                    <a:pt x="727" y="1667"/>
                    <a:pt x="642" y="1667"/>
                  </a:cubicBezTo>
                  <a:cubicBezTo>
                    <a:pt x="587" y="1667"/>
                    <a:pt x="540" y="1658"/>
                    <a:pt x="523" y="1633"/>
                  </a:cubicBezTo>
                  <a:cubicBezTo>
                    <a:pt x="501" y="1611"/>
                    <a:pt x="653" y="1459"/>
                    <a:pt x="653" y="1459"/>
                  </a:cubicBezTo>
                  <a:lnTo>
                    <a:pt x="653" y="1459"/>
                  </a:lnTo>
                  <a:cubicBezTo>
                    <a:pt x="392" y="1654"/>
                    <a:pt x="0" y="2046"/>
                    <a:pt x="22" y="2133"/>
                  </a:cubicBezTo>
                  <a:cubicBezTo>
                    <a:pt x="41" y="2181"/>
                    <a:pt x="204" y="2199"/>
                    <a:pt x="400" y="2199"/>
                  </a:cubicBezTo>
                  <a:cubicBezTo>
                    <a:pt x="650" y="2199"/>
                    <a:pt x="954" y="2170"/>
                    <a:pt x="1088" y="2133"/>
                  </a:cubicBezTo>
                  <a:cubicBezTo>
                    <a:pt x="1306" y="2046"/>
                    <a:pt x="1654" y="1415"/>
                    <a:pt x="1915" y="1219"/>
                  </a:cubicBezTo>
                  <a:cubicBezTo>
                    <a:pt x="2024" y="1132"/>
                    <a:pt x="2459" y="893"/>
                    <a:pt x="2568" y="784"/>
                  </a:cubicBezTo>
                  <a:cubicBezTo>
                    <a:pt x="2590" y="741"/>
                    <a:pt x="2655" y="610"/>
                    <a:pt x="2655" y="567"/>
                  </a:cubicBezTo>
                  <a:cubicBezTo>
                    <a:pt x="2698" y="305"/>
                    <a:pt x="2481" y="1"/>
                    <a:pt x="2416"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6" name="Google Shape;846;g39181ba8852_1_1848"/>
            <p:cNvSpPr/>
            <p:nvPr/>
          </p:nvSpPr>
          <p:spPr>
            <a:xfrm>
              <a:off x="6669400" y="3206975"/>
              <a:ext cx="20025" cy="32650"/>
            </a:xfrm>
            <a:custGeom>
              <a:rect b="b" l="l" r="r" t="t"/>
              <a:pathLst>
                <a:path extrusionOk="0" h="1306" w="801">
                  <a:moveTo>
                    <a:pt x="801" y="0"/>
                  </a:moveTo>
                  <a:lnTo>
                    <a:pt x="801" y="0"/>
                  </a:lnTo>
                  <a:cubicBezTo>
                    <a:pt x="801" y="0"/>
                    <a:pt x="0" y="703"/>
                    <a:pt x="45" y="703"/>
                  </a:cubicBezTo>
                  <a:cubicBezTo>
                    <a:pt x="48" y="703"/>
                    <a:pt x="53" y="701"/>
                    <a:pt x="61" y="696"/>
                  </a:cubicBezTo>
                  <a:cubicBezTo>
                    <a:pt x="126" y="653"/>
                    <a:pt x="181" y="634"/>
                    <a:pt x="227" y="634"/>
                  </a:cubicBezTo>
                  <a:cubicBezTo>
                    <a:pt x="501" y="634"/>
                    <a:pt x="453" y="1306"/>
                    <a:pt x="453" y="1306"/>
                  </a:cubicBezTo>
                  <a:lnTo>
                    <a:pt x="562" y="1306"/>
                  </a:lnTo>
                  <a:cubicBezTo>
                    <a:pt x="562" y="1306"/>
                    <a:pt x="562" y="827"/>
                    <a:pt x="627" y="588"/>
                  </a:cubicBezTo>
                  <a:cubicBezTo>
                    <a:pt x="670" y="435"/>
                    <a:pt x="801" y="0"/>
                    <a:pt x="8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7" name="Google Shape;847;g39181ba8852_1_1848"/>
            <p:cNvSpPr/>
            <p:nvPr/>
          </p:nvSpPr>
          <p:spPr>
            <a:xfrm>
              <a:off x="6645900" y="3010325"/>
              <a:ext cx="53325" cy="185500"/>
            </a:xfrm>
            <a:custGeom>
              <a:rect b="b" l="l" r="r" t="t"/>
              <a:pathLst>
                <a:path extrusionOk="0" h="7420" w="2133">
                  <a:moveTo>
                    <a:pt x="435" y="0"/>
                  </a:moveTo>
                  <a:cubicBezTo>
                    <a:pt x="191" y="0"/>
                    <a:pt x="0" y="118"/>
                    <a:pt x="0" y="447"/>
                  </a:cubicBezTo>
                  <a:cubicBezTo>
                    <a:pt x="0" y="577"/>
                    <a:pt x="174" y="2057"/>
                    <a:pt x="240" y="2383"/>
                  </a:cubicBezTo>
                  <a:cubicBezTo>
                    <a:pt x="283" y="2709"/>
                    <a:pt x="631" y="5995"/>
                    <a:pt x="566" y="7235"/>
                  </a:cubicBezTo>
                  <a:cubicBezTo>
                    <a:pt x="566" y="7318"/>
                    <a:pt x="912" y="7419"/>
                    <a:pt x="1150" y="7419"/>
                  </a:cubicBezTo>
                  <a:cubicBezTo>
                    <a:pt x="1286" y="7419"/>
                    <a:pt x="1387" y="7387"/>
                    <a:pt x="1371" y="7300"/>
                  </a:cubicBezTo>
                  <a:cubicBezTo>
                    <a:pt x="1349" y="7083"/>
                    <a:pt x="2067" y="3863"/>
                    <a:pt x="2111" y="3232"/>
                  </a:cubicBezTo>
                  <a:cubicBezTo>
                    <a:pt x="2133" y="2622"/>
                    <a:pt x="2002" y="1034"/>
                    <a:pt x="1371" y="403"/>
                  </a:cubicBezTo>
                  <a:cubicBezTo>
                    <a:pt x="1173" y="205"/>
                    <a:pt x="757" y="0"/>
                    <a:pt x="435"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8" name="Google Shape;848;g39181ba8852_1_1848"/>
            <p:cNvSpPr/>
            <p:nvPr/>
          </p:nvSpPr>
          <p:spPr>
            <a:xfrm>
              <a:off x="6756325" y="3216200"/>
              <a:ext cx="28850" cy="42500"/>
            </a:xfrm>
            <a:custGeom>
              <a:rect b="b" l="l" r="r" t="t"/>
              <a:pathLst>
                <a:path extrusionOk="0" h="1700" w="1154">
                  <a:moveTo>
                    <a:pt x="827" y="1"/>
                  </a:moveTo>
                  <a:lnTo>
                    <a:pt x="0" y="262"/>
                  </a:lnTo>
                  <a:cubicBezTo>
                    <a:pt x="0" y="262"/>
                    <a:pt x="0" y="958"/>
                    <a:pt x="283" y="1306"/>
                  </a:cubicBezTo>
                  <a:cubicBezTo>
                    <a:pt x="325" y="1349"/>
                    <a:pt x="696" y="1699"/>
                    <a:pt x="877" y="1699"/>
                  </a:cubicBezTo>
                  <a:cubicBezTo>
                    <a:pt x="882" y="1699"/>
                    <a:pt x="887" y="1699"/>
                    <a:pt x="892" y="1698"/>
                  </a:cubicBezTo>
                  <a:cubicBezTo>
                    <a:pt x="1045" y="1676"/>
                    <a:pt x="1153" y="1198"/>
                    <a:pt x="1153" y="980"/>
                  </a:cubicBezTo>
                  <a:cubicBezTo>
                    <a:pt x="1153" y="762"/>
                    <a:pt x="827" y="1"/>
                    <a:pt x="82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49" name="Google Shape;849;g39181ba8852_1_1848"/>
            <p:cNvSpPr/>
            <p:nvPr/>
          </p:nvSpPr>
          <p:spPr>
            <a:xfrm>
              <a:off x="6755775" y="3205325"/>
              <a:ext cx="25050" cy="39750"/>
            </a:xfrm>
            <a:custGeom>
              <a:rect b="b" l="l" r="r" t="t"/>
              <a:pathLst>
                <a:path extrusionOk="0" h="1590" w="1002">
                  <a:moveTo>
                    <a:pt x="675" y="1"/>
                  </a:moveTo>
                  <a:lnTo>
                    <a:pt x="44" y="66"/>
                  </a:lnTo>
                  <a:cubicBezTo>
                    <a:pt x="44" y="66"/>
                    <a:pt x="22" y="349"/>
                    <a:pt x="0" y="610"/>
                  </a:cubicBezTo>
                  <a:cubicBezTo>
                    <a:pt x="0" y="867"/>
                    <a:pt x="339" y="1590"/>
                    <a:pt x="765" y="1590"/>
                  </a:cubicBezTo>
                  <a:cubicBezTo>
                    <a:pt x="771" y="1590"/>
                    <a:pt x="777" y="1589"/>
                    <a:pt x="784" y="1589"/>
                  </a:cubicBezTo>
                  <a:cubicBezTo>
                    <a:pt x="936" y="1589"/>
                    <a:pt x="1001" y="1154"/>
                    <a:pt x="1001" y="1045"/>
                  </a:cubicBezTo>
                  <a:cubicBezTo>
                    <a:pt x="936" y="567"/>
                    <a:pt x="675" y="1"/>
                    <a:pt x="67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0" name="Google Shape;850;g39181ba8852_1_1848"/>
            <p:cNvSpPr/>
            <p:nvPr/>
          </p:nvSpPr>
          <p:spPr>
            <a:xfrm>
              <a:off x="6714975" y="3017925"/>
              <a:ext cx="61500" cy="206475"/>
            </a:xfrm>
            <a:custGeom>
              <a:rect b="b" l="l" r="r" t="t"/>
              <a:pathLst>
                <a:path extrusionOk="0" h="8259" w="2460">
                  <a:moveTo>
                    <a:pt x="833" y="1"/>
                  </a:moveTo>
                  <a:cubicBezTo>
                    <a:pt x="796" y="1"/>
                    <a:pt x="757" y="4"/>
                    <a:pt x="719" y="12"/>
                  </a:cubicBezTo>
                  <a:cubicBezTo>
                    <a:pt x="153" y="121"/>
                    <a:pt x="1" y="512"/>
                    <a:pt x="283" y="2166"/>
                  </a:cubicBezTo>
                  <a:cubicBezTo>
                    <a:pt x="501" y="3428"/>
                    <a:pt x="1284" y="6257"/>
                    <a:pt x="1654" y="7562"/>
                  </a:cubicBezTo>
                  <a:cubicBezTo>
                    <a:pt x="1763" y="7975"/>
                    <a:pt x="1719" y="8258"/>
                    <a:pt x="1763" y="8258"/>
                  </a:cubicBezTo>
                  <a:cubicBezTo>
                    <a:pt x="1937" y="8258"/>
                    <a:pt x="2416" y="8237"/>
                    <a:pt x="2459" y="7867"/>
                  </a:cubicBezTo>
                  <a:cubicBezTo>
                    <a:pt x="2459" y="7801"/>
                    <a:pt x="2285" y="7519"/>
                    <a:pt x="2285" y="7301"/>
                  </a:cubicBezTo>
                  <a:cubicBezTo>
                    <a:pt x="2285" y="5995"/>
                    <a:pt x="2263" y="2732"/>
                    <a:pt x="2198" y="2275"/>
                  </a:cubicBezTo>
                  <a:cubicBezTo>
                    <a:pt x="2115" y="1755"/>
                    <a:pt x="1654" y="1"/>
                    <a:pt x="83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1" name="Google Shape;851;g39181ba8852_1_1848"/>
            <p:cNvSpPr/>
            <p:nvPr/>
          </p:nvSpPr>
          <p:spPr>
            <a:xfrm>
              <a:off x="6573550" y="2666625"/>
              <a:ext cx="84325" cy="124650"/>
            </a:xfrm>
            <a:custGeom>
              <a:rect b="b" l="l" r="r" t="t"/>
              <a:pathLst>
                <a:path extrusionOk="0" h="4986" w="3373">
                  <a:moveTo>
                    <a:pt x="2597" y="0"/>
                  </a:moveTo>
                  <a:cubicBezTo>
                    <a:pt x="2222" y="0"/>
                    <a:pt x="1635" y="960"/>
                    <a:pt x="1284" y="2097"/>
                  </a:cubicBezTo>
                  <a:cubicBezTo>
                    <a:pt x="631" y="4142"/>
                    <a:pt x="0" y="4490"/>
                    <a:pt x="697" y="4860"/>
                  </a:cubicBezTo>
                  <a:cubicBezTo>
                    <a:pt x="850" y="4945"/>
                    <a:pt x="978" y="4985"/>
                    <a:pt x="1087" y="4985"/>
                  </a:cubicBezTo>
                  <a:cubicBezTo>
                    <a:pt x="1598" y="4985"/>
                    <a:pt x="1727" y="4107"/>
                    <a:pt x="2372" y="2728"/>
                  </a:cubicBezTo>
                  <a:cubicBezTo>
                    <a:pt x="3003" y="1423"/>
                    <a:pt x="3373" y="248"/>
                    <a:pt x="2655" y="8"/>
                  </a:cubicBezTo>
                  <a:cubicBezTo>
                    <a:pt x="2636" y="3"/>
                    <a:pt x="2617" y="0"/>
                    <a:pt x="259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2" name="Google Shape;852;g39181ba8852_1_1848"/>
            <p:cNvSpPr/>
            <p:nvPr/>
          </p:nvSpPr>
          <p:spPr>
            <a:xfrm>
              <a:off x="6614350" y="2663000"/>
              <a:ext cx="141450" cy="193150"/>
            </a:xfrm>
            <a:custGeom>
              <a:rect b="b" l="l" r="r" t="t"/>
              <a:pathLst>
                <a:path extrusionOk="0" h="7726" w="5658">
                  <a:moveTo>
                    <a:pt x="2916" y="1"/>
                  </a:moveTo>
                  <a:cubicBezTo>
                    <a:pt x="2916" y="1"/>
                    <a:pt x="1509" y="155"/>
                    <a:pt x="1053" y="155"/>
                  </a:cubicBezTo>
                  <a:cubicBezTo>
                    <a:pt x="1025" y="155"/>
                    <a:pt x="1000" y="155"/>
                    <a:pt x="979" y="153"/>
                  </a:cubicBezTo>
                  <a:cubicBezTo>
                    <a:pt x="849" y="153"/>
                    <a:pt x="740" y="675"/>
                    <a:pt x="675" y="828"/>
                  </a:cubicBezTo>
                  <a:cubicBezTo>
                    <a:pt x="370" y="1655"/>
                    <a:pt x="0" y="2634"/>
                    <a:pt x="784" y="3308"/>
                  </a:cubicBezTo>
                  <a:cubicBezTo>
                    <a:pt x="958" y="3461"/>
                    <a:pt x="1110" y="5223"/>
                    <a:pt x="1110" y="6050"/>
                  </a:cubicBezTo>
                  <a:cubicBezTo>
                    <a:pt x="1110" y="6376"/>
                    <a:pt x="1045" y="6920"/>
                    <a:pt x="805" y="7551"/>
                  </a:cubicBezTo>
                  <a:cubicBezTo>
                    <a:pt x="1589" y="7551"/>
                    <a:pt x="2133" y="7725"/>
                    <a:pt x="2916" y="7725"/>
                  </a:cubicBezTo>
                  <a:lnTo>
                    <a:pt x="5287" y="7725"/>
                  </a:lnTo>
                  <a:cubicBezTo>
                    <a:pt x="5026" y="7072"/>
                    <a:pt x="4765" y="6376"/>
                    <a:pt x="4722" y="6050"/>
                  </a:cubicBezTo>
                  <a:cubicBezTo>
                    <a:pt x="4243" y="3526"/>
                    <a:pt x="5657" y="1176"/>
                    <a:pt x="5440" y="697"/>
                  </a:cubicBezTo>
                  <a:cubicBezTo>
                    <a:pt x="5309" y="393"/>
                    <a:pt x="4591" y="240"/>
                    <a:pt x="4243" y="153"/>
                  </a:cubicBezTo>
                  <a:cubicBezTo>
                    <a:pt x="3917" y="45"/>
                    <a:pt x="2916" y="1"/>
                    <a:pt x="2916"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3" name="Google Shape;853;g39181ba8852_1_1848"/>
            <p:cNvSpPr/>
            <p:nvPr/>
          </p:nvSpPr>
          <p:spPr>
            <a:xfrm>
              <a:off x="6656225" y="2618950"/>
              <a:ext cx="57150" cy="56600"/>
            </a:xfrm>
            <a:custGeom>
              <a:rect b="b" l="l" r="r" t="t"/>
              <a:pathLst>
                <a:path extrusionOk="0" h="2264" w="2286">
                  <a:moveTo>
                    <a:pt x="610" y="1"/>
                  </a:moveTo>
                  <a:cubicBezTo>
                    <a:pt x="610" y="1"/>
                    <a:pt x="610" y="1001"/>
                    <a:pt x="523" y="1263"/>
                  </a:cubicBezTo>
                  <a:cubicBezTo>
                    <a:pt x="414" y="1524"/>
                    <a:pt x="1" y="1850"/>
                    <a:pt x="1" y="1850"/>
                  </a:cubicBezTo>
                  <a:lnTo>
                    <a:pt x="936" y="2263"/>
                  </a:lnTo>
                  <a:lnTo>
                    <a:pt x="2285" y="1763"/>
                  </a:lnTo>
                  <a:cubicBezTo>
                    <a:pt x="2285" y="1763"/>
                    <a:pt x="2068" y="1524"/>
                    <a:pt x="1959" y="1263"/>
                  </a:cubicBezTo>
                  <a:cubicBezTo>
                    <a:pt x="1850" y="1001"/>
                    <a:pt x="1872" y="1"/>
                    <a:pt x="1872"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4" name="Google Shape;854;g39181ba8852_1_1848"/>
            <p:cNvSpPr/>
            <p:nvPr/>
          </p:nvSpPr>
          <p:spPr>
            <a:xfrm>
              <a:off x="6653500" y="2618950"/>
              <a:ext cx="49525" cy="47900"/>
            </a:xfrm>
            <a:custGeom>
              <a:rect b="b" l="l" r="r" t="t"/>
              <a:pathLst>
                <a:path extrusionOk="0" h="1916" w="1981">
                  <a:moveTo>
                    <a:pt x="719" y="1"/>
                  </a:moveTo>
                  <a:cubicBezTo>
                    <a:pt x="719" y="1"/>
                    <a:pt x="719" y="1001"/>
                    <a:pt x="632" y="1263"/>
                  </a:cubicBezTo>
                  <a:cubicBezTo>
                    <a:pt x="523" y="1524"/>
                    <a:pt x="1" y="1915"/>
                    <a:pt x="1" y="1915"/>
                  </a:cubicBezTo>
                  <a:lnTo>
                    <a:pt x="1981" y="501"/>
                  </a:lnTo>
                  <a:cubicBezTo>
                    <a:pt x="1981" y="218"/>
                    <a:pt x="1981" y="1"/>
                    <a:pt x="1981"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5" name="Google Shape;855;g39181ba8852_1_1848"/>
            <p:cNvSpPr/>
            <p:nvPr/>
          </p:nvSpPr>
          <p:spPr>
            <a:xfrm>
              <a:off x="6638825" y="2559100"/>
              <a:ext cx="69100" cy="86550"/>
            </a:xfrm>
            <a:custGeom>
              <a:rect b="b" l="l" r="r" t="t"/>
              <a:pathLst>
                <a:path extrusionOk="0" h="3462" w="2764">
                  <a:moveTo>
                    <a:pt x="1364" y="1"/>
                  </a:moveTo>
                  <a:cubicBezTo>
                    <a:pt x="1352" y="1"/>
                    <a:pt x="1340" y="1"/>
                    <a:pt x="1328" y="1"/>
                  </a:cubicBezTo>
                  <a:cubicBezTo>
                    <a:pt x="588" y="23"/>
                    <a:pt x="0" y="697"/>
                    <a:pt x="131" y="1677"/>
                  </a:cubicBezTo>
                  <a:cubicBezTo>
                    <a:pt x="238" y="2664"/>
                    <a:pt x="918" y="3461"/>
                    <a:pt x="1416" y="3461"/>
                  </a:cubicBezTo>
                  <a:cubicBezTo>
                    <a:pt x="1423" y="3461"/>
                    <a:pt x="1430" y="3461"/>
                    <a:pt x="1436" y="3461"/>
                  </a:cubicBezTo>
                  <a:cubicBezTo>
                    <a:pt x="1937" y="3439"/>
                    <a:pt x="2764" y="2612"/>
                    <a:pt x="2742" y="1633"/>
                  </a:cubicBezTo>
                  <a:cubicBezTo>
                    <a:pt x="2720" y="648"/>
                    <a:pt x="2109" y="1"/>
                    <a:pt x="1364"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6" name="Google Shape;856;g39181ba8852_1_1848"/>
            <p:cNvSpPr/>
            <p:nvPr/>
          </p:nvSpPr>
          <p:spPr>
            <a:xfrm>
              <a:off x="6650250" y="2556750"/>
              <a:ext cx="72900" cy="61675"/>
            </a:xfrm>
            <a:custGeom>
              <a:rect b="b" l="l" r="r" t="t"/>
              <a:pathLst>
                <a:path extrusionOk="0" h="2467" w="2916">
                  <a:moveTo>
                    <a:pt x="867" y="1"/>
                  </a:moveTo>
                  <a:cubicBezTo>
                    <a:pt x="350" y="1"/>
                    <a:pt x="0" y="345"/>
                    <a:pt x="0" y="400"/>
                  </a:cubicBezTo>
                  <a:cubicBezTo>
                    <a:pt x="22" y="487"/>
                    <a:pt x="196" y="791"/>
                    <a:pt x="283" y="900"/>
                  </a:cubicBezTo>
                  <a:cubicBezTo>
                    <a:pt x="407" y="1112"/>
                    <a:pt x="630" y="1223"/>
                    <a:pt x="1023" y="1223"/>
                  </a:cubicBezTo>
                  <a:cubicBezTo>
                    <a:pt x="1115" y="1223"/>
                    <a:pt x="1216" y="1217"/>
                    <a:pt x="1328" y="1205"/>
                  </a:cubicBezTo>
                  <a:cubicBezTo>
                    <a:pt x="1344" y="1203"/>
                    <a:pt x="1361" y="1202"/>
                    <a:pt x="1377" y="1202"/>
                  </a:cubicBezTo>
                  <a:cubicBezTo>
                    <a:pt x="1790" y="1202"/>
                    <a:pt x="2134" y="1714"/>
                    <a:pt x="2176" y="1923"/>
                  </a:cubicBezTo>
                  <a:cubicBezTo>
                    <a:pt x="2198" y="2010"/>
                    <a:pt x="2176" y="2467"/>
                    <a:pt x="2176" y="2467"/>
                  </a:cubicBezTo>
                  <a:cubicBezTo>
                    <a:pt x="2176" y="2467"/>
                    <a:pt x="2916" y="1422"/>
                    <a:pt x="1893" y="465"/>
                  </a:cubicBezTo>
                  <a:cubicBezTo>
                    <a:pt x="1519" y="115"/>
                    <a:pt x="1166" y="1"/>
                    <a:pt x="86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7" name="Google Shape;857;g39181ba8852_1_1848"/>
            <p:cNvSpPr/>
            <p:nvPr/>
          </p:nvSpPr>
          <p:spPr>
            <a:xfrm>
              <a:off x="6634475" y="2564200"/>
              <a:ext cx="30375" cy="34650"/>
            </a:xfrm>
            <a:custGeom>
              <a:rect b="b" l="l" r="r" t="t"/>
              <a:pathLst>
                <a:path extrusionOk="0" h="1386" w="1215">
                  <a:moveTo>
                    <a:pt x="957" y="0"/>
                  </a:moveTo>
                  <a:cubicBezTo>
                    <a:pt x="882" y="0"/>
                    <a:pt x="777" y="29"/>
                    <a:pt x="631" y="102"/>
                  </a:cubicBezTo>
                  <a:cubicBezTo>
                    <a:pt x="0" y="450"/>
                    <a:pt x="240" y="1386"/>
                    <a:pt x="240" y="1386"/>
                  </a:cubicBezTo>
                  <a:cubicBezTo>
                    <a:pt x="240" y="1386"/>
                    <a:pt x="522" y="1037"/>
                    <a:pt x="849" y="885"/>
                  </a:cubicBezTo>
                  <a:cubicBezTo>
                    <a:pt x="1175" y="755"/>
                    <a:pt x="1110" y="341"/>
                    <a:pt x="1110" y="341"/>
                  </a:cubicBezTo>
                  <a:cubicBezTo>
                    <a:pt x="1110" y="341"/>
                    <a:pt x="1215" y="0"/>
                    <a:pt x="95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8" name="Google Shape;858;g39181ba8852_1_1848"/>
            <p:cNvSpPr/>
            <p:nvPr/>
          </p:nvSpPr>
          <p:spPr>
            <a:xfrm>
              <a:off x="6619250" y="2701100"/>
              <a:ext cx="115875" cy="153400"/>
            </a:xfrm>
            <a:custGeom>
              <a:rect b="b" l="l" r="r" t="t"/>
              <a:pathLst>
                <a:path extrusionOk="0" h="6136" w="4635">
                  <a:moveTo>
                    <a:pt x="239" y="0"/>
                  </a:moveTo>
                  <a:lnTo>
                    <a:pt x="239" y="0"/>
                  </a:lnTo>
                  <a:cubicBezTo>
                    <a:pt x="44" y="631"/>
                    <a:pt x="0" y="1284"/>
                    <a:pt x="588" y="1784"/>
                  </a:cubicBezTo>
                  <a:cubicBezTo>
                    <a:pt x="762" y="1937"/>
                    <a:pt x="914" y="3699"/>
                    <a:pt x="914" y="4526"/>
                  </a:cubicBezTo>
                  <a:cubicBezTo>
                    <a:pt x="914" y="4852"/>
                    <a:pt x="849" y="5396"/>
                    <a:pt x="609" y="6027"/>
                  </a:cubicBezTo>
                  <a:cubicBezTo>
                    <a:pt x="1110" y="6027"/>
                    <a:pt x="1501" y="6092"/>
                    <a:pt x="1937" y="6136"/>
                  </a:cubicBezTo>
                  <a:cubicBezTo>
                    <a:pt x="1937" y="6136"/>
                    <a:pt x="1784" y="5548"/>
                    <a:pt x="1784" y="5244"/>
                  </a:cubicBezTo>
                  <a:cubicBezTo>
                    <a:pt x="1784" y="4635"/>
                    <a:pt x="2416" y="4564"/>
                    <a:pt x="3057" y="4564"/>
                  </a:cubicBezTo>
                  <a:cubicBezTo>
                    <a:pt x="3253" y="4564"/>
                    <a:pt x="3449" y="4570"/>
                    <a:pt x="3629" y="4570"/>
                  </a:cubicBezTo>
                  <a:cubicBezTo>
                    <a:pt x="3998" y="4570"/>
                    <a:pt x="4296" y="4542"/>
                    <a:pt x="4373" y="4373"/>
                  </a:cubicBezTo>
                  <a:cubicBezTo>
                    <a:pt x="4635" y="3873"/>
                    <a:pt x="3460" y="2655"/>
                    <a:pt x="3590" y="2480"/>
                  </a:cubicBezTo>
                  <a:cubicBezTo>
                    <a:pt x="3721" y="2306"/>
                    <a:pt x="3590" y="2111"/>
                    <a:pt x="3394" y="2002"/>
                  </a:cubicBezTo>
                  <a:cubicBezTo>
                    <a:pt x="3177" y="1915"/>
                    <a:pt x="2720" y="1958"/>
                    <a:pt x="1632" y="1893"/>
                  </a:cubicBezTo>
                  <a:cubicBezTo>
                    <a:pt x="544" y="1828"/>
                    <a:pt x="392" y="1284"/>
                    <a:pt x="239" y="1044"/>
                  </a:cubicBezTo>
                  <a:cubicBezTo>
                    <a:pt x="87" y="827"/>
                    <a:pt x="239" y="44"/>
                    <a:pt x="239"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59" name="Google Shape;859;g39181ba8852_1_1848"/>
            <p:cNvSpPr/>
            <p:nvPr/>
          </p:nvSpPr>
          <p:spPr>
            <a:xfrm>
              <a:off x="6664925" y="2667375"/>
              <a:ext cx="14725" cy="8175"/>
            </a:xfrm>
            <a:custGeom>
              <a:rect b="b" l="l" r="r" t="t"/>
              <a:pathLst>
                <a:path extrusionOk="0" h="327" w="589">
                  <a:moveTo>
                    <a:pt x="479" y="0"/>
                  </a:moveTo>
                  <a:lnTo>
                    <a:pt x="1" y="87"/>
                  </a:lnTo>
                  <a:lnTo>
                    <a:pt x="588" y="326"/>
                  </a:lnTo>
                  <a:lnTo>
                    <a:pt x="479"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0" name="Google Shape;860;g39181ba8852_1_1848"/>
            <p:cNvSpPr/>
            <p:nvPr/>
          </p:nvSpPr>
          <p:spPr>
            <a:xfrm>
              <a:off x="6679625" y="2667375"/>
              <a:ext cx="11975" cy="8175"/>
            </a:xfrm>
            <a:custGeom>
              <a:rect b="b" l="l" r="r" t="t"/>
              <a:pathLst>
                <a:path extrusionOk="0" h="327" w="479">
                  <a:moveTo>
                    <a:pt x="131" y="0"/>
                  </a:moveTo>
                  <a:lnTo>
                    <a:pt x="0" y="326"/>
                  </a:lnTo>
                  <a:lnTo>
                    <a:pt x="479" y="174"/>
                  </a:lnTo>
                  <a:lnTo>
                    <a:pt x="131"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1" name="Google Shape;861;g39181ba8852_1_1848"/>
            <p:cNvSpPr/>
            <p:nvPr/>
          </p:nvSpPr>
          <p:spPr>
            <a:xfrm>
              <a:off x="6621950" y="2851775"/>
              <a:ext cx="140375" cy="190950"/>
            </a:xfrm>
            <a:custGeom>
              <a:rect b="b" l="l" r="r" t="t"/>
              <a:pathLst>
                <a:path extrusionOk="0" h="7638" w="5615">
                  <a:moveTo>
                    <a:pt x="501" y="0"/>
                  </a:moveTo>
                  <a:cubicBezTo>
                    <a:pt x="501" y="0"/>
                    <a:pt x="153" y="588"/>
                    <a:pt x="88" y="1632"/>
                  </a:cubicBezTo>
                  <a:cubicBezTo>
                    <a:pt x="1" y="2698"/>
                    <a:pt x="762" y="7528"/>
                    <a:pt x="762" y="7528"/>
                  </a:cubicBezTo>
                  <a:lnTo>
                    <a:pt x="2851" y="7637"/>
                  </a:lnTo>
                  <a:lnTo>
                    <a:pt x="5614" y="7441"/>
                  </a:lnTo>
                  <a:cubicBezTo>
                    <a:pt x="5614" y="7441"/>
                    <a:pt x="5549" y="3003"/>
                    <a:pt x="5440" y="1697"/>
                  </a:cubicBezTo>
                  <a:cubicBezTo>
                    <a:pt x="5310" y="370"/>
                    <a:pt x="4918" y="44"/>
                    <a:pt x="4918" y="44"/>
                  </a:cubicBezTo>
                  <a:lnTo>
                    <a:pt x="2416" y="131"/>
                  </a:lnTo>
                  <a:lnTo>
                    <a:pt x="501" y="0"/>
                  </a:lnTo>
                  <a:close/>
                </a:path>
              </a:pathLst>
            </a:cu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2" name="Google Shape;862;g39181ba8852_1_1848"/>
            <p:cNvSpPr/>
            <p:nvPr/>
          </p:nvSpPr>
          <p:spPr>
            <a:xfrm>
              <a:off x="6682875" y="2653225"/>
              <a:ext cx="37575" cy="28300"/>
            </a:xfrm>
            <a:custGeom>
              <a:rect b="b" l="l" r="r" t="t"/>
              <a:pathLst>
                <a:path extrusionOk="0" h="1132" w="1503">
                  <a:moveTo>
                    <a:pt x="1110" y="0"/>
                  </a:moveTo>
                  <a:lnTo>
                    <a:pt x="1" y="566"/>
                  </a:lnTo>
                  <a:lnTo>
                    <a:pt x="371" y="1132"/>
                  </a:lnTo>
                  <a:lnTo>
                    <a:pt x="1502" y="544"/>
                  </a:lnTo>
                  <a:lnTo>
                    <a:pt x="1110"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3" name="Google Shape;863;g39181ba8852_1_1848"/>
            <p:cNvSpPr/>
            <p:nvPr/>
          </p:nvSpPr>
          <p:spPr>
            <a:xfrm>
              <a:off x="6649700" y="2655400"/>
              <a:ext cx="27225" cy="25050"/>
            </a:xfrm>
            <a:custGeom>
              <a:rect b="b" l="l" r="r" t="t"/>
              <a:pathLst>
                <a:path extrusionOk="0" h="1002" w="1089">
                  <a:moveTo>
                    <a:pt x="501" y="0"/>
                  </a:moveTo>
                  <a:lnTo>
                    <a:pt x="1" y="457"/>
                  </a:lnTo>
                  <a:lnTo>
                    <a:pt x="653" y="1001"/>
                  </a:lnTo>
                  <a:lnTo>
                    <a:pt x="1088" y="479"/>
                  </a:lnTo>
                  <a:lnTo>
                    <a:pt x="501"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4" name="Google Shape;864;g39181ba8852_1_1848"/>
            <p:cNvSpPr/>
            <p:nvPr/>
          </p:nvSpPr>
          <p:spPr>
            <a:xfrm>
              <a:off x="6621950" y="2851775"/>
              <a:ext cx="82175" cy="190950"/>
            </a:xfrm>
            <a:custGeom>
              <a:rect b="b" l="l" r="r" t="t"/>
              <a:pathLst>
                <a:path extrusionOk="0" h="7638" w="3287">
                  <a:moveTo>
                    <a:pt x="501" y="0"/>
                  </a:moveTo>
                  <a:cubicBezTo>
                    <a:pt x="501" y="0"/>
                    <a:pt x="153" y="588"/>
                    <a:pt x="88" y="1632"/>
                  </a:cubicBezTo>
                  <a:cubicBezTo>
                    <a:pt x="1" y="2698"/>
                    <a:pt x="762" y="7528"/>
                    <a:pt x="762" y="7528"/>
                  </a:cubicBezTo>
                  <a:lnTo>
                    <a:pt x="2851" y="7637"/>
                  </a:lnTo>
                  <a:lnTo>
                    <a:pt x="3286" y="7615"/>
                  </a:lnTo>
                  <a:cubicBezTo>
                    <a:pt x="3286" y="7615"/>
                    <a:pt x="2808" y="7528"/>
                    <a:pt x="2721" y="7071"/>
                  </a:cubicBezTo>
                  <a:cubicBezTo>
                    <a:pt x="2574" y="6189"/>
                    <a:pt x="2427" y="4475"/>
                    <a:pt x="2319" y="4475"/>
                  </a:cubicBezTo>
                  <a:cubicBezTo>
                    <a:pt x="2315" y="4475"/>
                    <a:pt x="2311" y="4478"/>
                    <a:pt x="2307" y="4482"/>
                  </a:cubicBezTo>
                  <a:cubicBezTo>
                    <a:pt x="2155" y="4656"/>
                    <a:pt x="2220" y="5984"/>
                    <a:pt x="1981" y="6245"/>
                  </a:cubicBezTo>
                  <a:cubicBezTo>
                    <a:pt x="1885" y="6349"/>
                    <a:pt x="1772" y="6405"/>
                    <a:pt x="1658" y="6405"/>
                  </a:cubicBezTo>
                  <a:cubicBezTo>
                    <a:pt x="1487" y="6405"/>
                    <a:pt x="1315" y="6279"/>
                    <a:pt x="1198" y="6005"/>
                  </a:cubicBezTo>
                  <a:cubicBezTo>
                    <a:pt x="980" y="5548"/>
                    <a:pt x="436" y="2263"/>
                    <a:pt x="871" y="1110"/>
                  </a:cubicBezTo>
                  <a:cubicBezTo>
                    <a:pt x="1198" y="305"/>
                    <a:pt x="1829" y="109"/>
                    <a:pt x="1829" y="109"/>
                  </a:cubicBezTo>
                  <a:lnTo>
                    <a:pt x="1742" y="87"/>
                  </a:lnTo>
                  <a:lnTo>
                    <a:pt x="50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5" name="Google Shape;865;g39181ba8852_1_1848"/>
            <p:cNvSpPr/>
            <p:nvPr/>
          </p:nvSpPr>
          <p:spPr>
            <a:xfrm>
              <a:off x="6673100" y="2673200"/>
              <a:ext cx="11975" cy="11100"/>
            </a:xfrm>
            <a:custGeom>
              <a:rect b="b" l="l" r="r" t="t"/>
              <a:pathLst>
                <a:path extrusionOk="0" h="444" w="479">
                  <a:moveTo>
                    <a:pt x="231" y="1"/>
                  </a:moveTo>
                  <a:cubicBezTo>
                    <a:pt x="142" y="1"/>
                    <a:pt x="55" y="17"/>
                    <a:pt x="44" y="50"/>
                  </a:cubicBezTo>
                  <a:cubicBezTo>
                    <a:pt x="0" y="93"/>
                    <a:pt x="22" y="355"/>
                    <a:pt x="44" y="398"/>
                  </a:cubicBezTo>
                  <a:cubicBezTo>
                    <a:pt x="71" y="425"/>
                    <a:pt x="156" y="444"/>
                    <a:pt x="227" y="444"/>
                  </a:cubicBezTo>
                  <a:cubicBezTo>
                    <a:pt x="271" y="444"/>
                    <a:pt x="310" y="436"/>
                    <a:pt x="326" y="420"/>
                  </a:cubicBezTo>
                  <a:cubicBezTo>
                    <a:pt x="370" y="355"/>
                    <a:pt x="479" y="115"/>
                    <a:pt x="435" y="50"/>
                  </a:cubicBezTo>
                  <a:cubicBezTo>
                    <a:pt x="414" y="17"/>
                    <a:pt x="321" y="1"/>
                    <a:pt x="231"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6" name="Google Shape;866;g39181ba8852_1_1848"/>
            <p:cNvSpPr/>
            <p:nvPr/>
          </p:nvSpPr>
          <p:spPr>
            <a:xfrm>
              <a:off x="6658400" y="2683150"/>
              <a:ext cx="23950" cy="66925"/>
            </a:xfrm>
            <a:custGeom>
              <a:rect b="b" l="l" r="r" t="t"/>
              <a:pathLst>
                <a:path extrusionOk="0" h="2677" w="958">
                  <a:moveTo>
                    <a:pt x="632" y="0"/>
                  </a:moveTo>
                  <a:lnTo>
                    <a:pt x="1" y="1828"/>
                  </a:lnTo>
                  <a:lnTo>
                    <a:pt x="371" y="2676"/>
                  </a:lnTo>
                  <a:lnTo>
                    <a:pt x="958" y="1915"/>
                  </a:lnTo>
                  <a:lnTo>
                    <a:pt x="914" y="22"/>
                  </a:lnTo>
                  <a:lnTo>
                    <a:pt x="63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7" name="Google Shape;867;g39181ba8852_1_1848"/>
            <p:cNvSpPr/>
            <p:nvPr/>
          </p:nvSpPr>
          <p:spPr>
            <a:xfrm>
              <a:off x="6716600" y="2673025"/>
              <a:ext cx="108275" cy="113075"/>
            </a:xfrm>
            <a:custGeom>
              <a:rect b="b" l="l" r="r" t="t"/>
              <a:pathLst>
                <a:path extrusionOk="0" h="4523" w="4331">
                  <a:moveTo>
                    <a:pt x="878" y="0"/>
                  </a:moveTo>
                  <a:cubicBezTo>
                    <a:pt x="827" y="0"/>
                    <a:pt x="781" y="11"/>
                    <a:pt x="741" y="35"/>
                  </a:cubicBezTo>
                  <a:cubicBezTo>
                    <a:pt x="1" y="514"/>
                    <a:pt x="632" y="1536"/>
                    <a:pt x="1524" y="2668"/>
                  </a:cubicBezTo>
                  <a:cubicBezTo>
                    <a:pt x="2462" y="3818"/>
                    <a:pt x="2954" y="4523"/>
                    <a:pt x="3409" y="4523"/>
                  </a:cubicBezTo>
                  <a:cubicBezTo>
                    <a:pt x="3513" y="4523"/>
                    <a:pt x="3616" y="4486"/>
                    <a:pt x="3721" y="4409"/>
                  </a:cubicBezTo>
                  <a:cubicBezTo>
                    <a:pt x="4331" y="3973"/>
                    <a:pt x="3656" y="3538"/>
                    <a:pt x="2590" y="1711"/>
                  </a:cubicBezTo>
                  <a:cubicBezTo>
                    <a:pt x="2047" y="760"/>
                    <a:pt x="1297" y="0"/>
                    <a:pt x="87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8" name="Google Shape;868;g39181ba8852_1_1848"/>
            <p:cNvSpPr/>
            <p:nvPr/>
          </p:nvSpPr>
          <p:spPr>
            <a:xfrm>
              <a:off x="6626850" y="2697825"/>
              <a:ext cx="81075" cy="107175"/>
            </a:xfrm>
            <a:custGeom>
              <a:rect b="b" l="l" r="r" t="t"/>
              <a:pathLst>
                <a:path extrusionOk="0" h="4287" w="3243">
                  <a:moveTo>
                    <a:pt x="3177" y="1"/>
                  </a:moveTo>
                  <a:lnTo>
                    <a:pt x="1" y="44"/>
                  </a:lnTo>
                  <a:lnTo>
                    <a:pt x="66" y="4287"/>
                  </a:lnTo>
                  <a:lnTo>
                    <a:pt x="3243" y="4243"/>
                  </a:lnTo>
                  <a:lnTo>
                    <a:pt x="3177"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69" name="Google Shape;869;g39181ba8852_1_1848"/>
            <p:cNvSpPr/>
            <p:nvPr/>
          </p:nvSpPr>
          <p:spPr>
            <a:xfrm>
              <a:off x="6626850" y="2698925"/>
              <a:ext cx="81075" cy="106075"/>
            </a:xfrm>
            <a:custGeom>
              <a:rect b="b" l="l" r="r" t="t"/>
              <a:pathLst>
                <a:path extrusionOk="0" h="4243" w="3243">
                  <a:moveTo>
                    <a:pt x="1" y="0"/>
                  </a:moveTo>
                  <a:lnTo>
                    <a:pt x="66" y="4243"/>
                  </a:lnTo>
                  <a:lnTo>
                    <a:pt x="3243" y="4199"/>
                  </a:lnTo>
                  <a:lnTo>
                    <a:pt x="3221" y="3024"/>
                  </a:lnTo>
                  <a:cubicBezTo>
                    <a:pt x="3221" y="3024"/>
                    <a:pt x="1807" y="2829"/>
                    <a:pt x="1263" y="2154"/>
                  </a:cubicBezTo>
                  <a:cubicBezTo>
                    <a:pt x="719" y="1480"/>
                    <a:pt x="523" y="22"/>
                    <a:pt x="523"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0" name="Google Shape;870;g39181ba8852_1_1848"/>
            <p:cNvSpPr/>
            <p:nvPr/>
          </p:nvSpPr>
          <p:spPr>
            <a:xfrm>
              <a:off x="6579525" y="2759525"/>
              <a:ext cx="118075" cy="35575"/>
            </a:xfrm>
            <a:custGeom>
              <a:rect b="b" l="l" r="r" t="t"/>
              <a:pathLst>
                <a:path extrusionOk="0" h="1423" w="4723">
                  <a:moveTo>
                    <a:pt x="3855" y="0"/>
                  </a:moveTo>
                  <a:cubicBezTo>
                    <a:pt x="3289" y="0"/>
                    <a:pt x="2505" y="97"/>
                    <a:pt x="1807" y="122"/>
                  </a:cubicBezTo>
                  <a:cubicBezTo>
                    <a:pt x="545" y="143"/>
                    <a:pt x="1" y="361"/>
                    <a:pt x="175" y="1057"/>
                  </a:cubicBezTo>
                  <a:cubicBezTo>
                    <a:pt x="230" y="1280"/>
                    <a:pt x="491" y="1422"/>
                    <a:pt x="938" y="1422"/>
                  </a:cubicBezTo>
                  <a:cubicBezTo>
                    <a:pt x="1191" y="1422"/>
                    <a:pt x="1503" y="1377"/>
                    <a:pt x="1872" y="1275"/>
                  </a:cubicBezTo>
                  <a:cubicBezTo>
                    <a:pt x="3025" y="949"/>
                    <a:pt x="4722" y="535"/>
                    <a:pt x="4635" y="231"/>
                  </a:cubicBezTo>
                  <a:cubicBezTo>
                    <a:pt x="4579" y="54"/>
                    <a:pt x="4278" y="0"/>
                    <a:pt x="3855"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1" name="Google Shape;871;g39181ba8852_1_1848"/>
            <p:cNvSpPr/>
            <p:nvPr/>
          </p:nvSpPr>
          <p:spPr>
            <a:xfrm>
              <a:off x="6694850" y="2768550"/>
              <a:ext cx="15250" cy="4900"/>
            </a:xfrm>
            <a:custGeom>
              <a:rect b="b" l="l" r="r" t="t"/>
              <a:pathLst>
                <a:path extrusionOk="0" h="196" w="610">
                  <a:moveTo>
                    <a:pt x="87" y="0"/>
                  </a:moveTo>
                  <a:cubicBezTo>
                    <a:pt x="44" y="0"/>
                    <a:pt x="0" y="44"/>
                    <a:pt x="0" y="87"/>
                  </a:cubicBezTo>
                  <a:cubicBezTo>
                    <a:pt x="0" y="152"/>
                    <a:pt x="44" y="196"/>
                    <a:pt x="87" y="196"/>
                  </a:cubicBezTo>
                  <a:lnTo>
                    <a:pt x="523" y="196"/>
                  </a:lnTo>
                  <a:cubicBezTo>
                    <a:pt x="566" y="196"/>
                    <a:pt x="610" y="152"/>
                    <a:pt x="610" y="109"/>
                  </a:cubicBezTo>
                  <a:cubicBezTo>
                    <a:pt x="610" y="44"/>
                    <a:pt x="566" y="0"/>
                    <a:pt x="523"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2" name="Google Shape;872;g39181ba8852_1_1848"/>
            <p:cNvSpPr/>
            <p:nvPr/>
          </p:nvSpPr>
          <p:spPr>
            <a:xfrm>
              <a:off x="6695400" y="2763650"/>
              <a:ext cx="15250" cy="5450"/>
            </a:xfrm>
            <a:custGeom>
              <a:rect b="b" l="l" r="r" t="t"/>
              <a:pathLst>
                <a:path extrusionOk="0" h="218" w="610">
                  <a:moveTo>
                    <a:pt x="87" y="0"/>
                  </a:moveTo>
                  <a:cubicBezTo>
                    <a:pt x="44" y="0"/>
                    <a:pt x="0" y="44"/>
                    <a:pt x="0" y="109"/>
                  </a:cubicBezTo>
                  <a:cubicBezTo>
                    <a:pt x="0" y="153"/>
                    <a:pt x="44" y="196"/>
                    <a:pt x="87" y="196"/>
                  </a:cubicBezTo>
                  <a:lnTo>
                    <a:pt x="522" y="218"/>
                  </a:lnTo>
                  <a:cubicBezTo>
                    <a:pt x="566" y="218"/>
                    <a:pt x="609" y="174"/>
                    <a:pt x="609" y="109"/>
                  </a:cubicBezTo>
                  <a:cubicBezTo>
                    <a:pt x="609" y="66"/>
                    <a:pt x="566" y="22"/>
                    <a:pt x="522" y="22"/>
                  </a:cubicBezTo>
                  <a:lnTo>
                    <a:pt x="87"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3" name="Google Shape;873;g39181ba8852_1_1848"/>
            <p:cNvSpPr/>
            <p:nvPr/>
          </p:nvSpPr>
          <p:spPr>
            <a:xfrm>
              <a:off x="6695400" y="2759300"/>
              <a:ext cx="15800" cy="4900"/>
            </a:xfrm>
            <a:custGeom>
              <a:rect b="b" l="l" r="r" t="t"/>
              <a:pathLst>
                <a:path extrusionOk="0" h="196" w="632">
                  <a:moveTo>
                    <a:pt x="109" y="0"/>
                  </a:moveTo>
                  <a:cubicBezTo>
                    <a:pt x="44" y="0"/>
                    <a:pt x="0" y="44"/>
                    <a:pt x="0" y="109"/>
                  </a:cubicBezTo>
                  <a:cubicBezTo>
                    <a:pt x="0" y="152"/>
                    <a:pt x="44" y="196"/>
                    <a:pt x="87" y="196"/>
                  </a:cubicBezTo>
                  <a:lnTo>
                    <a:pt x="522" y="196"/>
                  </a:lnTo>
                  <a:cubicBezTo>
                    <a:pt x="566" y="196"/>
                    <a:pt x="609" y="152"/>
                    <a:pt x="631" y="109"/>
                  </a:cubicBezTo>
                  <a:cubicBezTo>
                    <a:pt x="631" y="44"/>
                    <a:pt x="588" y="0"/>
                    <a:pt x="522"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4" name="Google Shape;874;g39181ba8852_1_1848"/>
            <p:cNvSpPr/>
            <p:nvPr/>
          </p:nvSpPr>
          <p:spPr>
            <a:xfrm>
              <a:off x="6673625" y="2752775"/>
              <a:ext cx="35925" cy="23400"/>
            </a:xfrm>
            <a:custGeom>
              <a:rect b="b" l="l" r="r" t="t"/>
              <a:pathLst>
                <a:path extrusionOk="0" h="936" w="1437">
                  <a:moveTo>
                    <a:pt x="762" y="0"/>
                  </a:moveTo>
                  <a:cubicBezTo>
                    <a:pt x="632" y="22"/>
                    <a:pt x="1" y="305"/>
                    <a:pt x="1" y="305"/>
                  </a:cubicBezTo>
                  <a:lnTo>
                    <a:pt x="284" y="849"/>
                  </a:lnTo>
                  <a:cubicBezTo>
                    <a:pt x="284" y="849"/>
                    <a:pt x="480" y="914"/>
                    <a:pt x="697" y="936"/>
                  </a:cubicBezTo>
                  <a:cubicBezTo>
                    <a:pt x="915" y="936"/>
                    <a:pt x="1372" y="827"/>
                    <a:pt x="1372" y="827"/>
                  </a:cubicBezTo>
                  <a:cubicBezTo>
                    <a:pt x="1372" y="827"/>
                    <a:pt x="1285" y="522"/>
                    <a:pt x="1285" y="392"/>
                  </a:cubicBezTo>
                  <a:cubicBezTo>
                    <a:pt x="1263" y="283"/>
                    <a:pt x="1437" y="109"/>
                    <a:pt x="1437" y="109"/>
                  </a:cubicBezTo>
                  <a:cubicBezTo>
                    <a:pt x="1437" y="109"/>
                    <a:pt x="915" y="0"/>
                    <a:pt x="762"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5" name="Google Shape;875;g39181ba8852_1_1848"/>
            <p:cNvSpPr/>
            <p:nvPr/>
          </p:nvSpPr>
          <p:spPr>
            <a:xfrm>
              <a:off x="6731300" y="2764875"/>
              <a:ext cx="92500" cy="92375"/>
            </a:xfrm>
            <a:custGeom>
              <a:rect b="b" l="l" r="r" t="t"/>
              <a:pathLst>
                <a:path extrusionOk="0" h="3695" w="3700">
                  <a:moveTo>
                    <a:pt x="2961" y="0"/>
                  </a:moveTo>
                  <a:cubicBezTo>
                    <a:pt x="2622" y="0"/>
                    <a:pt x="2031" y="424"/>
                    <a:pt x="1567" y="1148"/>
                  </a:cubicBezTo>
                  <a:cubicBezTo>
                    <a:pt x="936" y="2127"/>
                    <a:pt x="0" y="3520"/>
                    <a:pt x="261" y="3672"/>
                  </a:cubicBezTo>
                  <a:cubicBezTo>
                    <a:pt x="288" y="3687"/>
                    <a:pt x="319" y="3694"/>
                    <a:pt x="352" y="3694"/>
                  </a:cubicBezTo>
                  <a:cubicBezTo>
                    <a:pt x="748" y="3694"/>
                    <a:pt x="1569" y="2674"/>
                    <a:pt x="2372" y="1931"/>
                  </a:cubicBezTo>
                  <a:cubicBezTo>
                    <a:pt x="3242" y="1104"/>
                    <a:pt x="3699" y="430"/>
                    <a:pt x="3112" y="38"/>
                  </a:cubicBezTo>
                  <a:cubicBezTo>
                    <a:pt x="3070" y="13"/>
                    <a:pt x="3020" y="0"/>
                    <a:pt x="2961"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6" name="Google Shape;876;g39181ba8852_1_1848"/>
            <p:cNvSpPr/>
            <p:nvPr/>
          </p:nvSpPr>
          <p:spPr>
            <a:xfrm>
              <a:off x="6716075" y="2854875"/>
              <a:ext cx="15250" cy="8475"/>
            </a:xfrm>
            <a:custGeom>
              <a:rect b="b" l="l" r="r" t="t"/>
              <a:pathLst>
                <a:path extrusionOk="0" h="339" w="610">
                  <a:moveTo>
                    <a:pt x="504" y="1"/>
                  </a:moveTo>
                  <a:cubicBezTo>
                    <a:pt x="495" y="1"/>
                    <a:pt x="487" y="3"/>
                    <a:pt x="479" y="7"/>
                  </a:cubicBezTo>
                  <a:lnTo>
                    <a:pt x="65" y="137"/>
                  </a:lnTo>
                  <a:cubicBezTo>
                    <a:pt x="22" y="159"/>
                    <a:pt x="0" y="224"/>
                    <a:pt x="0" y="268"/>
                  </a:cubicBezTo>
                  <a:cubicBezTo>
                    <a:pt x="18" y="303"/>
                    <a:pt x="65" y="339"/>
                    <a:pt x="105" y="339"/>
                  </a:cubicBezTo>
                  <a:cubicBezTo>
                    <a:pt x="114" y="339"/>
                    <a:pt x="123" y="337"/>
                    <a:pt x="131" y="333"/>
                  </a:cubicBezTo>
                  <a:lnTo>
                    <a:pt x="522" y="202"/>
                  </a:lnTo>
                  <a:cubicBezTo>
                    <a:pt x="587" y="181"/>
                    <a:pt x="609" y="115"/>
                    <a:pt x="587" y="72"/>
                  </a:cubicBezTo>
                  <a:cubicBezTo>
                    <a:pt x="587" y="36"/>
                    <a:pt x="544" y="1"/>
                    <a:pt x="504"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7" name="Google Shape;877;g39181ba8852_1_1848"/>
            <p:cNvSpPr/>
            <p:nvPr/>
          </p:nvSpPr>
          <p:spPr>
            <a:xfrm>
              <a:off x="6713875" y="2850675"/>
              <a:ext cx="15800" cy="8400"/>
            </a:xfrm>
            <a:custGeom>
              <a:rect b="b" l="l" r="r" t="t"/>
              <a:pathLst>
                <a:path extrusionOk="0" h="336" w="632">
                  <a:moveTo>
                    <a:pt x="480" y="1"/>
                  </a:moveTo>
                  <a:lnTo>
                    <a:pt x="88" y="131"/>
                  </a:lnTo>
                  <a:cubicBezTo>
                    <a:pt x="23" y="153"/>
                    <a:pt x="1" y="218"/>
                    <a:pt x="23" y="262"/>
                  </a:cubicBezTo>
                  <a:cubicBezTo>
                    <a:pt x="39" y="311"/>
                    <a:pt x="68" y="335"/>
                    <a:pt x="108" y="335"/>
                  </a:cubicBezTo>
                  <a:cubicBezTo>
                    <a:pt x="122" y="335"/>
                    <a:pt x="137" y="332"/>
                    <a:pt x="153" y="327"/>
                  </a:cubicBezTo>
                  <a:lnTo>
                    <a:pt x="545" y="196"/>
                  </a:lnTo>
                  <a:cubicBezTo>
                    <a:pt x="588" y="175"/>
                    <a:pt x="632" y="131"/>
                    <a:pt x="610" y="66"/>
                  </a:cubicBezTo>
                  <a:cubicBezTo>
                    <a:pt x="588" y="22"/>
                    <a:pt x="545" y="1"/>
                    <a:pt x="48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8" name="Google Shape;878;g39181ba8852_1_1848"/>
            <p:cNvSpPr/>
            <p:nvPr/>
          </p:nvSpPr>
          <p:spPr>
            <a:xfrm>
              <a:off x="6712250" y="2846650"/>
              <a:ext cx="15800" cy="8050"/>
            </a:xfrm>
            <a:custGeom>
              <a:rect b="b" l="l" r="r" t="t"/>
              <a:pathLst>
                <a:path extrusionOk="0" h="322" w="632">
                  <a:moveTo>
                    <a:pt x="527" y="1"/>
                  </a:moveTo>
                  <a:cubicBezTo>
                    <a:pt x="513" y="1"/>
                    <a:pt x="497" y="3"/>
                    <a:pt x="479" y="9"/>
                  </a:cubicBezTo>
                  <a:lnTo>
                    <a:pt x="88" y="140"/>
                  </a:lnTo>
                  <a:cubicBezTo>
                    <a:pt x="44" y="140"/>
                    <a:pt x="1" y="205"/>
                    <a:pt x="22" y="249"/>
                  </a:cubicBezTo>
                  <a:cubicBezTo>
                    <a:pt x="39" y="298"/>
                    <a:pt x="67" y="322"/>
                    <a:pt x="108" y="322"/>
                  </a:cubicBezTo>
                  <a:cubicBezTo>
                    <a:pt x="122" y="322"/>
                    <a:pt x="137" y="319"/>
                    <a:pt x="153" y="314"/>
                  </a:cubicBezTo>
                  <a:lnTo>
                    <a:pt x="545" y="183"/>
                  </a:lnTo>
                  <a:cubicBezTo>
                    <a:pt x="610" y="162"/>
                    <a:pt x="632" y="118"/>
                    <a:pt x="610" y="53"/>
                  </a:cubicBezTo>
                  <a:cubicBezTo>
                    <a:pt x="594" y="21"/>
                    <a:pt x="566" y="1"/>
                    <a:pt x="52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79" name="Google Shape;879;g39181ba8852_1_1848"/>
            <p:cNvSpPr/>
            <p:nvPr/>
          </p:nvSpPr>
          <p:spPr>
            <a:xfrm>
              <a:off x="6711175" y="2842300"/>
              <a:ext cx="15800" cy="8400"/>
            </a:xfrm>
            <a:custGeom>
              <a:rect b="b" l="l" r="r" t="t"/>
              <a:pathLst>
                <a:path extrusionOk="0" h="336" w="632">
                  <a:moveTo>
                    <a:pt x="524" y="1"/>
                  </a:moveTo>
                  <a:cubicBezTo>
                    <a:pt x="510" y="1"/>
                    <a:pt x="495" y="4"/>
                    <a:pt x="479" y="9"/>
                  </a:cubicBezTo>
                  <a:lnTo>
                    <a:pt x="87" y="140"/>
                  </a:lnTo>
                  <a:cubicBezTo>
                    <a:pt x="22" y="161"/>
                    <a:pt x="0" y="205"/>
                    <a:pt x="22" y="270"/>
                  </a:cubicBezTo>
                  <a:cubicBezTo>
                    <a:pt x="44" y="314"/>
                    <a:pt x="87" y="336"/>
                    <a:pt x="153" y="336"/>
                  </a:cubicBezTo>
                  <a:lnTo>
                    <a:pt x="544" y="183"/>
                  </a:lnTo>
                  <a:cubicBezTo>
                    <a:pt x="588" y="183"/>
                    <a:pt x="631" y="118"/>
                    <a:pt x="609" y="74"/>
                  </a:cubicBezTo>
                  <a:cubicBezTo>
                    <a:pt x="593" y="25"/>
                    <a:pt x="565" y="1"/>
                    <a:pt x="524"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0" name="Google Shape;880;g39181ba8852_1_1848"/>
            <p:cNvSpPr/>
            <p:nvPr/>
          </p:nvSpPr>
          <p:spPr>
            <a:xfrm>
              <a:off x="6712250" y="2839100"/>
              <a:ext cx="34300" cy="24100"/>
            </a:xfrm>
            <a:custGeom>
              <a:rect b="b" l="l" r="r" t="t"/>
              <a:pathLst>
                <a:path extrusionOk="0" h="964" w="1372">
                  <a:moveTo>
                    <a:pt x="737" y="1"/>
                  </a:moveTo>
                  <a:cubicBezTo>
                    <a:pt x="681" y="1"/>
                    <a:pt x="636" y="2"/>
                    <a:pt x="610" y="7"/>
                  </a:cubicBezTo>
                  <a:cubicBezTo>
                    <a:pt x="479" y="28"/>
                    <a:pt x="1" y="289"/>
                    <a:pt x="1" y="289"/>
                  </a:cubicBezTo>
                  <a:cubicBezTo>
                    <a:pt x="1" y="289"/>
                    <a:pt x="218" y="398"/>
                    <a:pt x="240" y="529"/>
                  </a:cubicBezTo>
                  <a:cubicBezTo>
                    <a:pt x="262" y="638"/>
                    <a:pt x="284" y="964"/>
                    <a:pt x="284" y="964"/>
                  </a:cubicBezTo>
                  <a:cubicBezTo>
                    <a:pt x="284" y="964"/>
                    <a:pt x="697" y="899"/>
                    <a:pt x="915" y="833"/>
                  </a:cubicBezTo>
                  <a:cubicBezTo>
                    <a:pt x="1219" y="725"/>
                    <a:pt x="1371" y="616"/>
                    <a:pt x="1371" y="616"/>
                  </a:cubicBezTo>
                  <a:lnTo>
                    <a:pt x="1350" y="28"/>
                  </a:lnTo>
                  <a:cubicBezTo>
                    <a:pt x="1350" y="28"/>
                    <a:pt x="960" y="1"/>
                    <a:pt x="73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881" name="Google Shape;881;g39181ba8852_1_1848"/>
          <p:cNvGrpSpPr/>
          <p:nvPr/>
        </p:nvGrpSpPr>
        <p:grpSpPr>
          <a:xfrm>
            <a:off x="11232003" y="2992225"/>
            <a:ext cx="1596532" cy="3769370"/>
            <a:chOff x="-87625" y="2244225"/>
            <a:chExt cx="1197429" cy="2827098"/>
          </a:xfrm>
        </p:grpSpPr>
        <p:sp>
          <p:nvSpPr>
            <p:cNvPr id="882" name="Google Shape;882;g39181ba8852_1_1848"/>
            <p:cNvSpPr/>
            <p:nvPr/>
          </p:nvSpPr>
          <p:spPr>
            <a:xfrm>
              <a:off x="-48814" y="2669176"/>
              <a:ext cx="295773" cy="456726"/>
            </a:xfrm>
            <a:custGeom>
              <a:rect b="b" l="l" r="r" t="t"/>
              <a:pathLst>
                <a:path extrusionOk="0" h="4872" w="3155">
                  <a:moveTo>
                    <a:pt x="718" y="0"/>
                  </a:moveTo>
                  <a:lnTo>
                    <a:pt x="0" y="348"/>
                  </a:lnTo>
                  <a:cubicBezTo>
                    <a:pt x="0" y="348"/>
                    <a:pt x="631" y="2437"/>
                    <a:pt x="914" y="3112"/>
                  </a:cubicBezTo>
                  <a:cubicBezTo>
                    <a:pt x="1183" y="3728"/>
                    <a:pt x="1725" y="4871"/>
                    <a:pt x="2283" y="4871"/>
                  </a:cubicBezTo>
                  <a:cubicBezTo>
                    <a:pt x="2356" y="4871"/>
                    <a:pt x="2429" y="4852"/>
                    <a:pt x="2502" y="4809"/>
                  </a:cubicBezTo>
                  <a:cubicBezTo>
                    <a:pt x="3155" y="4417"/>
                    <a:pt x="2959" y="3590"/>
                    <a:pt x="2872" y="3395"/>
                  </a:cubicBezTo>
                  <a:cubicBezTo>
                    <a:pt x="1958" y="1545"/>
                    <a:pt x="718" y="0"/>
                    <a:pt x="718"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3" name="Google Shape;883;g39181ba8852_1_1848"/>
            <p:cNvSpPr/>
            <p:nvPr/>
          </p:nvSpPr>
          <p:spPr>
            <a:xfrm>
              <a:off x="775218" y="4908769"/>
              <a:ext cx="195932" cy="162554"/>
            </a:xfrm>
            <a:custGeom>
              <a:rect b="b" l="l" r="r" t="t"/>
              <a:pathLst>
                <a:path extrusionOk="0" h="1734" w="2090">
                  <a:moveTo>
                    <a:pt x="1850" y="1"/>
                  </a:moveTo>
                  <a:lnTo>
                    <a:pt x="457" y="327"/>
                  </a:lnTo>
                  <a:cubicBezTo>
                    <a:pt x="457" y="327"/>
                    <a:pt x="0" y="1176"/>
                    <a:pt x="66" y="1371"/>
                  </a:cubicBezTo>
                  <a:cubicBezTo>
                    <a:pt x="104" y="1449"/>
                    <a:pt x="385" y="1733"/>
                    <a:pt x="783" y="1733"/>
                  </a:cubicBezTo>
                  <a:cubicBezTo>
                    <a:pt x="833" y="1733"/>
                    <a:pt x="883" y="1729"/>
                    <a:pt x="936" y="1720"/>
                  </a:cubicBezTo>
                  <a:cubicBezTo>
                    <a:pt x="1284" y="1676"/>
                    <a:pt x="1806" y="1219"/>
                    <a:pt x="1893" y="1197"/>
                  </a:cubicBezTo>
                  <a:cubicBezTo>
                    <a:pt x="2089" y="1132"/>
                    <a:pt x="1850" y="1"/>
                    <a:pt x="185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4" name="Google Shape;884;g39181ba8852_1_1848"/>
            <p:cNvSpPr/>
            <p:nvPr/>
          </p:nvSpPr>
          <p:spPr>
            <a:xfrm>
              <a:off x="106149" y="2716611"/>
              <a:ext cx="465175" cy="401416"/>
            </a:xfrm>
            <a:custGeom>
              <a:rect b="b" l="l" r="r" t="t"/>
              <a:pathLst>
                <a:path extrusionOk="0" h="4282" w="4962">
                  <a:moveTo>
                    <a:pt x="3824" y="1"/>
                  </a:moveTo>
                  <a:cubicBezTo>
                    <a:pt x="3406" y="1"/>
                    <a:pt x="3018" y="279"/>
                    <a:pt x="2720" y="517"/>
                  </a:cubicBezTo>
                  <a:cubicBezTo>
                    <a:pt x="2285" y="865"/>
                    <a:pt x="218" y="2997"/>
                    <a:pt x="109" y="3302"/>
                  </a:cubicBezTo>
                  <a:cubicBezTo>
                    <a:pt x="1" y="3585"/>
                    <a:pt x="697" y="4281"/>
                    <a:pt x="915" y="4281"/>
                  </a:cubicBezTo>
                  <a:cubicBezTo>
                    <a:pt x="1132" y="4281"/>
                    <a:pt x="3895" y="2192"/>
                    <a:pt x="4331" y="1692"/>
                  </a:cubicBezTo>
                  <a:cubicBezTo>
                    <a:pt x="4766" y="1191"/>
                    <a:pt x="4962" y="626"/>
                    <a:pt x="4418" y="212"/>
                  </a:cubicBezTo>
                  <a:cubicBezTo>
                    <a:pt x="4218" y="61"/>
                    <a:pt x="4018" y="1"/>
                    <a:pt x="3824"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5" name="Google Shape;885;g39181ba8852_1_1848"/>
            <p:cNvSpPr/>
            <p:nvPr/>
          </p:nvSpPr>
          <p:spPr>
            <a:xfrm>
              <a:off x="183678" y="2715768"/>
              <a:ext cx="357084" cy="347138"/>
            </a:xfrm>
            <a:custGeom>
              <a:rect b="b" l="l" r="r" t="t"/>
              <a:pathLst>
                <a:path extrusionOk="0" h="3703" w="3809">
                  <a:moveTo>
                    <a:pt x="2942" y="0"/>
                  </a:moveTo>
                  <a:cubicBezTo>
                    <a:pt x="2647" y="0"/>
                    <a:pt x="2084" y="117"/>
                    <a:pt x="1415" y="787"/>
                  </a:cubicBezTo>
                  <a:cubicBezTo>
                    <a:pt x="914" y="1266"/>
                    <a:pt x="0" y="2245"/>
                    <a:pt x="0" y="2245"/>
                  </a:cubicBezTo>
                  <a:cubicBezTo>
                    <a:pt x="0" y="2245"/>
                    <a:pt x="175" y="2723"/>
                    <a:pt x="631" y="3137"/>
                  </a:cubicBezTo>
                  <a:cubicBezTo>
                    <a:pt x="1154" y="3616"/>
                    <a:pt x="1654" y="3703"/>
                    <a:pt x="1654" y="3703"/>
                  </a:cubicBezTo>
                  <a:cubicBezTo>
                    <a:pt x="1654" y="3703"/>
                    <a:pt x="3612" y="1723"/>
                    <a:pt x="3765" y="1179"/>
                  </a:cubicBezTo>
                  <a:cubicBezTo>
                    <a:pt x="3808" y="1026"/>
                    <a:pt x="3743" y="47"/>
                    <a:pt x="3025" y="4"/>
                  </a:cubicBezTo>
                  <a:cubicBezTo>
                    <a:pt x="3000" y="2"/>
                    <a:pt x="2972" y="0"/>
                    <a:pt x="2942"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6" name="Google Shape;886;g39181ba8852_1_1848"/>
            <p:cNvSpPr/>
            <p:nvPr/>
          </p:nvSpPr>
          <p:spPr>
            <a:xfrm>
              <a:off x="320360" y="2473340"/>
              <a:ext cx="540642" cy="1187187"/>
            </a:xfrm>
            <a:custGeom>
              <a:rect b="b" l="l" r="r" t="t"/>
              <a:pathLst>
                <a:path extrusionOk="0" h="12664" w="5767">
                  <a:moveTo>
                    <a:pt x="3395" y="1"/>
                  </a:moveTo>
                  <a:lnTo>
                    <a:pt x="1806" y="588"/>
                  </a:lnTo>
                  <a:cubicBezTo>
                    <a:pt x="1806" y="588"/>
                    <a:pt x="1676" y="2285"/>
                    <a:pt x="1654" y="2394"/>
                  </a:cubicBezTo>
                  <a:cubicBezTo>
                    <a:pt x="1632" y="2524"/>
                    <a:pt x="566" y="2851"/>
                    <a:pt x="392" y="3090"/>
                  </a:cubicBezTo>
                  <a:cubicBezTo>
                    <a:pt x="283" y="3221"/>
                    <a:pt x="305" y="3525"/>
                    <a:pt x="261" y="3721"/>
                  </a:cubicBezTo>
                  <a:cubicBezTo>
                    <a:pt x="240" y="3917"/>
                    <a:pt x="0" y="4635"/>
                    <a:pt x="174" y="5527"/>
                  </a:cubicBezTo>
                  <a:cubicBezTo>
                    <a:pt x="196" y="5658"/>
                    <a:pt x="348" y="7725"/>
                    <a:pt x="348" y="8312"/>
                  </a:cubicBezTo>
                  <a:cubicBezTo>
                    <a:pt x="348" y="8900"/>
                    <a:pt x="174" y="11228"/>
                    <a:pt x="348" y="11511"/>
                  </a:cubicBezTo>
                  <a:cubicBezTo>
                    <a:pt x="522" y="11815"/>
                    <a:pt x="1436" y="12664"/>
                    <a:pt x="1545" y="12664"/>
                  </a:cubicBezTo>
                  <a:cubicBezTo>
                    <a:pt x="1654" y="12664"/>
                    <a:pt x="4482" y="11554"/>
                    <a:pt x="4352" y="10662"/>
                  </a:cubicBezTo>
                  <a:cubicBezTo>
                    <a:pt x="4200" y="9770"/>
                    <a:pt x="3764" y="8334"/>
                    <a:pt x="3982" y="7420"/>
                  </a:cubicBezTo>
                  <a:cubicBezTo>
                    <a:pt x="4178" y="6506"/>
                    <a:pt x="5766" y="3721"/>
                    <a:pt x="5483" y="3090"/>
                  </a:cubicBezTo>
                  <a:cubicBezTo>
                    <a:pt x="5244" y="2590"/>
                    <a:pt x="3960" y="2329"/>
                    <a:pt x="3612" y="2046"/>
                  </a:cubicBezTo>
                  <a:cubicBezTo>
                    <a:pt x="3482" y="1959"/>
                    <a:pt x="3395" y="1"/>
                    <a:pt x="339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7" name="Google Shape;887;g39181ba8852_1_1848"/>
            <p:cNvSpPr/>
            <p:nvPr/>
          </p:nvSpPr>
          <p:spPr>
            <a:xfrm>
              <a:off x="324391" y="2665051"/>
              <a:ext cx="524330" cy="757178"/>
            </a:xfrm>
            <a:custGeom>
              <a:rect b="b" l="l" r="r" t="t"/>
              <a:pathLst>
                <a:path extrusionOk="0" h="8077" w="5593">
                  <a:moveTo>
                    <a:pt x="3569" y="1"/>
                  </a:moveTo>
                  <a:lnTo>
                    <a:pt x="1850" y="1023"/>
                  </a:lnTo>
                  <a:lnTo>
                    <a:pt x="1611" y="349"/>
                  </a:lnTo>
                  <a:cubicBezTo>
                    <a:pt x="1611" y="349"/>
                    <a:pt x="479" y="719"/>
                    <a:pt x="349" y="958"/>
                  </a:cubicBezTo>
                  <a:cubicBezTo>
                    <a:pt x="197" y="1197"/>
                    <a:pt x="131" y="1807"/>
                    <a:pt x="88" y="2003"/>
                  </a:cubicBezTo>
                  <a:cubicBezTo>
                    <a:pt x="23" y="2198"/>
                    <a:pt x="1" y="3112"/>
                    <a:pt x="88" y="3895"/>
                  </a:cubicBezTo>
                  <a:cubicBezTo>
                    <a:pt x="131" y="4352"/>
                    <a:pt x="110" y="4962"/>
                    <a:pt x="197" y="5723"/>
                  </a:cubicBezTo>
                  <a:cubicBezTo>
                    <a:pt x="262" y="6398"/>
                    <a:pt x="175" y="8073"/>
                    <a:pt x="175" y="8073"/>
                  </a:cubicBezTo>
                  <a:cubicBezTo>
                    <a:pt x="175" y="8073"/>
                    <a:pt x="279" y="8077"/>
                    <a:pt x="467" y="8077"/>
                  </a:cubicBezTo>
                  <a:cubicBezTo>
                    <a:pt x="749" y="8077"/>
                    <a:pt x="1219" y="8069"/>
                    <a:pt x="1807" y="8030"/>
                  </a:cubicBezTo>
                  <a:cubicBezTo>
                    <a:pt x="2960" y="7986"/>
                    <a:pt x="4113" y="7812"/>
                    <a:pt x="4157" y="7768"/>
                  </a:cubicBezTo>
                  <a:cubicBezTo>
                    <a:pt x="4374" y="7573"/>
                    <a:pt x="4070" y="5810"/>
                    <a:pt x="4113" y="5614"/>
                  </a:cubicBezTo>
                  <a:cubicBezTo>
                    <a:pt x="4157" y="5419"/>
                    <a:pt x="5549" y="2024"/>
                    <a:pt x="5571" y="1567"/>
                  </a:cubicBezTo>
                  <a:cubicBezTo>
                    <a:pt x="5593" y="1132"/>
                    <a:pt x="5419" y="828"/>
                    <a:pt x="5070" y="654"/>
                  </a:cubicBezTo>
                  <a:cubicBezTo>
                    <a:pt x="4744" y="479"/>
                    <a:pt x="3569" y="1"/>
                    <a:pt x="356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8" name="Google Shape;888;g39181ba8852_1_1848"/>
            <p:cNvSpPr/>
            <p:nvPr/>
          </p:nvSpPr>
          <p:spPr>
            <a:xfrm>
              <a:off x="338734" y="2720174"/>
              <a:ext cx="544673" cy="683401"/>
            </a:xfrm>
            <a:custGeom>
              <a:rect b="b" l="l" r="r" t="t"/>
              <a:pathLst>
                <a:path extrusionOk="0" h="7290" w="5810">
                  <a:moveTo>
                    <a:pt x="4700" y="0"/>
                  </a:moveTo>
                  <a:lnTo>
                    <a:pt x="4700" y="0"/>
                  </a:lnTo>
                  <a:cubicBezTo>
                    <a:pt x="4700" y="0"/>
                    <a:pt x="5809" y="610"/>
                    <a:pt x="4722" y="1480"/>
                  </a:cubicBezTo>
                  <a:cubicBezTo>
                    <a:pt x="4243" y="1850"/>
                    <a:pt x="1958" y="2415"/>
                    <a:pt x="1523" y="2546"/>
                  </a:cubicBezTo>
                  <a:cubicBezTo>
                    <a:pt x="0" y="3025"/>
                    <a:pt x="2372" y="6419"/>
                    <a:pt x="2546" y="6680"/>
                  </a:cubicBezTo>
                  <a:cubicBezTo>
                    <a:pt x="2720" y="6941"/>
                    <a:pt x="2720" y="7289"/>
                    <a:pt x="2720" y="7289"/>
                  </a:cubicBezTo>
                  <a:lnTo>
                    <a:pt x="4199" y="7115"/>
                  </a:lnTo>
                  <a:cubicBezTo>
                    <a:pt x="4208" y="7117"/>
                    <a:pt x="4217" y="7118"/>
                    <a:pt x="4225" y="7118"/>
                  </a:cubicBezTo>
                  <a:cubicBezTo>
                    <a:pt x="4630" y="7118"/>
                    <a:pt x="3963" y="4995"/>
                    <a:pt x="4134" y="4526"/>
                  </a:cubicBezTo>
                  <a:cubicBezTo>
                    <a:pt x="4308" y="4047"/>
                    <a:pt x="5418" y="1349"/>
                    <a:pt x="5418" y="979"/>
                  </a:cubicBezTo>
                  <a:cubicBezTo>
                    <a:pt x="5418" y="196"/>
                    <a:pt x="4700" y="0"/>
                    <a:pt x="4700"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89" name="Google Shape;889;g39181ba8852_1_1848"/>
            <p:cNvSpPr/>
            <p:nvPr/>
          </p:nvSpPr>
          <p:spPr>
            <a:xfrm>
              <a:off x="483479" y="2538588"/>
              <a:ext cx="167433" cy="126556"/>
            </a:xfrm>
            <a:custGeom>
              <a:rect b="b" l="l" r="r" t="t"/>
              <a:pathLst>
                <a:path extrusionOk="0" h="1350" w="1786">
                  <a:moveTo>
                    <a:pt x="1742" y="1"/>
                  </a:moveTo>
                  <a:lnTo>
                    <a:pt x="1" y="632"/>
                  </a:lnTo>
                  <a:lnTo>
                    <a:pt x="1241" y="1350"/>
                  </a:lnTo>
                  <a:lnTo>
                    <a:pt x="1785" y="1023"/>
                  </a:lnTo>
                  <a:lnTo>
                    <a:pt x="1742"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0" name="Google Shape;890;g39181ba8852_1_1848"/>
            <p:cNvSpPr/>
            <p:nvPr/>
          </p:nvSpPr>
          <p:spPr>
            <a:xfrm>
              <a:off x="399857" y="2253131"/>
              <a:ext cx="324460" cy="344325"/>
            </a:xfrm>
            <a:custGeom>
              <a:rect b="b" l="l" r="r" t="t"/>
              <a:pathLst>
                <a:path extrusionOk="0" h="3673" w="3461">
                  <a:moveTo>
                    <a:pt x="1723" y="1"/>
                  </a:moveTo>
                  <a:cubicBezTo>
                    <a:pt x="1240" y="1"/>
                    <a:pt x="765" y="184"/>
                    <a:pt x="523" y="391"/>
                  </a:cubicBezTo>
                  <a:cubicBezTo>
                    <a:pt x="1" y="826"/>
                    <a:pt x="218" y="1610"/>
                    <a:pt x="240" y="1675"/>
                  </a:cubicBezTo>
                  <a:cubicBezTo>
                    <a:pt x="262" y="1740"/>
                    <a:pt x="110" y="2415"/>
                    <a:pt x="110" y="2524"/>
                  </a:cubicBezTo>
                  <a:cubicBezTo>
                    <a:pt x="131" y="2611"/>
                    <a:pt x="218" y="2654"/>
                    <a:pt x="262" y="2654"/>
                  </a:cubicBezTo>
                  <a:cubicBezTo>
                    <a:pt x="305" y="2654"/>
                    <a:pt x="371" y="3590"/>
                    <a:pt x="480" y="3655"/>
                  </a:cubicBezTo>
                  <a:cubicBezTo>
                    <a:pt x="517" y="3668"/>
                    <a:pt x="583" y="3673"/>
                    <a:pt x="665" y="3673"/>
                  </a:cubicBezTo>
                  <a:cubicBezTo>
                    <a:pt x="1007" y="3673"/>
                    <a:pt x="1632" y="3581"/>
                    <a:pt x="1720" y="3546"/>
                  </a:cubicBezTo>
                  <a:cubicBezTo>
                    <a:pt x="2242" y="3350"/>
                    <a:pt x="2503" y="3133"/>
                    <a:pt x="2786" y="2741"/>
                  </a:cubicBezTo>
                  <a:cubicBezTo>
                    <a:pt x="3156" y="2241"/>
                    <a:pt x="3460" y="1414"/>
                    <a:pt x="2873" y="544"/>
                  </a:cubicBezTo>
                  <a:cubicBezTo>
                    <a:pt x="2587" y="145"/>
                    <a:pt x="2151" y="1"/>
                    <a:pt x="1723"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1" name="Google Shape;891;g39181ba8852_1_1848"/>
            <p:cNvSpPr/>
            <p:nvPr/>
          </p:nvSpPr>
          <p:spPr>
            <a:xfrm>
              <a:off x="422356" y="2244225"/>
              <a:ext cx="301679" cy="304671"/>
            </a:xfrm>
            <a:custGeom>
              <a:rect b="b" l="l" r="r" t="t"/>
              <a:pathLst>
                <a:path extrusionOk="0" h="3250" w="3218">
                  <a:moveTo>
                    <a:pt x="1361" y="0"/>
                  </a:moveTo>
                  <a:cubicBezTo>
                    <a:pt x="1321" y="0"/>
                    <a:pt x="1287" y="3"/>
                    <a:pt x="1262" y="8"/>
                  </a:cubicBezTo>
                  <a:cubicBezTo>
                    <a:pt x="1001" y="51"/>
                    <a:pt x="240" y="73"/>
                    <a:pt x="0" y="878"/>
                  </a:cubicBezTo>
                  <a:cubicBezTo>
                    <a:pt x="0" y="878"/>
                    <a:pt x="161" y="798"/>
                    <a:pt x="420" y="798"/>
                  </a:cubicBezTo>
                  <a:cubicBezTo>
                    <a:pt x="718" y="798"/>
                    <a:pt x="1145" y="903"/>
                    <a:pt x="1610" y="1357"/>
                  </a:cubicBezTo>
                  <a:cubicBezTo>
                    <a:pt x="1784" y="1531"/>
                    <a:pt x="1393" y="2270"/>
                    <a:pt x="1436" y="2336"/>
                  </a:cubicBezTo>
                  <a:cubicBezTo>
                    <a:pt x="1439" y="2342"/>
                    <a:pt x="1445" y="2344"/>
                    <a:pt x="1453" y="2344"/>
                  </a:cubicBezTo>
                  <a:cubicBezTo>
                    <a:pt x="1561" y="2344"/>
                    <a:pt x="2089" y="1892"/>
                    <a:pt x="2132" y="1892"/>
                  </a:cubicBezTo>
                  <a:cubicBezTo>
                    <a:pt x="2135" y="1892"/>
                    <a:pt x="2135" y="1895"/>
                    <a:pt x="2133" y="1901"/>
                  </a:cubicBezTo>
                  <a:cubicBezTo>
                    <a:pt x="1850" y="2749"/>
                    <a:pt x="2111" y="3250"/>
                    <a:pt x="2198" y="3250"/>
                  </a:cubicBezTo>
                  <a:cubicBezTo>
                    <a:pt x="2200" y="3250"/>
                    <a:pt x="2202" y="3250"/>
                    <a:pt x="2204" y="3250"/>
                  </a:cubicBezTo>
                  <a:cubicBezTo>
                    <a:pt x="2451" y="3250"/>
                    <a:pt x="3217" y="2087"/>
                    <a:pt x="2894" y="1096"/>
                  </a:cubicBezTo>
                  <a:cubicBezTo>
                    <a:pt x="2601" y="198"/>
                    <a:pt x="1714" y="0"/>
                    <a:pt x="1361"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2" name="Google Shape;892;g39181ba8852_1_1848"/>
            <p:cNvSpPr/>
            <p:nvPr/>
          </p:nvSpPr>
          <p:spPr>
            <a:xfrm>
              <a:off x="569164" y="2410999"/>
              <a:ext cx="63373" cy="93651"/>
            </a:xfrm>
            <a:custGeom>
              <a:rect b="b" l="l" r="r" t="t"/>
              <a:pathLst>
                <a:path extrusionOk="0" h="999" w="676">
                  <a:moveTo>
                    <a:pt x="409" y="0"/>
                  </a:moveTo>
                  <a:cubicBezTo>
                    <a:pt x="309" y="0"/>
                    <a:pt x="224" y="83"/>
                    <a:pt x="153" y="296"/>
                  </a:cubicBezTo>
                  <a:cubicBezTo>
                    <a:pt x="44" y="578"/>
                    <a:pt x="1" y="948"/>
                    <a:pt x="153" y="992"/>
                  </a:cubicBezTo>
                  <a:cubicBezTo>
                    <a:pt x="167" y="996"/>
                    <a:pt x="181" y="999"/>
                    <a:pt x="195" y="999"/>
                  </a:cubicBezTo>
                  <a:cubicBezTo>
                    <a:pt x="323" y="999"/>
                    <a:pt x="491" y="834"/>
                    <a:pt x="588" y="600"/>
                  </a:cubicBezTo>
                  <a:cubicBezTo>
                    <a:pt x="675" y="317"/>
                    <a:pt x="632" y="56"/>
                    <a:pt x="479" y="13"/>
                  </a:cubicBezTo>
                  <a:cubicBezTo>
                    <a:pt x="455" y="5"/>
                    <a:pt x="432" y="0"/>
                    <a:pt x="409"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3" name="Google Shape;893;g39181ba8852_1_1848"/>
            <p:cNvSpPr/>
            <p:nvPr/>
          </p:nvSpPr>
          <p:spPr>
            <a:xfrm>
              <a:off x="471292" y="4945518"/>
              <a:ext cx="104153" cy="18468"/>
            </a:xfrm>
            <a:custGeom>
              <a:rect b="b" l="l" r="r" t="t"/>
              <a:pathLst>
                <a:path extrusionOk="0" h="197" w="1111">
                  <a:moveTo>
                    <a:pt x="0" y="0"/>
                  </a:moveTo>
                  <a:lnTo>
                    <a:pt x="0" y="196"/>
                  </a:lnTo>
                  <a:lnTo>
                    <a:pt x="1110" y="196"/>
                  </a:lnTo>
                  <a:lnTo>
                    <a:pt x="1110"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4" name="Google Shape;894;g39181ba8852_1_1848"/>
            <p:cNvSpPr/>
            <p:nvPr/>
          </p:nvSpPr>
          <p:spPr>
            <a:xfrm>
              <a:off x="202052" y="4807430"/>
              <a:ext cx="393740" cy="172866"/>
            </a:xfrm>
            <a:custGeom>
              <a:rect b="b" l="l" r="r" t="t"/>
              <a:pathLst>
                <a:path extrusionOk="0" h="1844" w="4200">
                  <a:moveTo>
                    <a:pt x="3753" y="1"/>
                  </a:moveTo>
                  <a:cubicBezTo>
                    <a:pt x="3431" y="1"/>
                    <a:pt x="2807" y="37"/>
                    <a:pt x="2807" y="37"/>
                  </a:cubicBezTo>
                  <a:cubicBezTo>
                    <a:pt x="2807" y="37"/>
                    <a:pt x="2241" y="233"/>
                    <a:pt x="1393" y="1016"/>
                  </a:cubicBezTo>
                  <a:cubicBezTo>
                    <a:pt x="1066" y="1321"/>
                    <a:pt x="0" y="1125"/>
                    <a:pt x="0" y="1691"/>
                  </a:cubicBezTo>
                  <a:cubicBezTo>
                    <a:pt x="0" y="1821"/>
                    <a:pt x="566" y="1843"/>
                    <a:pt x="892" y="1843"/>
                  </a:cubicBezTo>
                  <a:cubicBezTo>
                    <a:pt x="2002" y="1843"/>
                    <a:pt x="2154" y="1604"/>
                    <a:pt x="2590" y="1539"/>
                  </a:cubicBezTo>
                  <a:cubicBezTo>
                    <a:pt x="3025" y="1495"/>
                    <a:pt x="3525" y="1473"/>
                    <a:pt x="3939" y="1473"/>
                  </a:cubicBezTo>
                  <a:cubicBezTo>
                    <a:pt x="4091" y="1473"/>
                    <a:pt x="4200" y="1016"/>
                    <a:pt x="4200" y="799"/>
                  </a:cubicBezTo>
                  <a:cubicBezTo>
                    <a:pt x="4178" y="603"/>
                    <a:pt x="4091" y="211"/>
                    <a:pt x="3939" y="16"/>
                  </a:cubicBezTo>
                  <a:cubicBezTo>
                    <a:pt x="3933" y="5"/>
                    <a:pt x="3860" y="1"/>
                    <a:pt x="3753"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5" name="Google Shape;895;g39181ba8852_1_1848"/>
            <p:cNvSpPr/>
            <p:nvPr/>
          </p:nvSpPr>
          <p:spPr>
            <a:xfrm>
              <a:off x="328516" y="3380990"/>
              <a:ext cx="344803" cy="1478921"/>
            </a:xfrm>
            <a:custGeom>
              <a:rect b="b" l="l" r="r" t="t"/>
              <a:pathLst>
                <a:path extrusionOk="0" h="15776" w="3678">
                  <a:moveTo>
                    <a:pt x="174" y="1"/>
                  </a:moveTo>
                  <a:cubicBezTo>
                    <a:pt x="174" y="305"/>
                    <a:pt x="0" y="2438"/>
                    <a:pt x="22" y="3178"/>
                  </a:cubicBezTo>
                  <a:cubicBezTo>
                    <a:pt x="131" y="5484"/>
                    <a:pt x="457" y="8312"/>
                    <a:pt x="501" y="8726"/>
                  </a:cubicBezTo>
                  <a:cubicBezTo>
                    <a:pt x="566" y="9357"/>
                    <a:pt x="914" y="15406"/>
                    <a:pt x="914" y="15406"/>
                  </a:cubicBezTo>
                  <a:cubicBezTo>
                    <a:pt x="914" y="15406"/>
                    <a:pt x="1371" y="15775"/>
                    <a:pt x="1893" y="15775"/>
                  </a:cubicBezTo>
                  <a:cubicBezTo>
                    <a:pt x="2720" y="15775"/>
                    <a:pt x="3046" y="15536"/>
                    <a:pt x="3046" y="15536"/>
                  </a:cubicBezTo>
                  <a:cubicBezTo>
                    <a:pt x="3046" y="15536"/>
                    <a:pt x="2981" y="13077"/>
                    <a:pt x="3003" y="11859"/>
                  </a:cubicBezTo>
                  <a:cubicBezTo>
                    <a:pt x="3025" y="10836"/>
                    <a:pt x="2590" y="9292"/>
                    <a:pt x="2524" y="8922"/>
                  </a:cubicBezTo>
                  <a:cubicBezTo>
                    <a:pt x="2481" y="8530"/>
                    <a:pt x="2611" y="8204"/>
                    <a:pt x="2829" y="6594"/>
                  </a:cubicBezTo>
                  <a:cubicBezTo>
                    <a:pt x="3046" y="4983"/>
                    <a:pt x="3677" y="2916"/>
                    <a:pt x="3612" y="2285"/>
                  </a:cubicBezTo>
                  <a:cubicBezTo>
                    <a:pt x="3525" y="1633"/>
                    <a:pt x="2067" y="153"/>
                    <a:pt x="2067" y="153"/>
                  </a:cubicBezTo>
                  <a:lnTo>
                    <a:pt x="17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6" name="Google Shape;896;g39181ba8852_1_1848"/>
            <p:cNvSpPr/>
            <p:nvPr/>
          </p:nvSpPr>
          <p:spPr>
            <a:xfrm>
              <a:off x="497822" y="2709955"/>
              <a:ext cx="85779" cy="51091"/>
            </a:xfrm>
            <a:custGeom>
              <a:rect b="b" l="l" r="r" t="t"/>
              <a:pathLst>
                <a:path extrusionOk="0" h="545" w="915">
                  <a:moveTo>
                    <a:pt x="914" y="0"/>
                  </a:moveTo>
                  <a:lnTo>
                    <a:pt x="87" y="131"/>
                  </a:lnTo>
                  <a:lnTo>
                    <a:pt x="0" y="544"/>
                  </a:lnTo>
                  <a:lnTo>
                    <a:pt x="914"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7" name="Google Shape;897;g39181ba8852_1_1848"/>
            <p:cNvSpPr/>
            <p:nvPr/>
          </p:nvSpPr>
          <p:spPr>
            <a:xfrm>
              <a:off x="465199" y="2713987"/>
              <a:ext cx="32718" cy="47060"/>
            </a:xfrm>
            <a:custGeom>
              <a:rect b="b" l="l" r="r" t="t"/>
              <a:pathLst>
                <a:path extrusionOk="0" h="502" w="349">
                  <a:moveTo>
                    <a:pt x="218" y="1"/>
                  </a:moveTo>
                  <a:lnTo>
                    <a:pt x="0" y="175"/>
                  </a:lnTo>
                  <a:lnTo>
                    <a:pt x="348" y="501"/>
                  </a:lnTo>
                  <a:lnTo>
                    <a:pt x="218"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8" name="Google Shape;898;g39181ba8852_1_1848"/>
            <p:cNvSpPr/>
            <p:nvPr/>
          </p:nvSpPr>
          <p:spPr>
            <a:xfrm>
              <a:off x="467167" y="3387177"/>
              <a:ext cx="493768" cy="1566573"/>
            </a:xfrm>
            <a:custGeom>
              <a:rect b="b" l="l" r="r" t="t"/>
              <a:pathLst>
                <a:path extrusionOk="0" h="16711" w="5267">
                  <a:moveTo>
                    <a:pt x="2873" y="0"/>
                  </a:moveTo>
                  <a:lnTo>
                    <a:pt x="1" y="44"/>
                  </a:lnTo>
                  <a:lnTo>
                    <a:pt x="218" y="2198"/>
                  </a:lnTo>
                  <a:cubicBezTo>
                    <a:pt x="218" y="2198"/>
                    <a:pt x="2024" y="8856"/>
                    <a:pt x="2198" y="9791"/>
                  </a:cubicBezTo>
                  <a:cubicBezTo>
                    <a:pt x="2373" y="10727"/>
                    <a:pt x="3439" y="16710"/>
                    <a:pt x="3439" y="16710"/>
                  </a:cubicBezTo>
                  <a:lnTo>
                    <a:pt x="5266" y="16427"/>
                  </a:lnTo>
                  <a:cubicBezTo>
                    <a:pt x="5266" y="16427"/>
                    <a:pt x="5136" y="13577"/>
                    <a:pt x="4896" y="12163"/>
                  </a:cubicBezTo>
                  <a:cubicBezTo>
                    <a:pt x="4679" y="10727"/>
                    <a:pt x="4374" y="9291"/>
                    <a:pt x="4287" y="8834"/>
                  </a:cubicBezTo>
                  <a:cubicBezTo>
                    <a:pt x="4222" y="8355"/>
                    <a:pt x="3939" y="3373"/>
                    <a:pt x="3700" y="2394"/>
                  </a:cubicBezTo>
                  <a:cubicBezTo>
                    <a:pt x="3460" y="1436"/>
                    <a:pt x="2873" y="0"/>
                    <a:pt x="287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899" name="Google Shape;899;g39181ba8852_1_1848"/>
            <p:cNvSpPr/>
            <p:nvPr/>
          </p:nvSpPr>
          <p:spPr>
            <a:xfrm>
              <a:off x="587538" y="3387177"/>
              <a:ext cx="373396" cy="1548199"/>
            </a:xfrm>
            <a:custGeom>
              <a:rect b="b" l="l" r="r" t="t"/>
              <a:pathLst>
                <a:path extrusionOk="0" h="16515" w="3983">
                  <a:moveTo>
                    <a:pt x="1589" y="0"/>
                  </a:moveTo>
                  <a:lnTo>
                    <a:pt x="1" y="44"/>
                  </a:lnTo>
                  <a:cubicBezTo>
                    <a:pt x="1" y="44"/>
                    <a:pt x="1393" y="3438"/>
                    <a:pt x="1545" y="4069"/>
                  </a:cubicBezTo>
                  <a:cubicBezTo>
                    <a:pt x="1698" y="4722"/>
                    <a:pt x="2133" y="9052"/>
                    <a:pt x="2176" y="9313"/>
                  </a:cubicBezTo>
                  <a:cubicBezTo>
                    <a:pt x="2198" y="9552"/>
                    <a:pt x="3330" y="16210"/>
                    <a:pt x="3373" y="16515"/>
                  </a:cubicBezTo>
                  <a:lnTo>
                    <a:pt x="3982" y="16427"/>
                  </a:lnTo>
                  <a:cubicBezTo>
                    <a:pt x="3982" y="16427"/>
                    <a:pt x="3852" y="13577"/>
                    <a:pt x="3612" y="12163"/>
                  </a:cubicBezTo>
                  <a:cubicBezTo>
                    <a:pt x="3395" y="10727"/>
                    <a:pt x="3090" y="9291"/>
                    <a:pt x="3003" y="8834"/>
                  </a:cubicBezTo>
                  <a:cubicBezTo>
                    <a:pt x="2938" y="8355"/>
                    <a:pt x="2655" y="3373"/>
                    <a:pt x="2416" y="2394"/>
                  </a:cubicBezTo>
                  <a:cubicBezTo>
                    <a:pt x="2176" y="1436"/>
                    <a:pt x="1589" y="0"/>
                    <a:pt x="1589"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0" name="Google Shape;900;g39181ba8852_1_1848"/>
            <p:cNvSpPr/>
            <p:nvPr/>
          </p:nvSpPr>
          <p:spPr>
            <a:xfrm>
              <a:off x="342766" y="3380990"/>
              <a:ext cx="408083" cy="51091"/>
            </a:xfrm>
            <a:custGeom>
              <a:rect b="b" l="l" r="r" t="t"/>
              <a:pathLst>
                <a:path extrusionOk="0" h="545" w="4353">
                  <a:moveTo>
                    <a:pt x="22" y="1"/>
                  </a:moveTo>
                  <a:lnTo>
                    <a:pt x="1" y="436"/>
                  </a:lnTo>
                  <a:cubicBezTo>
                    <a:pt x="1" y="436"/>
                    <a:pt x="1067" y="545"/>
                    <a:pt x="1567" y="545"/>
                  </a:cubicBezTo>
                  <a:cubicBezTo>
                    <a:pt x="2089" y="545"/>
                    <a:pt x="4352" y="414"/>
                    <a:pt x="4352" y="414"/>
                  </a:cubicBezTo>
                  <a:lnTo>
                    <a:pt x="4243" y="66"/>
                  </a:lnTo>
                  <a:cubicBezTo>
                    <a:pt x="4243" y="66"/>
                    <a:pt x="1437" y="110"/>
                    <a:pt x="1284" y="110"/>
                  </a:cubicBezTo>
                  <a:cubicBezTo>
                    <a:pt x="1110" y="110"/>
                    <a:pt x="22" y="1"/>
                    <a:pt x="22" y="1"/>
                  </a:cubicBezTo>
                  <a:close/>
                </a:path>
              </a:pathLst>
            </a:custGeom>
            <a:solidFill>
              <a:srgbClr val="3B1B1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1" name="Google Shape;901;g39181ba8852_1_1848"/>
            <p:cNvSpPr/>
            <p:nvPr/>
          </p:nvSpPr>
          <p:spPr>
            <a:xfrm>
              <a:off x="467167" y="2720174"/>
              <a:ext cx="61311" cy="57184"/>
            </a:xfrm>
            <a:custGeom>
              <a:rect b="b" l="l" r="r" t="t"/>
              <a:pathLst>
                <a:path extrusionOk="0" h="610" w="654">
                  <a:moveTo>
                    <a:pt x="1" y="0"/>
                  </a:moveTo>
                  <a:lnTo>
                    <a:pt x="66" y="522"/>
                  </a:lnTo>
                  <a:lnTo>
                    <a:pt x="393" y="609"/>
                  </a:lnTo>
                  <a:lnTo>
                    <a:pt x="654" y="174"/>
                  </a:lnTo>
                  <a:lnTo>
                    <a:pt x="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2" name="Google Shape;902;g39181ba8852_1_1848"/>
            <p:cNvSpPr/>
            <p:nvPr/>
          </p:nvSpPr>
          <p:spPr>
            <a:xfrm>
              <a:off x="393764" y="2769109"/>
              <a:ext cx="110247" cy="718087"/>
            </a:xfrm>
            <a:custGeom>
              <a:rect b="b" l="l" r="r" t="t"/>
              <a:pathLst>
                <a:path extrusionOk="0" h="7660" w="1176">
                  <a:moveTo>
                    <a:pt x="849" y="0"/>
                  </a:moveTo>
                  <a:cubicBezTo>
                    <a:pt x="849" y="0"/>
                    <a:pt x="349" y="936"/>
                    <a:pt x="175" y="2350"/>
                  </a:cubicBezTo>
                  <a:cubicBezTo>
                    <a:pt x="1" y="3765"/>
                    <a:pt x="240" y="7007"/>
                    <a:pt x="240" y="7007"/>
                  </a:cubicBezTo>
                  <a:lnTo>
                    <a:pt x="610" y="7659"/>
                  </a:lnTo>
                  <a:lnTo>
                    <a:pt x="1045" y="6898"/>
                  </a:lnTo>
                  <a:cubicBezTo>
                    <a:pt x="1045" y="6898"/>
                    <a:pt x="588" y="3503"/>
                    <a:pt x="697" y="2459"/>
                  </a:cubicBezTo>
                  <a:cubicBezTo>
                    <a:pt x="784" y="1415"/>
                    <a:pt x="1176" y="87"/>
                    <a:pt x="1176" y="87"/>
                  </a:cubicBezTo>
                  <a:lnTo>
                    <a:pt x="849"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3" name="Google Shape;903;g39181ba8852_1_1848"/>
            <p:cNvSpPr/>
            <p:nvPr/>
          </p:nvSpPr>
          <p:spPr>
            <a:xfrm>
              <a:off x="505978" y="2634490"/>
              <a:ext cx="173433" cy="140805"/>
            </a:xfrm>
            <a:custGeom>
              <a:rect b="b" l="l" r="r" t="t"/>
              <a:pathLst>
                <a:path extrusionOk="0" h="1502" w="1850">
                  <a:moveTo>
                    <a:pt x="1545" y="0"/>
                  </a:moveTo>
                  <a:lnTo>
                    <a:pt x="0" y="936"/>
                  </a:lnTo>
                  <a:lnTo>
                    <a:pt x="240" y="1502"/>
                  </a:lnTo>
                  <a:lnTo>
                    <a:pt x="1850" y="436"/>
                  </a:lnTo>
                  <a:lnTo>
                    <a:pt x="1545" y="0"/>
                  </a:lnTo>
                  <a:close/>
                </a:path>
              </a:pathLst>
            </a:custGeom>
            <a:solidFill>
              <a:srgbClr val="E0F2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4" name="Google Shape;904;g39181ba8852_1_1848"/>
            <p:cNvSpPr/>
            <p:nvPr/>
          </p:nvSpPr>
          <p:spPr>
            <a:xfrm>
              <a:off x="444762" y="2683425"/>
              <a:ext cx="40874" cy="69465"/>
            </a:xfrm>
            <a:custGeom>
              <a:rect b="b" l="l" r="r" t="t"/>
              <a:pathLst>
                <a:path extrusionOk="0" h="741" w="436">
                  <a:moveTo>
                    <a:pt x="305" y="1"/>
                  </a:moveTo>
                  <a:lnTo>
                    <a:pt x="1" y="305"/>
                  </a:lnTo>
                  <a:lnTo>
                    <a:pt x="66" y="740"/>
                  </a:lnTo>
                  <a:lnTo>
                    <a:pt x="436" y="327"/>
                  </a:lnTo>
                  <a:lnTo>
                    <a:pt x="305" y="1"/>
                  </a:lnTo>
                  <a:close/>
                </a:path>
              </a:pathLst>
            </a:custGeom>
            <a:solidFill>
              <a:srgbClr val="E0F2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5" name="Google Shape;905;g39181ba8852_1_1848"/>
            <p:cNvSpPr/>
            <p:nvPr/>
          </p:nvSpPr>
          <p:spPr>
            <a:xfrm>
              <a:off x="675285" y="2725049"/>
              <a:ext cx="399833" cy="499286"/>
            </a:xfrm>
            <a:custGeom>
              <a:rect b="b" l="l" r="r" t="t"/>
              <a:pathLst>
                <a:path extrusionOk="0" h="5326" w="4265">
                  <a:moveTo>
                    <a:pt x="1123" y="0"/>
                  </a:moveTo>
                  <a:cubicBezTo>
                    <a:pt x="939" y="0"/>
                    <a:pt x="751" y="76"/>
                    <a:pt x="566" y="253"/>
                  </a:cubicBezTo>
                  <a:cubicBezTo>
                    <a:pt x="0" y="797"/>
                    <a:pt x="305" y="1471"/>
                    <a:pt x="566" y="1928"/>
                  </a:cubicBezTo>
                  <a:cubicBezTo>
                    <a:pt x="827" y="2407"/>
                    <a:pt x="2851" y="5170"/>
                    <a:pt x="3112" y="5301"/>
                  </a:cubicBezTo>
                  <a:cubicBezTo>
                    <a:pt x="3143" y="5318"/>
                    <a:pt x="3182" y="5326"/>
                    <a:pt x="3224" y="5326"/>
                  </a:cubicBezTo>
                  <a:cubicBezTo>
                    <a:pt x="3562" y="5326"/>
                    <a:pt x="4183" y="4844"/>
                    <a:pt x="4221" y="4670"/>
                  </a:cubicBezTo>
                  <a:cubicBezTo>
                    <a:pt x="4265" y="4452"/>
                    <a:pt x="2415" y="1036"/>
                    <a:pt x="2002" y="536"/>
                  </a:cubicBezTo>
                  <a:cubicBezTo>
                    <a:pt x="1741" y="220"/>
                    <a:pt x="1438" y="0"/>
                    <a:pt x="1123"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6" name="Google Shape;906;g39181ba8852_1_1848"/>
            <p:cNvSpPr/>
            <p:nvPr/>
          </p:nvSpPr>
          <p:spPr>
            <a:xfrm>
              <a:off x="687472" y="2724955"/>
              <a:ext cx="330554" cy="372636"/>
            </a:xfrm>
            <a:custGeom>
              <a:rect b="b" l="l" r="r" t="t"/>
              <a:pathLst>
                <a:path extrusionOk="0" h="3975" w="3526">
                  <a:moveTo>
                    <a:pt x="1004" y="0"/>
                  </a:moveTo>
                  <a:cubicBezTo>
                    <a:pt x="634" y="0"/>
                    <a:pt x="219" y="231"/>
                    <a:pt x="110" y="733"/>
                  </a:cubicBezTo>
                  <a:cubicBezTo>
                    <a:pt x="44" y="972"/>
                    <a:pt x="1" y="1581"/>
                    <a:pt x="305" y="1951"/>
                  </a:cubicBezTo>
                  <a:cubicBezTo>
                    <a:pt x="762" y="2495"/>
                    <a:pt x="1828" y="3974"/>
                    <a:pt x="1828" y="3974"/>
                  </a:cubicBezTo>
                  <a:cubicBezTo>
                    <a:pt x="1828" y="3974"/>
                    <a:pt x="2329" y="3887"/>
                    <a:pt x="2808" y="3518"/>
                  </a:cubicBezTo>
                  <a:cubicBezTo>
                    <a:pt x="3373" y="3061"/>
                    <a:pt x="3526" y="2582"/>
                    <a:pt x="3526" y="2582"/>
                  </a:cubicBezTo>
                  <a:cubicBezTo>
                    <a:pt x="3526" y="2582"/>
                    <a:pt x="1872" y="384"/>
                    <a:pt x="1393" y="102"/>
                  </a:cubicBezTo>
                  <a:cubicBezTo>
                    <a:pt x="1284" y="35"/>
                    <a:pt x="1147" y="0"/>
                    <a:pt x="100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7" name="Google Shape;907;g39181ba8852_1_1848"/>
            <p:cNvSpPr/>
            <p:nvPr/>
          </p:nvSpPr>
          <p:spPr>
            <a:xfrm>
              <a:off x="677253" y="3123938"/>
              <a:ext cx="432551" cy="369355"/>
            </a:xfrm>
            <a:custGeom>
              <a:rect b="b" l="l" r="r" t="t"/>
              <a:pathLst>
                <a:path extrusionOk="0" h="3940" w="4614">
                  <a:moveTo>
                    <a:pt x="3446" y="1"/>
                  </a:moveTo>
                  <a:cubicBezTo>
                    <a:pt x="3062" y="1"/>
                    <a:pt x="2710" y="208"/>
                    <a:pt x="2612" y="306"/>
                  </a:cubicBezTo>
                  <a:cubicBezTo>
                    <a:pt x="1111" y="1720"/>
                    <a:pt x="1" y="3352"/>
                    <a:pt x="1" y="3352"/>
                  </a:cubicBezTo>
                  <a:lnTo>
                    <a:pt x="567" y="3940"/>
                  </a:lnTo>
                  <a:cubicBezTo>
                    <a:pt x="567" y="3940"/>
                    <a:pt x="2351" y="2721"/>
                    <a:pt x="2938" y="2242"/>
                  </a:cubicBezTo>
                  <a:cubicBezTo>
                    <a:pt x="3504" y="1764"/>
                    <a:pt x="4614" y="719"/>
                    <a:pt x="4070" y="241"/>
                  </a:cubicBezTo>
                  <a:cubicBezTo>
                    <a:pt x="3877" y="63"/>
                    <a:pt x="3657" y="1"/>
                    <a:pt x="3446"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8" name="Google Shape;908;g39181ba8852_1_1848"/>
            <p:cNvSpPr/>
            <p:nvPr/>
          </p:nvSpPr>
          <p:spPr>
            <a:xfrm>
              <a:off x="634505" y="3525734"/>
              <a:ext cx="65342" cy="73684"/>
            </a:xfrm>
            <a:custGeom>
              <a:rect b="b" l="l" r="r" t="t"/>
              <a:pathLst>
                <a:path extrusionOk="0" h="786" w="697">
                  <a:moveTo>
                    <a:pt x="535" y="1"/>
                  </a:moveTo>
                  <a:cubicBezTo>
                    <a:pt x="488" y="1"/>
                    <a:pt x="442" y="25"/>
                    <a:pt x="413" y="67"/>
                  </a:cubicBezTo>
                  <a:lnTo>
                    <a:pt x="44" y="546"/>
                  </a:lnTo>
                  <a:cubicBezTo>
                    <a:pt x="0" y="611"/>
                    <a:pt x="22" y="698"/>
                    <a:pt x="87" y="763"/>
                  </a:cubicBezTo>
                  <a:cubicBezTo>
                    <a:pt x="110" y="779"/>
                    <a:pt x="136" y="786"/>
                    <a:pt x="162" y="786"/>
                  </a:cubicBezTo>
                  <a:cubicBezTo>
                    <a:pt x="209" y="786"/>
                    <a:pt x="255" y="762"/>
                    <a:pt x="283" y="720"/>
                  </a:cubicBezTo>
                  <a:lnTo>
                    <a:pt x="653" y="241"/>
                  </a:lnTo>
                  <a:cubicBezTo>
                    <a:pt x="696" y="176"/>
                    <a:pt x="675" y="89"/>
                    <a:pt x="609" y="23"/>
                  </a:cubicBezTo>
                  <a:cubicBezTo>
                    <a:pt x="586" y="8"/>
                    <a:pt x="560" y="1"/>
                    <a:pt x="53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09" name="Google Shape;909;g39181ba8852_1_1848"/>
            <p:cNvSpPr/>
            <p:nvPr/>
          </p:nvSpPr>
          <p:spPr>
            <a:xfrm>
              <a:off x="614068" y="3513453"/>
              <a:ext cx="63280" cy="72465"/>
            </a:xfrm>
            <a:custGeom>
              <a:rect b="b" l="l" r="r" t="t"/>
              <a:pathLst>
                <a:path extrusionOk="0" h="773" w="675">
                  <a:moveTo>
                    <a:pt x="517" y="0"/>
                  </a:moveTo>
                  <a:cubicBezTo>
                    <a:pt x="471" y="0"/>
                    <a:pt x="419" y="19"/>
                    <a:pt x="392" y="46"/>
                  </a:cubicBezTo>
                  <a:lnTo>
                    <a:pt x="44" y="546"/>
                  </a:lnTo>
                  <a:cubicBezTo>
                    <a:pt x="0" y="611"/>
                    <a:pt x="0" y="698"/>
                    <a:pt x="66" y="742"/>
                  </a:cubicBezTo>
                  <a:cubicBezTo>
                    <a:pt x="95" y="761"/>
                    <a:pt x="129" y="772"/>
                    <a:pt x="161" y="772"/>
                  </a:cubicBezTo>
                  <a:cubicBezTo>
                    <a:pt x="200" y="772"/>
                    <a:pt x="238" y="756"/>
                    <a:pt x="262" y="720"/>
                  </a:cubicBezTo>
                  <a:lnTo>
                    <a:pt x="631" y="220"/>
                  </a:lnTo>
                  <a:cubicBezTo>
                    <a:pt x="675" y="154"/>
                    <a:pt x="653" y="67"/>
                    <a:pt x="610" y="24"/>
                  </a:cubicBezTo>
                  <a:lnTo>
                    <a:pt x="588" y="24"/>
                  </a:lnTo>
                  <a:cubicBezTo>
                    <a:pt x="571" y="7"/>
                    <a:pt x="545" y="0"/>
                    <a:pt x="517"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0" name="Google Shape;910;g39181ba8852_1_1848"/>
            <p:cNvSpPr/>
            <p:nvPr/>
          </p:nvSpPr>
          <p:spPr>
            <a:xfrm>
              <a:off x="593631" y="3499204"/>
              <a:ext cx="63373" cy="73309"/>
            </a:xfrm>
            <a:custGeom>
              <a:rect b="b" l="l" r="r" t="t"/>
              <a:pathLst>
                <a:path extrusionOk="0" h="782" w="676">
                  <a:moveTo>
                    <a:pt x="534" y="1"/>
                  </a:moveTo>
                  <a:cubicBezTo>
                    <a:pt x="486" y="1"/>
                    <a:pt x="435" y="25"/>
                    <a:pt x="393" y="67"/>
                  </a:cubicBezTo>
                  <a:lnTo>
                    <a:pt x="44" y="546"/>
                  </a:lnTo>
                  <a:cubicBezTo>
                    <a:pt x="1" y="611"/>
                    <a:pt x="1" y="698"/>
                    <a:pt x="66" y="742"/>
                  </a:cubicBezTo>
                  <a:cubicBezTo>
                    <a:pt x="94" y="769"/>
                    <a:pt x="125" y="781"/>
                    <a:pt x="155" y="781"/>
                  </a:cubicBezTo>
                  <a:cubicBezTo>
                    <a:pt x="197" y="781"/>
                    <a:pt x="237" y="758"/>
                    <a:pt x="262" y="720"/>
                  </a:cubicBezTo>
                  <a:lnTo>
                    <a:pt x="632" y="219"/>
                  </a:lnTo>
                  <a:cubicBezTo>
                    <a:pt x="675" y="176"/>
                    <a:pt x="654" y="67"/>
                    <a:pt x="610" y="24"/>
                  </a:cubicBezTo>
                  <a:cubicBezTo>
                    <a:pt x="587" y="8"/>
                    <a:pt x="561" y="1"/>
                    <a:pt x="534"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1" name="Google Shape;911;g39181ba8852_1_1848"/>
            <p:cNvSpPr/>
            <p:nvPr/>
          </p:nvSpPr>
          <p:spPr>
            <a:xfrm>
              <a:off x="575351" y="3484204"/>
              <a:ext cx="63280" cy="73121"/>
            </a:xfrm>
            <a:custGeom>
              <a:rect b="b" l="l" r="r" t="t"/>
              <a:pathLst>
                <a:path extrusionOk="0" h="780" w="675">
                  <a:moveTo>
                    <a:pt x="512" y="1"/>
                  </a:moveTo>
                  <a:cubicBezTo>
                    <a:pt x="470" y="1"/>
                    <a:pt x="428" y="17"/>
                    <a:pt x="392" y="53"/>
                  </a:cubicBezTo>
                  <a:lnTo>
                    <a:pt x="44" y="553"/>
                  </a:lnTo>
                  <a:cubicBezTo>
                    <a:pt x="0" y="619"/>
                    <a:pt x="0" y="706"/>
                    <a:pt x="65" y="749"/>
                  </a:cubicBezTo>
                  <a:cubicBezTo>
                    <a:pt x="95" y="769"/>
                    <a:pt x="128" y="780"/>
                    <a:pt x="161" y="780"/>
                  </a:cubicBezTo>
                  <a:cubicBezTo>
                    <a:pt x="200" y="780"/>
                    <a:pt x="237" y="763"/>
                    <a:pt x="261" y="728"/>
                  </a:cubicBezTo>
                  <a:lnTo>
                    <a:pt x="631" y="227"/>
                  </a:lnTo>
                  <a:cubicBezTo>
                    <a:pt x="675" y="162"/>
                    <a:pt x="675" y="75"/>
                    <a:pt x="609" y="31"/>
                  </a:cubicBezTo>
                  <a:cubicBezTo>
                    <a:pt x="580" y="12"/>
                    <a:pt x="546" y="1"/>
                    <a:pt x="512"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2" name="Google Shape;912;g39181ba8852_1_1848"/>
            <p:cNvSpPr/>
            <p:nvPr/>
          </p:nvSpPr>
          <p:spPr>
            <a:xfrm>
              <a:off x="577319" y="3401426"/>
              <a:ext cx="173527" cy="191802"/>
            </a:xfrm>
            <a:custGeom>
              <a:rect b="b" l="l" r="r" t="t"/>
              <a:pathLst>
                <a:path extrusionOk="0" h="2046" w="1851">
                  <a:moveTo>
                    <a:pt x="1480" y="0"/>
                  </a:moveTo>
                  <a:cubicBezTo>
                    <a:pt x="1480" y="0"/>
                    <a:pt x="588" y="501"/>
                    <a:pt x="458" y="653"/>
                  </a:cubicBezTo>
                  <a:cubicBezTo>
                    <a:pt x="327" y="805"/>
                    <a:pt x="1" y="1502"/>
                    <a:pt x="1" y="1502"/>
                  </a:cubicBezTo>
                  <a:cubicBezTo>
                    <a:pt x="1" y="1502"/>
                    <a:pt x="57" y="1495"/>
                    <a:pt x="130" y="1495"/>
                  </a:cubicBezTo>
                  <a:cubicBezTo>
                    <a:pt x="241" y="1495"/>
                    <a:pt x="392" y="1510"/>
                    <a:pt x="458" y="1589"/>
                  </a:cubicBezTo>
                  <a:cubicBezTo>
                    <a:pt x="588" y="1698"/>
                    <a:pt x="893" y="2046"/>
                    <a:pt x="893" y="2046"/>
                  </a:cubicBezTo>
                  <a:cubicBezTo>
                    <a:pt x="893" y="2046"/>
                    <a:pt x="1415" y="1632"/>
                    <a:pt x="1589" y="1371"/>
                  </a:cubicBezTo>
                  <a:cubicBezTo>
                    <a:pt x="1741" y="1110"/>
                    <a:pt x="1850" y="805"/>
                    <a:pt x="1850" y="805"/>
                  </a:cubicBezTo>
                  <a:lnTo>
                    <a:pt x="1480" y="0"/>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3" name="Google Shape;913;g39181ba8852_1_1848"/>
            <p:cNvSpPr/>
            <p:nvPr/>
          </p:nvSpPr>
          <p:spPr>
            <a:xfrm>
              <a:off x="-87625" y="2442685"/>
              <a:ext cx="148965" cy="277579"/>
            </a:xfrm>
            <a:custGeom>
              <a:rect b="b" l="l" r="r" t="t"/>
              <a:pathLst>
                <a:path extrusionOk="0" h="2961" w="1589">
                  <a:moveTo>
                    <a:pt x="1004" y="1"/>
                  </a:moveTo>
                  <a:cubicBezTo>
                    <a:pt x="1003" y="1"/>
                    <a:pt x="1002" y="1"/>
                    <a:pt x="1002" y="1"/>
                  </a:cubicBezTo>
                  <a:cubicBezTo>
                    <a:pt x="849" y="45"/>
                    <a:pt x="1110" y="1307"/>
                    <a:pt x="1045" y="1307"/>
                  </a:cubicBezTo>
                  <a:cubicBezTo>
                    <a:pt x="980" y="1307"/>
                    <a:pt x="653" y="1328"/>
                    <a:pt x="436" y="1481"/>
                  </a:cubicBezTo>
                  <a:cubicBezTo>
                    <a:pt x="1" y="1764"/>
                    <a:pt x="414" y="2764"/>
                    <a:pt x="414" y="2764"/>
                  </a:cubicBezTo>
                  <a:lnTo>
                    <a:pt x="1241" y="2960"/>
                  </a:lnTo>
                  <a:lnTo>
                    <a:pt x="1589" y="1764"/>
                  </a:lnTo>
                  <a:cubicBezTo>
                    <a:pt x="1589" y="1764"/>
                    <a:pt x="1138" y="1"/>
                    <a:pt x="1004"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914" name="Shape 914"/>
        <p:cNvGrpSpPr/>
        <p:nvPr/>
      </p:nvGrpSpPr>
      <p:grpSpPr>
        <a:xfrm>
          <a:off x="0" y="0"/>
          <a:ext cx="0" cy="0"/>
          <a:chOff x="0" y="0"/>
          <a:chExt cx="0" cy="0"/>
        </a:xfrm>
      </p:grpSpPr>
      <p:sp>
        <p:nvSpPr>
          <p:cNvPr id="915" name="Google Shape;915;g39181ba8852_1_1925"/>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6" name="Google Shape;916;g39181ba8852_1_1925"/>
          <p:cNvSpPr/>
          <p:nvPr/>
        </p:nvSpPr>
        <p:spPr>
          <a:xfrm>
            <a:off x="98995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917" name="Google Shape;917;g39181ba8852_1_1925"/>
          <p:cNvGrpSpPr/>
          <p:nvPr/>
        </p:nvGrpSpPr>
        <p:grpSpPr>
          <a:xfrm>
            <a:off x="10402440" y="2943487"/>
            <a:ext cx="1164860" cy="3798487"/>
            <a:chOff x="9498975" y="3401300"/>
            <a:chExt cx="368825" cy="1202700"/>
          </a:xfrm>
        </p:grpSpPr>
        <p:sp>
          <p:nvSpPr>
            <p:cNvPr id="918" name="Google Shape;918;g39181ba8852_1_1925"/>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19" name="Google Shape;919;g39181ba8852_1_1925"/>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0" name="Google Shape;920;g39181ba8852_1_1925"/>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1" name="Google Shape;921;g39181ba8852_1_1925"/>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2" name="Google Shape;922;g39181ba8852_1_1925"/>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3" name="Google Shape;923;g39181ba8852_1_1925"/>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4" name="Google Shape;924;g39181ba8852_1_1925"/>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5" name="Google Shape;925;g39181ba8852_1_1925"/>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6" name="Google Shape;926;g39181ba8852_1_1925"/>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7" name="Google Shape;927;g39181ba8852_1_1925"/>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8" name="Google Shape;928;g39181ba8852_1_1925"/>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29" name="Google Shape;929;g39181ba8852_1_1925"/>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0" name="Google Shape;930;g39181ba8852_1_1925"/>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1" name="Google Shape;931;g39181ba8852_1_1925"/>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2" name="Google Shape;932;g39181ba8852_1_1925"/>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3" name="Google Shape;933;g39181ba8852_1_1925"/>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4" name="Google Shape;934;g39181ba8852_1_1925"/>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5" name="Google Shape;935;g39181ba8852_1_1925"/>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6" name="Google Shape;936;g39181ba8852_1_1925"/>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7" name="Google Shape;937;g39181ba8852_1_1925"/>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8" name="Google Shape;938;g39181ba8852_1_1925"/>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39" name="Google Shape;939;g39181ba8852_1_1925"/>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0" name="Google Shape;940;g39181ba8852_1_1925"/>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1" name="Google Shape;941;g39181ba8852_1_1925"/>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2" name="Google Shape;942;g39181ba8852_1_1925"/>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3" name="Google Shape;943;g39181ba8852_1_1925"/>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4" name="Google Shape;944;g39181ba8852_1_1925"/>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5" name="Google Shape;945;g39181ba8852_1_1925"/>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6" name="Google Shape;946;g39181ba8852_1_1925"/>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7" name="Google Shape;947;g39181ba8852_1_1925"/>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8" name="Google Shape;948;g39181ba8852_1_1925"/>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49" name="Google Shape;949;g39181ba8852_1_1925"/>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0" name="Google Shape;950;g39181ba8852_1_1925"/>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1" name="Google Shape;951;g39181ba8852_1_1925"/>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2" name="Google Shape;952;g39181ba8852_1_1925"/>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3" name="Google Shape;953;g39181ba8852_1_1925"/>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4" name="Google Shape;954;g39181ba8852_1_1925"/>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5" name="Google Shape;955;g39181ba8852_1_1925"/>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6" name="Google Shape;956;g39181ba8852_1_1925"/>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57" name="Google Shape;957;g39181ba8852_1_1925"/>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958" name="Google Shape;958;g39181ba8852_1_1925"/>
          <p:cNvSpPr/>
          <p:nvPr/>
        </p:nvSpPr>
        <p:spPr>
          <a:xfrm>
            <a:off x="-1848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959" name="Google Shape;959;g39181ba8852_1_1925"/>
          <p:cNvGrpSpPr/>
          <p:nvPr/>
        </p:nvGrpSpPr>
        <p:grpSpPr>
          <a:xfrm>
            <a:off x="367805" y="3001225"/>
            <a:ext cx="1064791" cy="3856602"/>
            <a:chOff x="-163725" y="2250975"/>
            <a:chExt cx="798614" cy="2892524"/>
          </a:xfrm>
        </p:grpSpPr>
        <p:sp>
          <p:nvSpPr>
            <p:cNvPr id="960" name="Google Shape;960;g39181ba8852_1_1925"/>
            <p:cNvSpPr/>
            <p:nvPr/>
          </p:nvSpPr>
          <p:spPr>
            <a:xfrm>
              <a:off x="212628" y="2758945"/>
              <a:ext cx="406911" cy="472834"/>
            </a:xfrm>
            <a:custGeom>
              <a:rect b="b" l="l" r="r" t="t"/>
              <a:pathLst>
                <a:path extrusionOk="0" h="6068" w="5222">
                  <a:moveTo>
                    <a:pt x="1308" y="0"/>
                  </a:moveTo>
                  <a:cubicBezTo>
                    <a:pt x="1138" y="0"/>
                    <a:pt x="956" y="38"/>
                    <a:pt x="762" y="126"/>
                  </a:cubicBezTo>
                  <a:cubicBezTo>
                    <a:pt x="1" y="474"/>
                    <a:pt x="66" y="1214"/>
                    <a:pt x="458" y="1953"/>
                  </a:cubicBezTo>
                  <a:cubicBezTo>
                    <a:pt x="849" y="2671"/>
                    <a:pt x="3656" y="6022"/>
                    <a:pt x="3917" y="6066"/>
                  </a:cubicBezTo>
                  <a:cubicBezTo>
                    <a:pt x="3926" y="6067"/>
                    <a:pt x="3935" y="6068"/>
                    <a:pt x="3945" y="6068"/>
                  </a:cubicBezTo>
                  <a:cubicBezTo>
                    <a:pt x="4244" y="6068"/>
                    <a:pt x="5221" y="5445"/>
                    <a:pt x="5179" y="5087"/>
                  </a:cubicBezTo>
                  <a:cubicBezTo>
                    <a:pt x="5136" y="4695"/>
                    <a:pt x="3177" y="1496"/>
                    <a:pt x="2764" y="952"/>
                  </a:cubicBezTo>
                  <a:cubicBezTo>
                    <a:pt x="2421" y="524"/>
                    <a:pt x="1943" y="0"/>
                    <a:pt x="130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1" name="Google Shape;961;g39181ba8852_1_1925"/>
            <p:cNvSpPr/>
            <p:nvPr/>
          </p:nvSpPr>
          <p:spPr>
            <a:xfrm>
              <a:off x="-151881" y="2480454"/>
              <a:ext cx="562990" cy="1236085"/>
            </a:xfrm>
            <a:custGeom>
              <a:rect b="b" l="l" r="r" t="t"/>
              <a:pathLst>
                <a:path extrusionOk="0" h="15863" w="7225">
                  <a:moveTo>
                    <a:pt x="2960" y="1"/>
                  </a:moveTo>
                  <a:cubicBezTo>
                    <a:pt x="2960" y="1"/>
                    <a:pt x="2851" y="2438"/>
                    <a:pt x="2699" y="2568"/>
                  </a:cubicBezTo>
                  <a:cubicBezTo>
                    <a:pt x="2264" y="2938"/>
                    <a:pt x="653" y="3243"/>
                    <a:pt x="371" y="3896"/>
                  </a:cubicBezTo>
                  <a:cubicBezTo>
                    <a:pt x="1" y="4657"/>
                    <a:pt x="2002" y="8138"/>
                    <a:pt x="2264" y="9292"/>
                  </a:cubicBezTo>
                  <a:cubicBezTo>
                    <a:pt x="2525" y="10445"/>
                    <a:pt x="1981" y="12229"/>
                    <a:pt x="1807" y="13360"/>
                  </a:cubicBezTo>
                  <a:cubicBezTo>
                    <a:pt x="1633" y="14492"/>
                    <a:pt x="5179" y="15862"/>
                    <a:pt x="5310" y="15862"/>
                  </a:cubicBezTo>
                  <a:cubicBezTo>
                    <a:pt x="5440" y="15862"/>
                    <a:pt x="6593" y="14796"/>
                    <a:pt x="6811" y="14426"/>
                  </a:cubicBezTo>
                  <a:cubicBezTo>
                    <a:pt x="7029" y="14057"/>
                    <a:pt x="6811" y="11163"/>
                    <a:pt x="6811" y="10423"/>
                  </a:cubicBezTo>
                  <a:cubicBezTo>
                    <a:pt x="6811" y="9683"/>
                    <a:pt x="6985" y="7094"/>
                    <a:pt x="7007" y="6920"/>
                  </a:cubicBezTo>
                  <a:cubicBezTo>
                    <a:pt x="7224" y="5788"/>
                    <a:pt x="6942" y="4896"/>
                    <a:pt x="6898" y="4657"/>
                  </a:cubicBezTo>
                  <a:cubicBezTo>
                    <a:pt x="6855" y="4418"/>
                    <a:pt x="6855" y="4026"/>
                    <a:pt x="6746" y="3874"/>
                  </a:cubicBezTo>
                  <a:cubicBezTo>
                    <a:pt x="6506" y="3569"/>
                    <a:pt x="5179" y="3156"/>
                    <a:pt x="5157" y="3003"/>
                  </a:cubicBezTo>
                  <a:cubicBezTo>
                    <a:pt x="5136" y="2851"/>
                    <a:pt x="4962" y="741"/>
                    <a:pt x="4962" y="741"/>
                  </a:cubicBezTo>
                  <a:lnTo>
                    <a:pt x="2960" y="1"/>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2" name="Google Shape;962;g39181ba8852_1_1925"/>
            <p:cNvSpPr/>
            <p:nvPr/>
          </p:nvSpPr>
          <p:spPr>
            <a:xfrm>
              <a:off x="-138323" y="2680556"/>
              <a:ext cx="544367" cy="787173"/>
            </a:xfrm>
            <a:custGeom>
              <a:rect b="b" l="l" r="r" t="t"/>
              <a:pathLst>
                <a:path extrusionOk="0" h="10102" w="6986">
                  <a:moveTo>
                    <a:pt x="2525" y="0"/>
                  </a:moveTo>
                  <a:cubicBezTo>
                    <a:pt x="2525" y="0"/>
                    <a:pt x="1132" y="631"/>
                    <a:pt x="697" y="849"/>
                  </a:cubicBezTo>
                  <a:cubicBezTo>
                    <a:pt x="284" y="1045"/>
                    <a:pt x="1" y="1415"/>
                    <a:pt x="23" y="1980"/>
                  </a:cubicBezTo>
                  <a:cubicBezTo>
                    <a:pt x="44" y="2546"/>
                    <a:pt x="1807" y="6789"/>
                    <a:pt x="1872" y="7028"/>
                  </a:cubicBezTo>
                  <a:cubicBezTo>
                    <a:pt x="1916" y="7267"/>
                    <a:pt x="1393" y="9509"/>
                    <a:pt x="1676" y="9726"/>
                  </a:cubicBezTo>
                  <a:cubicBezTo>
                    <a:pt x="1741" y="9791"/>
                    <a:pt x="3330" y="9987"/>
                    <a:pt x="4744" y="10074"/>
                  </a:cubicBezTo>
                  <a:cubicBezTo>
                    <a:pt x="5364" y="10096"/>
                    <a:pt x="5876" y="10101"/>
                    <a:pt x="6232" y="10101"/>
                  </a:cubicBezTo>
                  <a:cubicBezTo>
                    <a:pt x="6588" y="10101"/>
                    <a:pt x="6789" y="10096"/>
                    <a:pt x="6789" y="10096"/>
                  </a:cubicBezTo>
                  <a:cubicBezTo>
                    <a:pt x="6789" y="10096"/>
                    <a:pt x="6702" y="8007"/>
                    <a:pt x="6768" y="7180"/>
                  </a:cubicBezTo>
                  <a:cubicBezTo>
                    <a:pt x="6855" y="6201"/>
                    <a:pt x="6855" y="5440"/>
                    <a:pt x="6898" y="4874"/>
                  </a:cubicBezTo>
                  <a:cubicBezTo>
                    <a:pt x="6985" y="3873"/>
                    <a:pt x="6963" y="2764"/>
                    <a:pt x="6898" y="2502"/>
                  </a:cubicBezTo>
                  <a:cubicBezTo>
                    <a:pt x="6833" y="2263"/>
                    <a:pt x="6746" y="1610"/>
                    <a:pt x="6572" y="1306"/>
                  </a:cubicBezTo>
                  <a:cubicBezTo>
                    <a:pt x="6398" y="1001"/>
                    <a:pt x="5070" y="544"/>
                    <a:pt x="5070" y="544"/>
                  </a:cubicBezTo>
                  <a:lnTo>
                    <a:pt x="4679" y="1284"/>
                  </a:lnTo>
                  <a:lnTo>
                    <a:pt x="2525"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3" name="Google Shape;963;g39181ba8852_1_1925"/>
            <p:cNvSpPr/>
            <p:nvPr/>
          </p:nvSpPr>
          <p:spPr>
            <a:xfrm>
              <a:off x="-101057" y="2738218"/>
              <a:ext cx="501977" cy="713458"/>
            </a:xfrm>
            <a:custGeom>
              <a:rect b="b" l="l" r="r" t="t"/>
              <a:pathLst>
                <a:path extrusionOk="0" h="9156" w="6442">
                  <a:moveTo>
                    <a:pt x="654" y="0"/>
                  </a:moveTo>
                  <a:lnTo>
                    <a:pt x="654" y="0"/>
                  </a:lnTo>
                  <a:cubicBezTo>
                    <a:pt x="653" y="0"/>
                    <a:pt x="1" y="1197"/>
                    <a:pt x="23" y="1632"/>
                  </a:cubicBezTo>
                  <a:cubicBezTo>
                    <a:pt x="23" y="2089"/>
                    <a:pt x="1132" y="4983"/>
                    <a:pt x="1350" y="5592"/>
                  </a:cubicBezTo>
                  <a:cubicBezTo>
                    <a:pt x="1568" y="6179"/>
                    <a:pt x="893" y="8507"/>
                    <a:pt x="1176" y="8899"/>
                  </a:cubicBezTo>
                  <a:cubicBezTo>
                    <a:pt x="1314" y="9106"/>
                    <a:pt x="1837" y="9155"/>
                    <a:pt x="2298" y="9155"/>
                  </a:cubicBezTo>
                  <a:cubicBezTo>
                    <a:pt x="2707" y="9155"/>
                    <a:pt x="3069" y="9117"/>
                    <a:pt x="3069" y="9117"/>
                  </a:cubicBezTo>
                  <a:cubicBezTo>
                    <a:pt x="3069" y="9117"/>
                    <a:pt x="2590" y="8573"/>
                    <a:pt x="2808" y="8246"/>
                  </a:cubicBezTo>
                  <a:cubicBezTo>
                    <a:pt x="3047" y="7920"/>
                    <a:pt x="6441" y="6810"/>
                    <a:pt x="6441" y="6810"/>
                  </a:cubicBezTo>
                  <a:cubicBezTo>
                    <a:pt x="6441" y="6810"/>
                    <a:pt x="3961" y="5418"/>
                    <a:pt x="3395" y="5309"/>
                  </a:cubicBezTo>
                  <a:cubicBezTo>
                    <a:pt x="2851" y="5200"/>
                    <a:pt x="1002" y="2459"/>
                    <a:pt x="545" y="1849"/>
                  </a:cubicBezTo>
                  <a:cubicBezTo>
                    <a:pt x="110" y="1240"/>
                    <a:pt x="654" y="0"/>
                    <a:pt x="654"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4" name="Google Shape;964;g39181ba8852_1_1925"/>
            <p:cNvSpPr/>
            <p:nvPr/>
          </p:nvSpPr>
          <p:spPr>
            <a:xfrm>
              <a:off x="66840" y="2548323"/>
              <a:ext cx="172988" cy="132312"/>
            </a:xfrm>
            <a:custGeom>
              <a:rect b="b" l="l" r="r" t="t"/>
              <a:pathLst>
                <a:path extrusionOk="0" h="1698" w="2220">
                  <a:moveTo>
                    <a:pt x="66" y="0"/>
                  </a:moveTo>
                  <a:lnTo>
                    <a:pt x="1" y="1284"/>
                  </a:lnTo>
                  <a:lnTo>
                    <a:pt x="675" y="1697"/>
                  </a:lnTo>
                  <a:lnTo>
                    <a:pt x="2220" y="1088"/>
                  </a:lnTo>
                  <a:lnTo>
                    <a:pt x="66"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5" name="Google Shape;965;g39181ba8852_1_1925"/>
            <p:cNvSpPr/>
            <p:nvPr/>
          </p:nvSpPr>
          <p:spPr>
            <a:xfrm>
              <a:off x="-163725" y="2754192"/>
              <a:ext cx="203534" cy="533457"/>
            </a:xfrm>
            <a:custGeom>
              <a:rect b="b" l="l" r="r" t="t"/>
              <a:pathLst>
                <a:path extrusionOk="0" h="6846" w="2612">
                  <a:moveTo>
                    <a:pt x="1127" y="1"/>
                  </a:moveTo>
                  <a:cubicBezTo>
                    <a:pt x="411" y="1"/>
                    <a:pt x="126" y="619"/>
                    <a:pt x="66" y="1405"/>
                  </a:cubicBezTo>
                  <a:cubicBezTo>
                    <a:pt x="0" y="2232"/>
                    <a:pt x="588" y="6540"/>
                    <a:pt x="784" y="6714"/>
                  </a:cubicBezTo>
                  <a:cubicBezTo>
                    <a:pt x="868" y="6798"/>
                    <a:pt x="1139" y="6846"/>
                    <a:pt x="1436" y="6846"/>
                  </a:cubicBezTo>
                  <a:cubicBezTo>
                    <a:pt x="1832" y="6846"/>
                    <a:pt x="2273" y="6761"/>
                    <a:pt x="2372" y="6562"/>
                  </a:cubicBezTo>
                  <a:cubicBezTo>
                    <a:pt x="2546" y="6214"/>
                    <a:pt x="2611" y="2471"/>
                    <a:pt x="2546" y="1775"/>
                  </a:cubicBezTo>
                  <a:cubicBezTo>
                    <a:pt x="2459" y="1101"/>
                    <a:pt x="2285" y="143"/>
                    <a:pt x="1306" y="13"/>
                  </a:cubicBezTo>
                  <a:cubicBezTo>
                    <a:pt x="1244" y="5"/>
                    <a:pt x="1184" y="1"/>
                    <a:pt x="1127"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6" name="Google Shape;966;g39181ba8852_1_1925"/>
            <p:cNvSpPr/>
            <p:nvPr/>
          </p:nvSpPr>
          <p:spPr>
            <a:xfrm>
              <a:off x="4115" y="2258222"/>
              <a:ext cx="332417" cy="373794"/>
            </a:xfrm>
            <a:custGeom>
              <a:rect b="b" l="l" r="r" t="t"/>
              <a:pathLst>
                <a:path extrusionOk="0" h="4797" w="4266">
                  <a:moveTo>
                    <a:pt x="2013" y="0"/>
                  </a:moveTo>
                  <a:cubicBezTo>
                    <a:pt x="1610" y="0"/>
                    <a:pt x="1209" y="133"/>
                    <a:pt x="893" y="481"/>
                  </a:cubicBezTo>
                  <a:cubicBezTo>
                    <a:pt x="0" y="1417"/>
                    <a:pt x="196" y="2505"/>
                    <a:pt x="523" y="3201"/>
                  </a:cubicBezTo>
                  <a:cubicBezTo>
                    <a:pt x="784" y="3745"/>
                    <a:pt x="1067" y="4050"/>
                    <a:pt x="1632" y="4419"/>
                  </a:cubicBezTo>
                  <a:cubicBezTo>
                    <a:pt x="1752" y="4479"/>
                    <a:pt x="2700" y="4797"/>
                    <a:pt x="3038" y="4797"/>
                  </a:cubicBezTo>
                  <a:cubicBezTo>
                    <a:pt x="3068" y="4797"/>
                    <a:pt x="3093" y="4795"/>
                    <a:pt x="3112" y="4789"/>
                  </a:cubicBezTo>
                  <a:cubicBezTo>
                    <a:pt x="3264" y="4768"/>
                    <a:pt x="3525" y="3614"/>
                    <a:pt x="3591" y="3614"/>
                  </a:cubicBezTo>
                  <a:cubicBezTo>
                    <a:pt x="3598" y="3618"/>
                    <a:pt x="3608" y="3620"/>
                    <a:pt x="3619" y="3620"/>
                  </a:cubicBezTo>
                  <a:cubicBezTo>
                    <a:pt x="3675" y="3620"/>
                    <a:pt x="3768" y="3574"/>
                    <a:pt x="3786" y="3484"/>
                  </a:cubicBezTo>
                  <a:cubicBezTo>
                    <a:pt x="3808" y="3353"/>
                    <a:pt x="3765" y="2505"/>
                    <a:pt x="3808" y="2418"/>
                  </a:cubicBezTo>
                  <a:cubicBezTo>
                    <a:pt x="3852" y="2331"/>
                    <a:pt x="4265" y="1395"/>
                    <a:pt x="3721" y="764"/>
                  </a:cubicBezTo>
                  <a:cubicBezTo>
                    <a:pt x="3431" y="404"/>
                    <a:pt x="2717" y="0"/>
                    <a:pt x="2013"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7" name="Google Shape;967;g39181ba8852_1_1925"/>
            <p:cNvSpPr/>
            <p:nvPr/>
          </p:nvSpPr>
          <p:spPr>
            <a:xfrm>
              <a:off x="-4379" y="2250975"/>
              <a:ext cx="318859" cy="302495"/>
            </a:xfrm>
            <a:custGeom>
              <a:rect b="b" l="l" r="r" t="t"/>
              <a:pathLst>
                <a:path extrusionOk="0" h="3882" w="4092">
                  <a:moveTo>
                    <a:pt x="2362" y="0"/>
                  </a:moveTo>
                  <a:cubicBezTo>
                    <a:pt x="1844" y="0"/>
                    <a:pt x="1024" y="197"/>
                    <a:pt x="588" y="1053"/>
                  </a:cubicBezTo>
                  <a:cubicBezTo>
                    <a:pt x="1" y="2228"/>
                    <a:pt x="697" y="3860"/>
                    <a:pt x="980" y="3881"/>
                  </a:cubicBezTo>
                  <a:cubicBezTo>
                    <a:pt x="1089" y="3881"/>
                    <a:pt x="1502" y="3337"/>
                    <a:pt x="1306" y="2228"/>
                  </a:cubicBezTo>
                  <a:cubicBezTo>
                    <a:pt x="1306" y="2221"/>
                    <a:pt x="1309" y="2218"/>
                    <a:pt x="1313" y="2218"/>
                  </a:cubicBezTo>
                  <a:cubicBezTo>
                    <a:pt x="1382" y="2218"/>
                    <a:pt x="1945" y="2908"/>
                    <a:pt x="2054" y="2908"/>
                  </a:cubicBezTo>
                  <a:cubicBezTo>
                    <a:pt x="2060" y="2908"/>
                    <a:pt x="2065" y="2906"/>
                    <a:pt x="2068" y="2902"/>
                  </a:cubicBezTo>
                  <a:cubicBezTo>
                    <a:pt x="2133" y="2837"/>
                    <a:pt x="1807" y="1858"/>
                    <a:pt x="2068" y="1662"/>
                  </a:cubicBezTo>
                  <a:cubicBezTo>
                    <a:pt x="2575" y="1299"/>
                    <a:pt x="3011" y="1194"/>
                    <a:pt x="3347" y="1194"/>
                  </a:cubicBezTo>
                  <a:cubicBezTo>
                    <a:pt x="3817" y="1194"/>
                    <a:pt x="4091" y="1401"/>
                    <a:pt x="4091" y="1401"/>
                  </a:cubicBezTo>
                  <a:cubicBezTo>
                    <a:pt x="3982" y="357"/>
                    <a:pt x="3069" y="161"/>
                    <a:pt x="2764" y="52"/>
                  </a:cubicBezTo>
                  <a:cubicBezTo>
                    <a:pt x="2685" y="24"/>
                    <a:pt x="2542" y="0"/>
                    <a:pt x="236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8" name="Google Shape;968;g39181ba8852_1_1925"/>
            <p:cNvSpPr/>
            <p:nvPr/>
          </p:nvSpPr>
          <p:spPr>
            <a:xfrm>
              <a:off x="85463" y="2414142"/>
              <a:ext cx="54390" cy="100442"/>
            </a:xfrm>
            <a:custGeom>
              <a:rect b="b" l="l" r="r" t="t"/>
              <a:pathLst>
                <a:path extrusionOk="0" h="1289" w="698">
                  <a:moveTo>
                    <a:pt x="329" y="1"/>
                  </a:moveTo>
                  <a:cubicBezTo>
                    <a:pt x="315" y="1"/>
                    <a:pt x="300" y="1"/>
                    <a:pt x="284" y="3"/>
                  </a:cubicBezTo>
                  <a:cubicBezTo>
                    <a:pt x="110" y="25"/>
                    <a:pt x="1" y="351"/>
                    <a:pt x="66" y="700"/>
                  </a:cubicBezTo>
                  <a:cubicBezTo>
                    <a:pt x="108" y="1034"/>
                    <a:pt x="311" y="1288"/>
                    <a:pt x="481" y="1288"/>
                  </a:cubicBezTo>
                  <a:cubicBezTo>
                    <a:pt x="488" y="1288"/>
                    <a:pt x="495" y="1288"/>
                    <a:pt x="501" y="1287"/>
                  </a:cubicBezTo>
                  <a:cubicBezTo>
                    <a:pt x="697" y="1265"/>
                    <a:pt x="697" y="787"/>
                    <a:pt x="632" y="438"/>
                  </a:cubicBezTo>
                  <a:cubicBezTo>
                    <a:pt x="592" y="118"/>
                    <a:pt x="497" y="1"/>
                    <a:pt x="329"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69" name="Google Shape;969;g39181ba8852_1_1925"/>
            <p:cNvSpPr/>
            <p:nvPr/>
          </p:nvSpPr>
          <p:spPr>
            <a:xfrm>
              <a:off x="141409" y="5055834"/>
              <a:ext cx="108624" cy="20416"/>
            </a:xfrm>
            <a:custGeom>
              <a:rect b="b" l="l" r="r" t="t"/>
              <a:pathLst>
                <a:path extrusionOk="0" h="262" w="1394">
                  <a:moveTo>
                    <a:pt x="1" y="0"/>
                  </a:moveTo>
                  <a:lnTo>
                    <a:pt x="1" y="261"/>
                  </a:lnTo>
                  <a:lnTo>
                    <a:pt x="1393" y="261"/>
                  </a:lnTo>
                  <a:lnTo>
                    <a:pt x="1393" y="0"/>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0" name="Google Shape;970;g39181ba8852_1_1925"/>
            <p:cNvSpPr/>
            <p:nvPr/>
          </p:nvSpPr>
          <p:spPr>
            <a:xfrm>
              <a:off x="119436" y="4912459"/>
              <a:ext cx="412054" cy="180780"/>
            </a:xfrm>
            <a:custGeom>
              <a:rect b="b" l="l" r="r" t="t"/>
              <a:pathLst>
                <a:path extrusionOk="0" h="2320" w="5288">
                  <a:moveTo>
                    <a:pt x="501" y="0"/>
                  </a:moveTo>
                  <a:cubicBezTo>
                    <a:pt x="411" y="0"/>
                    <a:pt x="353" y="4"/>
                    <a:pt x="348" y="13"/>
                  </a:cubicBezTo>
                  <a:cubicBezTo>
                    <a:pt x="152" y="274"/>
                    <a:pt x="44" y="752"/>
                    <a:pt x="22" y="992"/>
                  </a:cubicBezTo>
                  <a:cubicBezTo>
                    <a:pt x="0" y="1253"/>
                    <a:pt x="152" y="1840"/>
                    <a:pt x="348" y="1840"/>
                  </a:cubicBezTo>
                  <a:cubicBezTo>
                    <a:pt x="870" y="1840"/>
                    <a:pt x="1480" y="1862"/>
                    <a:pt x="2024" y="1927"/>
                  </a:cubicBezTo>
                  <a:cubicBezTo>
                    <a:pt x="2568" y="1993"/>
                    <a:pt x="2763" y="2319"/>
                    <a:pt x="4156" y="2319"/>
                  </a:cubicBezTo>
                  <a:cubicBezTo>
                    <a:pt x="4548" y="2319"/>
                    <a:pt x="5287" y="2276"/>
                    <a:pt x="5266" y="2123"/>
                  </a:cubicBezTo>
                  <a:cubicBezTo>
                    <a:pt x="5244" y="1949"/>
                    <a:pt x="3938" y="1666"/>
                    <a:pt x="3525" y="1275"/>
                  </a:cubicBezTo>
                  <a:cubicBezTo>
                    <a:pt x="2459" y="296"/>
                    <a:pt x="1741" y="56"/>
                    <a:pt x="1741" y="56"/>
                  </a:cubicBezTo>
                  <a:cubicBezTo>
                    <a:pt x="1741" y="56"/>
                    <a:pt x="863" y="0"/>
                    <a:pt x="5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1" name="Google Shape;971;g39181ba8852_1_1925"/>
            <p:cNvSpPr/>
            <p:nvPr/>
          </p:nvSpPr>
          <p:spPr>
            <a:xfrm>
              <a:off x="39724" y="3463978"/>
              <a:ext cx="359534" cy="1502502"/>
            </a:xfrm>
            <a:custGeom>
              <a:rect b="b" l="l" r="r" t="t"/>
              <a:pathLst>
                <a:path extrusionOk="0" h="19282" w="4614">
                  <a:moveTo>
                    <a:pt x="4380" y="0"/>
                  </a:moveTo>
                  <a:cubicBezTo>
                    <a:pt x="3680" y="0"/>
                    <a:pt x="262" y="999"/>
                    <a:pt x="262" y="999"/>
                  </a:cubicBezTo>
                  <a:cubicBezTo>
                    <a:pt x="262" y="999"/>
                    <a:pt x="174" y="1565"/>
                    <a:pt x="87" y="2370"/>
                  </a:cubicBezTo>
                  <a:cubicBezTo>
                    <a:pt x="0" y="3175"/>
                    <a:pt x="784" y="5743"/>
                    <a:pt x="1067" y="7766"/>
                  </a:cubicBezTo>
                  <a:cubicBezTo>
                    <a:pt x="1328" y="9790"/>
                    <a:pt x="1502" y="10203"/>
                    <a:pt x="1436" y="10682"/>
                  </a:cubicBezTo>
                  <a:cubicBezTo>
                    <a:pt x="1371" y="11160"/>
                    <a:pt x="762" y="13097"/>
                    <a:pt x="849" y="14381"/>
                  </a:cubicBezTo>
                  <a:cubicBezTo>
                    <a:pt x="914" y="15686"/>
                    <a:pt x="1175" y="19059"/>
                    <a:pt x="1175" y="19059"/>
                  </a:cubicBezTo>
                  <a:cubicBezTo>
                    <a:pt x="1175" y="19059"/>
                    <a:pt x="1567" y="19233"/>
                    <a:pt x="2220" y="19276"/>
                  </a:cubicBezTo>
                  <a:cubicBezTo>
                    <a:pt x="2257" y="19280"/>
                    <a:pt x="2293" y="19281"/>
                    <a:pt x="2328" y="19281"/>
                  </a:cubicBezTo>
                  <a:cubicBezTo>
                    <a:pt x="2943" y="19281"/>
                    <a:pt x="3351" y="18776"/>
                    <a:pt x="3351" y="18776"/>
                  </a:cubicBezTo>
                  <a:cubicBezTo>
                    <a:pt x="3351" y="18776"/>
                    <a:pt x="3873" y="11247"/>
                    <a:pt x="3960" y="10464"/>
                  </a:cubicBezTo>
                  <a:cubicBezTo>
                    <a:pt x="4026" y="9942"/>
                    <a:pt x="4439" y="6395"/>
                    <a:pt x="4570" y="3502"/>
                  </a:cubicBezTo>
                  <a:cubicBezTo>
                    <a:pt x="4613" y="2566"/>
                    <a:pt x="4504" y="412"/>
                    <a:pt x="4504" y="42"/>
                  </a:cubicBezTo>
                  <a:cubicBezTo>
                    <a:pt x="4504" y="13"/>
                    <a:pt x="4460" y="0"/>
                    <a:pt x="438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2" name="Google Shape;972;g39181ba8852_1_1925"/>
            <p:cNvSpPr/>
            <p:nvPr/>
          </p:nvSpPr>
          <p:spPr>
            <a:xfrm>
              <a:off x="-41624"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3" name="Google Shape;973;g39181ba8852_1_1925"/>
            <p:cNvSpPr/>
            <p:nvPr/>
          </p:nvSpPr>
          <p:spPr>
            <a:xfrm>
              <a:off x="-41637"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4" name="Google Shape;974;g39181ba8852_1_1925"/>
            <p:cNvSpPr/>
            <p:nvPr/>
          </p:nvSpPr>
          <p:spPr>
            <a:xfrm>
              <a:off x="-2677" y="5084665"/>
              <a:ext cx="108546" cy="28909"/>
            </a:xfrm>
            <a:custGeom>
              <a:rect b="b" l="l" r="r" t="t"/>
              <a:pathLst>
                <a:path extrusionOk="0" h="371" w="1393">
                  <a:moveTo>
                    <a:pt x="22" y="0"/>
                  </a:moveTo>
                  <a:lnTo>
                    <a:pt x="0" y="283"/>
                  </a:lnTo>
                  <a:lnTo>
                    <a:pt x="1371" y="370"/>
                  </a:lnTo>
                  <a:lnTo>
                    <a:pt x="1393" y="87"/>
                  </a:lnTo>
                  <a:lnTo>
                    <a:pt x="22"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5" name="Google Shape;975;g39181ba8852_1_1925"/>
            <p:cNvSpPr/>
            <p:nvPr/>
          </p:nvSpPr>
          <p:spPr>
            <a:xfrm>
              <a:off x="-21300"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6" name="Google Shape;976;g39181ba8852_1_1925"/>
            <p:cNvSpPr/>
            <p:nvPr/>
          </p:nvSpPr>
          <p:spPr>
            <a:xfrm>
              <a:off x="-2665" y="5084665"/>
              <a:ext cx="108546" cy="28909"/>
            </a:xfrm>
            <a:custGeom>
              <a:rect b="b" l="l" r="r" t="t"/>
              <a:pathLst>
                <a:path extrusionOk="0" h="371" w="1393">
                  <a:moveTo>
                    <a:pt x="22" y="0"/>
                  </a:moveTo>
                  <a:lnTo>
                    <a:pt x="0" y="283"/>
                  </a:lnTo>
                  <a:lnTo>
                    <a:pt x="1371" y="370"/>
                  </a:lnTo>
                  <a:lnTo>
                    <a:pt x="1393" y="87"/>
                  </a:lnTo>
                  <a:lnTo>
                    <a:pt x="2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7" name="Google Shape;977;g39181ba8852_1_1925"/>
            <p:cNvSpPr/>
            <p:nvPr/>
          </p:nvSpPr>
          <p:spPr>
            <a:xfrm>
              <a:off x="-21287"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8" name="Google Shape;978;g39181ba8852_1_1925"/>
            <p:cNvSpPr/>
            <p:nvPr/>
          </p:nvSpPr>
          <p:spPr>
            <a:xfrm>
              <a:off x="138059" y="2728010"/>
              <a:ext cx="88208" cy="52598"/>
            </a:xfrm>
            <a:custGeom>
              <a:rect b="b" l="l" r="r" t="t"/>
              <a:pathLst>
                <a:path extrusionOk="0" h="675" w="1132">
                  <a:moveTo>
                    <a:pt x="0" y="0"/>
                  </a:moveTo>
                  <a:lnTo>
                    <a:pt x="1132" y="675"/>
                  </a:lnTo>
                  <a:lnTo>
                    <a:pt x="1023" y="153"/>
                  </a:lnTo>
                  <a:lnTo>
                    <a:pt x="0"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79" name="Google Shape;979;g39181ba8852_1_1925"/>
            <p:cNvSpPr/>
            <p:nvPr/>
          </p:nvSpPr>
          <p:spPr>
            <a:xfrm>
              <a:off x="226186" y="2734789"/>
              <a:ext cx="33974" cy="45818"/>
            </a:xfrm>
            <a:custGeom>
              <a:rect b="b" l="l" r="r" t="t"/>
              <a:pathLst>
                <a:path extrusionOk="0" h="588" w="436">
                  <a:moveTo>
                    <a:pt x="262" y="1"/>
                  </a:moveTo>
                  <a:lnTo>
                    <a:pt x="1" y="588"/>
                  </a:lnTo>
                  <a:lnTo>
                    <a:pt x="1" y="588"/>
                  </a:lnTo>
                  <a:lnTo>
                    <a:pt x="436" y="153"/>
                  </a:lnTo>
                  <a:lnTo>
                    <a:pt x="262"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0" name="Google Shape;980;g39181ba8852_1_1925"/>
            <p:cNvSpPr/>
            <p:nvPr/>
          </p:nvSpPr>
          <p:spPr>
            <a:xfrm>
              <a:off x="-21287" y="3440056"/>
              <a:ext cx="413768" cy="62026"/>
            </a:xfrm>
            <a:custGeom>
              <a:rect b="b" l="l" r="r" t="t"/>
              <a:pathLst>
                <a:path extrusionOk="0" h="796" w="5310">
                  <a:moveTo>
                    <a:pt x="152" y="1"/>
                  </a:moveTo>
                  <a:lnTo>
                    <a:pt x="0" y="523"/>
                  </a:lnTo>
                  <a:cubicBezTo>
                    <a:pt x="0" y="523"/>
                    <a:pt x="849" y="654"/>
                    <a:pt x="2328" y="741"/>
                  </a:cubicBezTo>
                  <a:cubicBezTo>
                    <a:pt x="3090" y="784"/>
                    <a:pt x="3835" y="795"/>
                    <a:pt x="4390" y="795"/>
                  </a:cubicBezTo>
                  <a:cubicBezTo>
                    <a:pt x="4945" y="795"/>
                    <a:pt x="5309" y="784"/>
                    <a:pt x="5309" y="784"/>
                  </a:cubicBezTo>
                  <a:lnTo>
                    <a:pt x="5309" y="240"/>
                  </a:lnTo>
                  <a:cubicBezTo>
                    <a:pt x="5309" y="240"/>
                    <a:pt x="4439" y="197"/>
                    <a:pt x="3003" y="153"/>
                  </a:cubicBezTo>
                  <a:cubicBezTo>
                    <a:pt x="1588" y="88"/>
                    <a:pt x="152" y="1"/>
                    <a:pt x="152"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1" name="Google Shape;981;g39181ba8852_1_1925"/>
            <p:cNvSpPr/>
            <p:nvPr/>
          </p:nvSpPr>
          <p:spPr>
            <a:xfrm>
              <a:off x="339794" y="3457043"/>
              <a:ext cx="50961" cy="50961"/>
            </a:xfrm>
            <a:custGeom>
              <a:rect b="b" l="l" r="r" t="t"/>
              <a:pathLst>
                <a:path extrusionOk="0" h="654" w="654">
                  <a:moveTo>
                    <a:pt x="175" y="0"/>
                  </a:moveTo>
                  <a:cubicBezTo>
                    <a:pt x="66" y="0"/>
                    <a:pt x="1" y="88"/>
                    <a:pt x="1" y="175"/>
                  </a:cubicBezTo>
                  <a:lnTo>
                    <a:pt x="1" y="479"/>
                  </a:lnTo>
                  <a:cubicBezTo>
                    <a:pt x="1" y="566"/>
                    <a:pt x="66" y="653"/>
                    <a:pt x="175" y="653"/>
                  </a:cubicBezTo>
                  <a:lnTo>
                    <a:pt x="479" y="653"/>
                  </a:lnTo>
                  <a:cubicBezTo>
                    <a:pt x="588" y="653"/>
                    <a:pt x="653" y="566"/>
                    <a:pt x="653" y="479"/>
                  </a:cubicBezTo>
                  <a:lnTo>
                    <a:pt x="653" y="175"/>
                  </a:lnTo>
                  <a:cubicBezTo>
                    <a:pt x="653" y="88"/>
                    <a:pt x="588" y="0"/>
                    <a:pt x="479"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2" name="Google Shape;982;g39181ba8852_1_1925"/>
            <p:cNvSpPr/>
            <p:nvPr/>
          </p:nvSpPr>
          <p:spPr>
            <a:xfrm>
              <a:off x="194005" y="2746633"/>
              <a:ext cx="71299" cy="45896"/>
            </a:xfrm>
            <a:custGeom>
              <a:rect b="b" l="l" r="r" t="t"/>
              <a:pathLst>
                <a:path extrusionOk="0" h="589" w="915">
                  <a:moveTo>
                    <a:pt x="914" y="1"/>
                  </a:moveTo>
                  <a:lnTo>
                    <a:pt x="0" y="110"/>
                  </a:lnTo>
                  <a:lnTo>
                    <a:pt x="457" y="588"/>
                  </a:lnTo>
                  <a:lnTo>
                    <a:pt x="849" y="523"/>
                  </a:lnTo>
                  <a:lnTo>
                    <a:pt x="91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3" name="Google Shape;983;g39181ba8852_1_1925"/>
            <p:cNvSpPr/>
            <p:nvPr/>
          </p:nvSpPr>
          <p:spPr>
            <a:xfrm>
              <a:off x="229615" y="2787386"/>
              <a:ext cx="144157" cy="717199"/>
            </a:xfrm>
            <a:custGeom>
              <a:rect b="b" l="l" r="r" t="t"/>
              <a:pathLst>
                <a:path extrusionOk="0" h="9204" w="1850">
                  <a:moveTo>
                    <a:pt x="392" y="0"/>
                  </a:moveTo>
                  <a:lnTo>
                    <a:pt x="0" y="65"/>
                  </a:lnTo>
                  <a:cubicBezTo>
                    <a:pt x="0" y="65"/>
                    <a:pt x="610" y="3394"/>
                    <a:pt x="784" y="5004"/>
                  </a:cubicBezTo>
                  <a:cubicBezTo>
                    <a:pt x="979" y="6614"/>
                    <a:pt x="979" y="8703"/>
                    <a:pt x="979" y="8703"/>
                  </a:cubicBezTo>
                  <a:lnTo>
                    <a:pt x="1567" y="9204"/>
                  </a:lnTo>
                  <a:lnTo>
                    <a:pt x="1850" y="8747"/>
                  </a:lnTo>
                  <a:cubicBezTo>
                    <a:pt x="1850" y="8747"/>
                    <a:pt x="1632" y="7376"/>
                    <a:pt x="1349" y="4917"/>
                  </a:cubicBezTo>
                  <a:cubicBezTo>
                    <a:pt x="1045" y="2459"/>
                    <a:pt x="392" y="0"/>
                    <a:pt x="39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4" name="Google Shape;984;g39181ba8852_1_1925"/>
            <p:cNvSpPr/>
            <p:nvPr/>
          </p:nvSpPr>
          <p:spPr>
            <a:xfrm>
              <a:off x="36295" y="2648296"/>
              <a:ext cx="181559" cy="145949"/>
            </a:xfrm>
            <a:custGeom>
              <a:rect b="b" l="l" r="r" t="t"/>
              <a:pathLst>
                <a:path extrusionOk="0" h="1873" w="2330">
                  <a:moveTo>
                    <a:pt x="393" y="1"/>
                  </a:moveTo>
                  <a:lnTo>
                    <a:pt x="1" y="545"/>
                  </a:lnTo>
                  <a:lnTo>
                    <a:pt x="2024" y="1872"/>
                  </a:lnTo>
                  <a:lnTo>
                    <a:pt x="2329" y="1176"/>
                  </a:lnTo>
                  <a:lnTo>
                    <a:pt x="39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5" name="Google Shape;985;g39181ba8852_1_1925"/>
            <p:cNvSpPr/>
            <p:nvPr/>
          </p:nvSpPr>
          <p:spPr>
            <a:xfrm>
              <a:off x="136345" y="2875515"/>
              <a:ext cx="351041" cy="507042"/>
            </a:xfrm>
            <a:custGeom>
              <a:rect b="b" l="l" r="r" t="t"/>
              <a:pathLst>
                <a:path extrusionOk="0" h="6507" w="4505">
                  <a:moveTo>
                    <a:pt x="4265" y="0"/>
                  </a:moveTo>
                  <a:lnTo>
                    <a:pt x="1" y="566"/>
                  </a:lnTo>
                  <a:lnTo>
                    <a:pt x="262" y="6506"/>
                  </a:lnTo>
                  <a:lnTo>
                    <a:pt x="4505" y="5832"/>
                  </a:lnTo>
                  <a:lnTo>
                    <a:pt x="4265"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6" name="Google Shape;986;g39181ba8852_1_1925"/>
            <p:cNvSpPr/>
            <p:nvPr/>
          </p:nvSpPr>
          <p:spPr>
            <a:xfrm>
              <a:off x="246523" y="2704244"/>
              <a:ext cx="34052" cy="67948"/>
            </a:xfrm>
            <a:custGeom>
              <a:rect b="b" l="l" r="r" t="t"/>
              <a:pathLst>
                <a:path extrusionOk="0" h="872" w="437">
                  <a:moveTo>
                    <a:pt x="23" y="1"/>
                  </a:moveTo>
                  <a:lnTo>
                    <a:pt x="1" y="393"/>
                  </a:lnTo>
                  <a:lnTo>
                    <a:pt x="371" y="871"/>
                  </a:lnTo>
                  <a:lnTo>
                    <a:pt x="436" y="305"/>
                  </a:lnTo>
                  <a:lnTo>
                    <a:pt x="2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7" name="Google Shape;987;g39181ba8852_1_1925"/>
            <p:cNvSpPr/>
            <p:nvPr/>
          </p:nvSpPr>
          <p:spPr>
            <a:xfrm>
              <a:off x="-133180" y="3036579"/>
              <a:ext cx="498470" cy="250365"/>
            </a:xfrm>
            <a:custGeom>
              <a:rect b="b" l="l" r="r" t="t"/>
              <a:pathLst>
                <a:path extrusionOk="0" h="3213" w="6397">
                  <a:moveTo>
                    <a:pt x="6049" y="0"/>
                  </a:moveTo>
                  <a:cubicBezTo>
                    <a:pt x="6049" y="0"/>
                    <a:pt x="3568" y="305"/>
                    <a:pt x="1153" y="1175"/>
                  </a:cubicBezTo>
                  <a:cubicBezTo>
                    <a:pt x="914" y="1262"/>
                    <a:pt x="0" y="1850"/>
                    <a:pt x="239" y="2764"/>
                  </a:cubicBezTo>
                  <a:cubicBezTo>
                    <a:pt x="328" y="3093"/>
                    <a:pt x="627" y="3212"/>
                    <a:pt x="1013" y="3212"/>
                  </a:cubicBezTo>
                  <a:cubicBezTo>
                    <a:pt x="1672" y="3212"/>
                    <a:pt x="2585" y="2866"/>
                    <a:pt x="3133" y="2633"/>
                  </a:cubicBezTo>
                  <a:cubicBezTo>
                    <a:pt x="3982" y="2263"/>
                    <a:pt x="6397" y="958"/>
                    <a:pt x="6397" y="958"/>
                  </a:cubicBezTo>
                  <a:lnTo>
                    <a:pt x="6049"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8" name="Google Shape;988;g39181ba8852_1_1925"/>
            <p:cNvSpPr/>
            <p:nvPr/>
          </p:nvSpPr>
          <p:spPr>
            <a:xfrm>
              <a:off x="407584" y="3075228"/>
              <a:ext cx="84858" cy="36000"/>
            </a:xfrm>
            <a:custGeom>
              <a:rect b="b" l="l" r="r" t="t"/>
              <a:pathLst>
                <a:path extrusionOk="0" h="462" w="1089">
                  <a:moveTo>
                    <a:pt x="913" y="1"/>
                  </a:moveTo>
                  <a:cubicBezTo>
                    <a:pt x="900" y="1"/>
                    <a:pt x="886" y="2"/>
                    <a:pt x="871" y="5"/>
                  </a:cubicBezTo>
                  <a:lnTo>
                    <a:pt x="153" y="114"/>
                  </a:lnTo>
                  <a:cubicBezTo>
                    <a:pt x="66" y="135"/>
                    <a:pt x="1" y="222"/>
                    <a:pt x="23" y="310"/>
                  </a:cubicBezTo>
                  <a:cubicBezTo>
                    <a:pt x="44" y="397"/>
                    <a:pt x="131" y="462"/>
                    <a:pt x="219" y="462"/>
                  </a:cubicBezTo>
                  <a:lnTo>
                    <a:pt x="937" y="331"/>
                  </a:lnTo>
                  <a:cubicBezTo>
                    <a:pt x="1024" y="331"/>
                    <a:pt x="1089" y="244"/>
                    <a:pt x="1067" y="135"/>
                  </a:cubicBezTo>
                  <a:cubicBezTo>
                    <a:pt x="1067" y="60"/>
                    <a:pt x="1001" y="1"/>
                    <a:pt x="91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89" name="Google Shape;989;g39181ba8852_1_1925"/>
            <p:cNvSpPr/>
            <p:nvPr/>
          </p:nvSpPr>
          <p:spPr>
            <a:xfrm>
              <a:off x="405948" y="3050137"/>
              <a:ext cx="84858" cy="36000"/>
            </a:xfrm>
            <a:custGeom>
              <a:rect b="b" l="l" r="r" t="t"/>
              <a:pathLst>
                <a:path extrusionOk="0" h="462" w="1089">
                  <a:moveTo>
                    <a:pt x="871" y="1"/>
                  </a:moveTo>
                  <a:lnTo>
                    <a:pt x="152" y="131"/>
                  </a:lnTo>
                  <a:cubicBezTo>
                    <a:pt x="65" y="131"/>
                    <a:pt x="0" y="218"/>
                    <a:pt x="22" y="305"/>
                  </a:cubicBezTo>
                  <a:lnTo>
                    <a:pt x="22" y="327"/>
                  </a:lnTo>
                  <a:cubicBezTo>
                    <a:pt x="41" y="402"/>
                    <a:pt x="109" y="462"/>
                    <a:pt x="184" y="462"/>
                  </a:cubicBezTo>
                  <a:cubicBezTo>
                    <a:pt x="195" y="462"/>
                    <a:pt x="206" y="460"/>
                    <a:pt x="218" y="457"/>
                  </a:cubicBezTo>
                  <a:lnTo>
                    <a:pt x="936" y="349"/>
                  </a:lnTo>
                  <a:cubicBezTo>
                    <a:pt x="1023" y="327"/>
                    <a:pt x="1088" y="240"/>
                    <a:pt x="1066" y="153"/>
                  </a:cubicBezTo>
                  <a:cubicBezTo>
                    <a:pt x="1066" y="44"/>
                    <a:pt x="979" y="1"/>
                    <a:pt x="87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0" name="Google Shape;990;g39181ba8852_1_1925"/>
            <p:cNvSpPr/>
            <p:nvPr/>
          </p:nvSpPr>
          <p:spPr>
            <a:xfrm>
              <a:off x="404233" y="3026059"/>
              <a:ext cx="83143" cy="36000"/>
            </a:xfrm>
            <a:custGeom>
              <a:rect b="b" l="l" r="r" t="t"/>
              <a:pathLst>
                <a:path extrusionOk="0" h="462" w="1067">
                  <a:moveTo>
                    <a:pt x="905" y="1"/>
                  </a:moveTo>
                  <a:cubicBezTo>
                    <a:pt x="894" y="1"/>
                    <a:pt x="882" y="2"/>
                    <a:pt x="871" y="5"/>
                  </a:cubicBezTo>
                  <a:lnTo>
                    <a:pt x="153" y="114"/>
                  </a:lnTo>
                  <a:cubicBezTo>
                    <a:pt x="44" y="135"/>
                    <a:pt x="0" y="223"/>
                    <a:pt x="0" y="310"/>
                  </a:cubicBezTo>
                  <a:cubicBezTo>
                    <a:pt x="22" y="418"/>
                    <a:pt x="109" y="462"/>
                    <a:pt x="196" y="462"/>
                  </a:cubicBezTo>
                  <a:lnTo>
                    <a:pt x="914" y="331"/>
                  </a:lnTo>
                  <a:cubicBezTo>
                    <a:pt x="1001" y="331"/>
                    <a:pt x="1067" y="244"/>
                    <a:pt x="1067" y="135"/>
                  </a:cubicBezTo>
                  <a:cubicBezTo>
                    <a:pt x="1048" y="60"/>
                    <a:pt x="980"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1" name="Google Shape;991;g39181ba8852_1_1925"/>
            <p:cNvSpPr/>
            <p:nvPr/>
          </p:nvSpPr>
          <p:spPr>
            <a:xfrm>
              <a:off x="399169" y="3004008"/>
              <a:ext cx="83143" cy="34676"/>
            </a:xfrm>
            <a:custGeom>
              <a:rect b="b" l="l" r="r" t="t"/>
              <a:pathLst>
                <a:path extrusionOk="0" h="445" w="1067">
                  <a:moveTo>
                    <a:pt x="905" y="1"/>
                  </a:moveTo>
                  <a:cubicBezTo>
                    <a:pt x="893" y="1"/>
                    <a:pt x="882" y="2"/>
                    <a:pt x="870" y="5"/>
                  </a:cubicBezTo>
                  <a:lnTo>
                    <a:pt x="152" y="114"/>
                  </a:lnTo>
                  <a:cubicBezTo>
                    <a:pt x="44" y="114"/>
                    <a:pt x="0" y="223"/>
                    <a:pt x="0" y="310"/>
                  </a:cubicBezTo>
                  <a:cubicBezTo>
                    <a:pt x="19" y="385"/>
                    <a:pt x="87" y="444"/>
                    <a:pt x="162" y="444"/>
                  </a:cubicBezTo>
                  <a:cubicBezTo>
                    <a:pt x="173" y="444"/>
                    <a:pt x="185" y="443"/>
                    <a:pt x="196" y="440"/>
                  </a:cubicBezTo>
                  <a:lnTo>
                    <a:pt x="914" y="331"/>
                  </a:lnTo>
                  <a:cubicBezTo>
                    <a:pt x="1001" y="310"/>
                    <a:pt x="1066" y="223"/>
                    <a:pt x="1066" y="136"/>
                  </a:cubicBezTo>
                  <a:cubicBezTo>
                    <a:pt x="1047" y="60"/>
                    <a:pt x="979"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2" name="Google Shape;992;g39181ba8852_1_1925"/>
            <p:cNvSpPr/>
            <p:nvPr/>
          </p:nvSpPr>
          <p:spPr>
            <a:xfrm>
              <a:off x="287276" y="3003228"/>
              <a:ext cx="193326" cy="127871"/>
            </a:xfrm>
            <a:custGeom>
              <a:rect b="b" l="l" r="r" t="t"/>
              <a:pathLst>
                <a:path extrusionOk="0" h="1641" w="2481">
                  <a:moveTo>
                    <a:pt x="1777" y="1"/>
                  </a:moveTo>
                  <a:cubicBezTo>
                    <a:pt x="1555" y="1"/>
                    <a:pt x="1334" y="9"/>
                    <a:pt x="1240" y="37"/>
                  </a:cubicBezTo>
                  <a:cubicBezTo>
                    <a:pt x="1001" y="124"/>
                    <a:pt x="0" y="777"/>
                    <a:pt x="0" y="777"/>
                  </a:cubicBezTo>
                  <a:lnTo>
                    <a:pt x="653" y="1603"/>
                  </a:lnTo>
                  <a:cubicBezTo>
                    <a:pt x="653" y="1603"/>
                    <a:pt x="861" y="1640"/>
                    <a:pt x="1121" y="1640"/>
                  </a:cubicBezTo>
                  <a:cubicBezTo>
                    <a:pt x="1208" y="1640"/>
                    <a:pt x="1300" y="1636"/>
                    <a:pt x="1393" y="1625"/>
                  </a:cubicBezTo>
                  <a:cubicBezTo>
                    <a:pt x="1763" y="1582"/>
                    <a:pt x="2481" y="1255"/>
                    <a:pt x="2481" y="1255"/>
                  </a:cubicBezTo>
                  <a:cubicBezTo>
                    <a:pt x="2481" y="1255"/>
                    <a:pt x="2263" y="755"/>
                    <a:pt x="2219" y="559"/>
                  </a:cubicBezTo>
                  <a:cubicBezTo>
                    <a:pt x="2154" y="363"/>
                    <a:pt x="2372" y="15"/>
                    <a:pt x="2372" y="15"/>
                  </a:cubicBezTo>
                  <a:cubicBezTo>
                    <a:pt x="2372" y="15"/>
                    <a:pt x="2073" y="1"/>
                    <a:pt x="177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3" name="Google Shape;993;g39181ba8852_1_1925"/>
            <p:cNvSpPr/>
            <p:nvPr/>
          </p:nvSpPr>
          <p:spPr>
            <a:xfrm>
              <a:off x="261796" y="3024735"/>
              <a:ext cx="103481" cy="127247"/>
            </a:xfrm>
            <a:custGeom>
              <a:rect b="b" l="l" r="r" t="t"/>
              <a:pathLst>
                <a:path extrusionOk="0" h="1633" w="1328">
                  <a:moveTo>
                    <a:pt x="871" y="0"/>
                  </a:moveTo>
                  <a:lnTo>
                    <a:pt x="1" y="283"/>
                  </a:lnTo>
                  <a:lnTo>
                    <a:pt x="436" y="1632"/>
                  </a:lnTo>
                  <a:lnTo>
                    <a:pt x="1328" y="1327"/>
                  </a:lnTo>
                  <a:lnTo>
                    <a:pt x="871"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4" name="Google Shape;994;g39181ba8852_1_1925"/>
            <p:cNvSpPr/>
            <p:nvPr/>
          </p:nvSpPr>
          <p:spPr>
            <a:xfrm>
              <a:off x="263510" y="3116526"/>
              <a:ext cx="371379" cy="233767"/>
            </a:xfrm>
            <a:custGeom>
              <a:rect b="b" l="l" r="r" t="t"/>
              <a:pathLst>
                <a:path extrusionOk="0" h="3000" w="4766">
                  <a:moveTo>
                    <a:pt x="3897" y="0"/>
                  </a:moveTo>
                  <a:cubicBezTo>
                    <a:pt x="3372" y="0"/>
                    <a:pt x="2639" y="458"/>
                    <a:pt x="2155" y="737"/>
                  </a:cubicBezTo>
                  <a:cubicBezTo>
                    <a:pt x="1437" y="1150"/>
                    <a:pt x="0" y="2086"/>
                    <a:pt x="0" y="2086"/>
                  </a:cubicBezTo>
                  <a:lnTo>
                    <a:pt x="392" y="3000"/>
                  </a:lnTo>
                  <a:cubicBezTo>
                    <a:pt x="392" y="3000"/>
                    <a:pt x="2611" y="2565"/>
                    <a:pt x="3830" y="2021"/>
                  </a:cubicBezTo>
                  <a:cubicBezTo>
                    <a:pt x="4026" y="1912"/>
                    <a:pt x="4766" y="1281"/>
                    <a:pt x="4461" y="389"/>
                  </a:cubicBezTo>
                  <a:cubicBezTo>
                    <a:pt x="4355" y="106"/>
                    <a:pt x="4150" y="0"/>
                    <a:pt x="3897"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5" name="Google Shape;995;g39181ba8852_1_1925"/>
            <p:cNvSpPr/>
            <p:nvPr/>
          </p:nvSpPr>
          <p:spPr>
            <a:xfrm>
              <a:off x="139773" y="3357381"/>
              <a:ext cx="81429" cy="48546"/>
            </a:xfrm>
            <a:custGeom>
              <a:rect b="b" l="l" r="r" t="t"/>
              <a:pathLst>
                <a:path extrusionOk="0" h="623" w="1045">
                  <a:moveTo>
                    <a:pt x="856" y="0"/>
                  </a:moveTo>
                  <a:cubicBezTo>
                    <a:pt x="832" y="0"/>
                    <a:pt x="807" y="6"/>
                    <a:pt x="783" y="18"/>
                  </a:cubicBezTo>
                  <a:lnTo>
                    <a:pt x="109" y="300"/>
                  </a:lnTo>
                  <a:cubicBezTo>
                    <a:pt x="44" y="344"/>
                    <a:pt x="0" y="431"/>
                    <a:pt x="22" y="518"/>
                  </a:cubicBezTo>
                  <a:cubicBezTo>
                    <a:pt x="54" y="582"/>
                    <a:pt x="121" y="622"/>
                    <a:pt x="188" y="622"/>
                  </a:cubicBezTo>
                  <a:cubicBezTo>
                    <a:pt x="213" y="622"/>
                    <a:pt x="238" y="617"/>
                    <a:pt x="261" y="605"/>
                  </a:cubicBezTo>
                  <a:lnTo>
                    <a:pt x="914" y="322"/>
                  </a:lnTo>
                  <a:cubicBezTo>
                    <a:pt x="1001" y="279"/>
                    <a:pt x="1045" y="192"/>
                    <a:pt x="1001" y="105"/>
                  </a:cubicBezTo>
                  <a:cubicBezTo>
                    <a:pt x="985" y="41"/>
                    <a:pt x="923" y="0"/>
                    <a:pt x="856"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6" name="Google Shape;996;g39181ba8852_1_1925"/>
            <p:cNvSpPr/>
            <p:nvPr/>
          </p:nvSpPr>
          <p:spPr>
            <a:xfrm>
              <a:off x="127851" y="3335329"/>
              <a:ext cx="81507" cy="49481"/>
            </a:xfrm>
            <a:custGeom>
              <a:rect b="b" l="l" r="r" t="t"/>
              <a:pathLst>
                <a:path extrusionOk="0" h="635" w="1046">
                  <a:moveTo>
                    <a:pt x="853" y="1"/>
                  </a:moveTo>
                  <a:cubicBezTo>
                    <a:pt x="831" y="1"/>
                    <a:pt x="807" y="6"/>
                    <a:pt x="784" y="18"/>
                  </a:cubicBezTo>
                  <a:lnTo>
                    <a:pt x="110" y="301"/>
                  </a:lnTo>
                  <a:cubicBezTo>
                    <a:pt x="23" y="344"/>
                    <a:pt x="1" y="453"/>
                    <a:pt x="23" y="540"/>
                  </a:cubicBezTo>
                  <a:cubicBezTo>
                    <a:pt x="56" y="606"/>
                    <a:pt x="127" y="635"/>
                    <a:pt x="198" y="635"/>
                  </a:cubicBezTo>
                  <a:cubicBezTo>
                    <a:pt x="220" y="635"/>
                    <a:pt x="241" y="632"/>
                    <a:pt x="262" y="627"/>
                  </a:cubicBezTo>
                  <a:lnTo>
                    <a:pt x="915" y="322"/>
                  </a:lnTo>
                  <a:cubicBezTo>
                    <a:pt x="1002" y="301"/>
                    <a:pt x="1045" y="192"/>
                    <a:pt x="1002" y="105"/>
                  </a:cubicBezTo>
                  <a:cubicBezTo>
                    <a:pt x="970" y="41"/>
                    <a:pt x="915"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7" name="Google Shape;997;g39181ba8852_1_1925"/>
            <p:cNvSpPr/>
            <p:nvPr/>
          </p:nvSpPr>
          <p:spPr>
            <a:xfrm>
              <a:off x="116008" y="3313278"/>
              <a:ext cx="83143" cy="50260"/>
            </a:xfrm>
            <a:custGeom>
              <a:rect b="b" l="l" r="r" t="t"/>
              <a:pathLst>
                <a:path extrusionOk="0" h="645" w="1067">
                  <a:moveTo>
                    <a:pt x="875" y="1"/>
                  </a:moveTo>
                  <a:cubicBezTo>
                    <a:pt x="852" y="1"/>
                    <a:pt x="829" y="6"/>
                    <a:pt x="806" y="18"/>
                  </a:cubicBezTo>
                  <a:lnTo>
                    <a:pt x="131" y="301"/>
                  </a:lnTo>
                  <a:cubicBezTo>
                    <a:pt x="44" y="344"/>
                    <a:pt x="1" y="453"/>
                    <a:pt x="44" y="540"/>
                  </a:cubicBezTo>
                  <a:cubicBezTo>
                    <a:pt x="76" y="604"/>
                    <a:pt x="143" y="644"/>
                    <a:pt x="202" y="644"/>
                  </a:cubicBezTo>
                  <a:cubicBezTo>
                    <a:pt x="224" y="644"/>
                    <a:pt x="244" y="639"/>
                    <a:pt x="262" y="627"/>
                  </a:cubicBezTo>
                  <a:lnTo>
                    <a:pt x="936" y="322"/>
                  </a:lnTo>
                  <a:cubicBezTo>
                    <a:pt x="1023" y="301"/>
                    <a:pt x="1067" y="192"/>
                    <a:pt x="1023" y="105"/>
                  </a:cubicBezTo>
                  <a:cubicBezTo>
                    <a:pt x="991" y="41"/>
                    <a:pt x="936" y="1"/>
                    <a:pt x="87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8" name="Google Shape;998;g39181ba8852_1_1925"/>
            <p:cNvSpPr/>
            <p:nvPr/>
          </p:nvSpPr>
          <p:spPr>
            <a:xfrm>
              <a:off x="109229" y="3291226"/>
              <a:ext cx="81429" cy="50260"/>
            </a:xfrm>
            <a:custGeom>
              <a:rect b="b" l="l" r="r" t="t"/>
              <a:pathLst>
                <a:path extrusionOk="0" h="645" w="1045">
                  <a:moveTo>
                    <a:pt x="853" y="1"/>
                  </a:moveTo>
                  <a:cubicBezTo>
                    <a:pt x="830" y="1"/>
                    <a:pt x="807" y="6"/>
                    <a:pt x="784" y="18"/>
                  </a:cubicBezTo>
                  <a:lnTo>
                    <a:pt x="109" y="301"/>
                  </a:lnTo>
                  <a:cubicBezTo>
                    <a:pt x="22" y="344"/>
                    <a:pt x="1" y="453"/>
                    <a:pt x="22" y="540"/>
                  </a:cubicBezTo>
                  <a:cubicBezTo>
                    <a:pt x="54" y="604"/>
                    <a:pt x="121" y="644"/>
                    <a:pt x="189" y="644"/>
                  </a:cubicBezTo>
                  <a:cubicBezTo>
                    <a:pt x="213" y="644"/>
                    <a:pt x="238" y="639"/>
                    <a:pt x="262" y="627"/>
                  </a:cubicBezTo>
                  <a:lnTo>
                    <a:pt x="914" y="323"/>
                  </a:lnTo>
                  <a:cubicBezTo>
                    <a:pt x="1001" y="301"/>
                    <a:pt x="1045" y="192"/>
                    <a:pt x="1001" y="105"/>
                  </a:cubicBezTo>
                  <a:cubicBezTo>
                    <a:pt x="970" y="41"/>
                    <a:pt x="914"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999" name="Google Shape;999;g39181ba8852_1_1925"/>
            <p:cNvSpPr/>
            <p:nvPr/>
          </p:nvSpPr>
          <p:spPr>
            <a:xfrm>
              <a:off x="114293" y="3268629"/>
              <a:ext cx="186624" cy="135897"/>
            </a:xfrm>
            <a:custGeom>
              <a:rect b="b" l="l" r="r" t="t"/>
              <a:pathLst>
                <a:path extrusionOk="0" h="1744" w="2395">
                  <a:moveTo>
                    <a:pt x="2076" y="1"/>
                  </a:moveTo>
                  <a:cubicBezTo>
                    <a:pt x="1705" y="1"/>
                    <a:pt x="1125" y="11"/>
                    <a:pt x="980" y="69"/>
                  </a:cubicBezTo>
                  <a:cubicBezTo>
                    <a:pt x="741" y="134"/>
                    <a:pt x="1" y="656"/>
                    <a:pt x="1" y="656"/>
                  </a:cubicBezTo>
                  <a:cubicBezTo>
                    <a:pt x="1" y="656"/>
                    <a:pt x="371" y="808"/>
                    <a:pt x="436" y="1026"/>
                  </a:cubicBezTo>
                  <a:cubicBezTo>
                    <a:pt x="479" y="1222"/>
                    <a:pt x="588" y="1744"/>
                    <a:pt x="588" y="1744"/>
                  </a:cubicBezTo>
                  <a:cubicBezTo>
                    <a:pt x="588" y="1744"/>
                    <a:pt x="1372" y="1635"/>
                    <a:pt x="1698" y="1461"/>
                  </a:cubicBezTo>
                  <a:cubicBezTo>
                    <a:pt x="2024" y="1287"/>
                    <a:pt x="2307" y="1048"/>
                    <a:pt x="2307" y="1048"/>
                  </a:cubicBezTo>
                  <a:lnTo>
                    <a:pt x="2394" y="3"/>
                  </a:lnTo>
                  <a:cubicBezTo>
                    <a:pt x="2394" y="3"/>
                    <a:pt x="2261" y="1"/>
                    <a:pt x="2076"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0" name="Google Shape;1000;g39181ba8852_1_1925"/>
            <p:cNvSpPr/>
            <p:nvPr/>
          </p:nvSpPr>
          <p:spPr>
            <a:xfrm>
              <a:off x="239744" y="3240032"/>
              <a:ext cx="105195" cy="127247"/>
            </a:xfrm>
            <a:custGeom>
              <a:rect b="b" l="l" r="r" t="t"/>
              <a:pathLst>
                <a:path extrusionOk="0" h="1633" w="1350">
                  <a:moveTo>
                    <a:pt x="893" y="0"/>
                  </a:moveTo>
                  <a:lnTo>
                    <a:pt x="1" y="305"/>
                  </a:lnTo>
                  <a:lnTo>
                    <a:pt x="458" y="1632"/>
                  </a:lnTo>
                  <a:lnTo>
                    <a:pt x="1350" y="1328"/>
                  </a:lnTo>
                  <a:lnTo>
                    <a:pt x="893"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01" name="Google Shape;1001;g39181ba8852_1_1925"/>
          <p:cNvSpPr txBox="1"/>
          <p:nvPr>
            <p:ph type="title"/>
          </p:nvPr>
        </p:nvSpPr>
        <p:spPr>
          <a:xfrm>
            <a:off x="2924620" y="720000"/>
            <a:ext cx="6342900" cy="1411500"/>
          </a:xfrm>
          <a:prstGeom prst="rect">
            <a:avLst/>
          </a:prstGeom>
        </p:spPr>
        <p:txBody>
          <a:bodyPr anchorCtr="0" anchor="t" bIns="121900" lIns="121900" spcFirstLastPara="1" rIns="121900" wrap="square" tIns="121900">
            <a:noAutofit/>
          </a:bodyPr>
          <a:lstStyle>
            <a:lvl1pPr lvl="0" algn="ctr">
              <a:spcBef>
                <a:spcPts val="0"/>
              </a:spcBef>
              <a:spcAft>
                <a:spcPts val="0"/>
              </a:spcAft>
              <a:buSzPts val="4700"/>
              <a:buNone/>
              <a:defRPr sz="9600"/>
            </a:lvl1pPr>
            <a:lvl2pPr lvl="1">
              <a:spcBef>
                <a:spcPts val="0"/>
              </a:spcBef>
              <a:spcAft>
                <a:spcPts val="0"/>
              </a:spcAft>
              <a:buSzPts val="4700"/>
              <a:buNone/>
              <a:defRPr/>
            </a:lvl2pPr>
            <a:lvl3pPr lvl="2">
              <a:spcBef>
                <a:spcPts val="0"/>
              </a:spcBef>
              <a:spcAft>
                <a:spcPts val="0"/>
              </a:spcAft>
              <a:buSzPts val="4700"/>
              <a:buNone/>
              <a:defRPr/>
            </a:lvl3pPr>
            <a:lvl4pPr lvl="3">
              <a:spcBef>
                <a:spcPts val="0"/>
              </a:spcBef>
              <a:spcAft>
                <a:spcPts val="0"/>
              </a:spcAft>
              <a:buSzPts val="4700"/>
              <a:buNone/>
              <a:defRPr/>
            </a:lvl4pPr>
            <a:lvl5pPr lvl="4">
              <a:spcBef>
                <a:spcPts val="0"/>
              </a:spcBef>
              <a:spcAft>
                <a:spcPts val="0"/>
              </a:spcAft>
              <a:buSzPts val="4700"/>
              <a:buNone/>
              <a:defRPr/>
            </a:lvl5pPr>
            <a:lvl6pPr lvl="5">
              <a:spcBef>
                <a:spcPts val="0"/>
              </a:spcBef>
              <a:spcAft>
                <a:spcPts val="0"/>
              </a:spcAft>
              <a:buSzPts val="4700"/>
              <a:buNone/>
              <a:defRPr/>
            </a:lvl6pPr>
            <a:lvl7pPr lvl="6">
              <a:spcBef>
                <a:spcPts val="0"/>
              </a:spcBef>
              <a:spcAft>
                <a:spcPts val="0"/>
              </a:spcAft>
              <a:buSzPts val="4700"/>
              <a:buNone/>
              <a:defRPr/>
            </a:lvl7pPr>
            <a:lvl8pPr lvl="7">
              <a:spcBef>
                <a:spcPts val="0"/>
              </a:spcBef>
              <a:spcAft>
                <a:spcPts val="0"/>
              </a:spcAft>
              <a:buSzPts val="4700"/>
              <a:buNone/>
              <a:defRPr/>
            </a:lvl8pPr>
            <a:lvl9pPr lvl="8">
              <a:spcBef>
                <a:spcPts val="0"/>
              </a:spcBef>
              <a:spcAft>
                <a:spcPts val="0"/>
              </a:spcAft>
              <a:buSzPts val="4700"/>
              <a:buNone/>
              <a:defRPr/>
            </a:lvl9pPr>
          </a:lstStyle>
          <a:p/>
        </p:txBody>
      </p:sp>
      <p:sp>
        <p:nvSpPr>
          <p:cNvPr id="1002" name="Google Shape;1002;g39181ba8852_1_1925"/>
          <p:cNvSpPr txBox="1"/>
          <p:nvPr>
            <p:ph idx="1" type="subTitle"/>
          </p:nvPr>
        </p:nvSpPr>
        <p:spPr>
          <a:xfrm>
            <a:off x="2924567" y="2455267"/>
            <a:ext cx="6342900" cy="1411500"/>
          </a:xfrm>
          <a:prstGeom prst="rect">
            <a:avLst/>
          </a:prstGeom>
        </p:spPr>
        <p:txBody>
          <a:bodyPr anchorCtr="0" anchor="ctr" bIns="121900" lIns="121900" spcFirstLastPara="1" rIns="121900" wrap="square" tIns="121900">
            <a:noAutofit/>
          </a:bodyPr>
          <a:lstStyle>
            <a:lvl1pPr lvl="0" algn="ctr">
              <a:lnSpc>
                <a:spcPct val="100000"/>
              </a:lnSpc>
              <a:spcBef>
                <a:spcPts val="0"/>
              </a:spcBef>
              <a:spcAft>
                <a:spcPts val="0"/>
              </a:spcAft>
              <a:buSzPts val="1600"/>
              <a:buNone/>
              <a:defRPr/>
            </a:lvl1pPr>
            <a:lvl2pPr lvl="1" algn="ctr">
              <a:lnSpc>
                <a:spcPct val="100000"/>
              </a:lnSpc>
              <a:spcBef>
                <a:spcPts val="0"/>
              </a:spcBef>
              <a:spcAft>
                <a:spcPts val="0"/>
              </a:spcAft>
              <a:buSzPts val="1600"/>
              <a:buNone/>
              <a:defRPr/>
            </a:lvl2pPr>
            <a:lvl3pPr lvl="2" algn="ctr">
              <a:lnSpc>
                <a:spcPct val="100000"/>
              </a:lnSpc>
              <a:spcBef>
                <a:spcPts val="2100"/>
              </a:spcBef>
              <a:spcAft>
                <a:spcPts val="0"/>
              </a:spcAft>
              <a:buSzPts val="1600"/>
              <a:buNone/>
              <a:defRPr/>
            </a:lvl3pPr>
            <a:lvl4pPr lvl="3" algn="ctr">
              <a:lnSpc>
                <a:spcPct val="100000"/>
              </a:lnSpc>
              <a:spcBef>
                <a:spcPts val="2100"/>
              </a:spcBef>
              <a:spcAft>
                <a:spcPts val="0"/>
              </a:spcAft>
              <a:buSzPts val="1600"/>
              <a:buNone/>
              <a:defRPr/>
            </a:lvl4pPr>
            <a:lvl5pPr lvl="4" algn="ctr">
              <a:lnSpc>
                <a:spcPct val="100000"/>
              </a:lnSpc>
              <a:spcBef>
                <a:spcPts val="2100"/>
              </a:spcBef>
              <a:spcAft>
                <a:spcPts val="0"/>
              </a:spcAft>
              <a:buSzPts val="1600"/>
              <a:buNone/>
              <a:defRPr/>
            </a:lvl5pPr>
            <a:lvl6pPr lvl="5" algn="ctr">
              <a:lnSpc>
                <a:spcPct val="100000"/>
              </a:lnSpc>
              <a:spcBef>
                <a:spcPts val="2100"/>
              </a:spcBef>
              <a:spcAft>
                <a:spcPts val="0"/>
              </a:spcAft>
              <a:buSzPts val="1600"/>
              <a:buNone/>
              <a:defRPr/>
            </a:lvl6pPr>
            <a:lvl7pPr lvl="6" algn="ctr">
              <a:lnSpc>
                <a:spcPct val="100000"/>
              </a:lnSpc>
              <a:spcBef>
                <a:spcPts val="2100"/>
              </a:spcBef>
              <a:spcAft>
                <a:spcPts val="0"/>
              </a:spcAft>
              <a:buSzPts val="1600"/>
              <a:buNone/>
              <a:defRPr/>
            </a:lvl7pPr>
            <a:lvl8pPr lvl="7" algn="ctr">
              <a:lnSpc>
                <a:spcPct val="100000"/>
              </a:lnSpc>
              <a:spcBef>
                <a:spcPts val="2100"/>
              </a:spcBef>
              <a:spcAft>
                <a:spcPts val="0"/>
              </a:spcAft>
              <a:buSzPts val="1600"/>
              <a:buNone/>
              <a:defRPr/>
            </a:lvl8pPr>
            <a:lvl9pPr lvl="8" algn="ctr">
              <a:lnSpc>
                <a:spcPct val="100000"/>
              </a:lnSpc>
              <a:spcBef>
                <a:spcPts val="2100"/>
              </a:spcBef>
              <a:spcAft>
                <a:spcPts val="2100"/>
              </a:spcAft>
              <a:buSzPts val="1600"/>
              <a:buNone/>
              <a:defRPr/>
            </a:lvl9pPr>
          </a:lstStyle>
          <a:p/>
        </p:txBody>
      </p:sp>
      <p:sp>
        <p:nvSpPr>
          <p:cNvPr id="1003" name="Google Shape;1003;g39181ba8852_1_1925"/>
          <p:cNvSpPr txBox="1"/>
          <p:nvPr/>
        </p:nvSpPr>
        <p:spPr>
          <a:xfrm>
            <a:off x="2798800" y="4815933"/>
            <a:ext cx="6594300" cy="741600"/>
          </a:xfrm>
          <a:prstGeom prst="rect">
            <a:avLst/>
          </a:prstGeom>
          <a:noFill/>
          <a:ln>
            <a:noFill/>
          </a:ln>
        </p:spPr>
        <p:txBody>
          <a:bodyPr anchorCtr="0" anchor="t" bIns="121900" lIns="121900" spcFirstLastPara="1" rIns="121900" wrap="square" tIns="121900">
            <a:noAutofit/>
          </a:bodyPr>
          <a:lstStyle/>
          <a:p>
            <a:pPr indent="0" lvl="0" marL="0" rtl="0" algn="ctr">
              <a:spcBef>
                <a:spcPts val="400"/>
              </a:spcBef>
              <a:spcAft>
                <a:spcPts val="0"/>
              </a:spcAft>
              <a:buNone/>
            </a:pPr>
            <a:r>
              <a:rPr b="1" lang="en-US" sz="1600">
                <a:solidFill>
                  <a:schemeClr val="dk1"/>
                </a:solidFill>
                <a:latin typeface="Open Sans"/>
                <a:ea typeface="Open Sans"/>
                <a:cs typeface="Open Sans"/>
                <a:sym typeface="Open Sans"/>
              </a:rPr>
              <a:t>CREDITS:</a:t>
            </a:r>
            <a:r>
              <a:rPr lang="en-US" sz="1600">
                <a:solidFill>
                  <a:schemeClr val="dk1"/>
                </a:solidFill>
                <a:latin typeface="Open Sans"/>
                <a:ea typeface="Open Sans"/>
                <a:cs typeface="Open Sans"/>
                <a:sym typeface="Open Sans"/>
              </a:rPr>
              <a:t> This presentation template was created by </a:t>
            </a:r>
            <a:r>
              <a:rPr b="1" lang="en-US" sz="1600" u="sng">
                <a:solidFill>
                  <a:schemeClr val="hlink"/>
                </a:solidFill>
                <a:latin typeface="Open Sans"/>
                <a:ea typeface="Open Sans"/>
                <a:cs typeface="Open Sans"/>
                <a:sym typeface="Open Sans"/>
                <a:hlinkClick r:id="rId2"/>
              </a:rPr>
              <a:t>Slidesgo</a:t>
            </a:r>
            <a:r>
              <a:rPr lang="en-US" sz="1600">
                <a:solidFill>
                  <a:schemeClr val="dk1"/>
                </a:solidFill>
                <a:latin typeface="Open Sans"/>
                <a:ea typeface="Open Sans"/>
                <a:cs typeface="Open Sans"/>
                <a:sym typeface="Open Sans"/>
              </a:rPr>
              <a:t>, and includes icons by </a:t>
            </a:r>
            <a:r>
              <a:rPr b="1" lang="en-US" sz="1600" u="sng">
                <a:solidFill>
                  <a:schemeClr val="dk1"/>
                </a:solidFill>
                <a:latin typeface="Open Sans"/>
                <a:ea typeface="Open Sans"/>
                <a:cs typeface="Open Sans"/>
                <a:sym typeface="Open Sans"/>
                <a:hlinkClick r:id="rId3">
                  <a:extLst>
                    <a:ext uri="{A12FA001-AC4F-418D-AE19-62706E023703}">
                      <ahyp:hlinkClr val="tx"/>
                    </a:ext>
                  </a:extLst>
                </a:hlinkClick>
              </a:rPr>
              <a:t>Flaticon</a:t>
            </a:r>
            <a:r>
              <a:rPr lang="en-US" sz="1600">
                <a:solidFill>
                  <a:schemeClr val="dk1"/>
                </a:solidFill>
                <a:latin typeface="Open Sans"/>
                <a:ea typeface="Open Sans"/>
                <a:cs typeface="Open Sans"/>
                <a:sym typeface="Open Sans"/>
              </a:rPr>
              <a:t>, and infographics &amp; images by </a:t>
            </a:r>
            <a:r>
              <a:rPr b="1" lang="en-US" sz="1600" u="sng">
                <a:solidFill>
                  <a:schemeClr val="dk1"/>
                </a:solidFill>
                <a:latin typeface="Open Sans"/>
                <a:ea typeface="Open Sans"/>
                <a:cs typeface="Open Sans"/>
                <a:sym typeface="Open Sans"/>
                <a:hlinkClick r:id="rId4">
                  <a:extLst>
                    <a:ext uri="{A12FA001-AC4F-418D-AE19-62706E023703}">
                      <ahyp:hlinkClr val="tx"/>
                    </a:ext>
                  </a:extLst>
                </a:hlinkClick>
              </a:rPr>
              <a:t>Freepik</a:t>
            </a:r>
            <a:r>
              <a:rPr lang="en-US" sz="1600" u="sng">
                <a:solidFill>
                  <a:schemeClr val="dk1"/>
                </a:solidFill>
                <a:latin typeface="Open Sans"/>
                <a:ea typeface="Open Sans"/>
                <a:cs typeface="Open Sans"/>
                <a:sym typeface="Open Sans"/>
              </a:rPr>
              <a:t> </a:t>
            </a:r>
            <a:endParaRPr b="1" sz="1600" u="sng">
              <a:solidFill>
                <a:schemeClr val="dk1"/>
              </a:solidFill>
              <a:latin typeface="Open Sans"/>
              <a:ea typeface="Open Sans"/>
              <a:cs typeface="Open Sans"/>
              <a:sym typeface="Open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04" name="Shape 1004"/>
        <p:cNvGrpSpPr/>
        <p:nvPr/>
      </p:nvGrpSpPr>
      <p:grpSpPr>
        <a:xfrm>
          <a:off x="0" y="0"/>
          <a:ext cx="0" cy="0"/>
          <a:chOff x="0" y="0"/>
          <a:chExt cx="0" cy="0"/>
        </a:xfrm>
      </p:grpSpPr>
      <p:sp>
        <p:nvSpPr>
          <p:cNvPr id="1005" name="Google Shape;1005;g39181ba8852_1_2015"/>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6" name="Google Shape;1006;g39181ba8852_1_2015"/>
          <p:cNvSpPr/>
          <p:nvPr/>
        </p:nvSpPr>
        <p:spPr>
          <a:xfrm flipH="1">
            <a:off x="-499094"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007" name="Google Shape;1007;g39181ba8852_1_2015"/>
          <p:cNvGrpSpPr/>
          <p:nvPr/>
        </p:nvGrpSpPr>
        <p:grpSpPr>
          <a:xfrm>
            <a:off x="-305938" y="4144031"/>
            <a:ext cx="1066721" cy="2526602"/>
            <a:chOff x="7131700" y="3058575"/>
            <a:chExt cx="800061" cy="1894999"/>
          </a:xfrm>
        </p:grpSpPr>
        <p:sp>
          <p:nvSpPr>
            <p:cNvPr id="1008" name="Google Shape;1008;g39181ba8852_1_2015"/>
            <p:cNvSpPr/>
            <p:nvPr/>
          </p:nvSpPr>
          <p:spPr>
            <a:xfrm>
              <a:off x="7385008" y="3940203"/>
              <a:ext cx="101721" cy="80042"/>
            </a:xfrm>
            <a:custGeom>
              <a:rect b="b" l="l" r="r" t="t"/>
              <a:pathLst>
                <a:path extrusionOk="0" h="1045" w="1328">
                  <a:moveTo>
                    <a:pt x="0" y="0"/>
                  </a:moveTo>
                  <a:lnTo>
                    <a:pt x="0" y="1045"/>
                  </a:lnTo>
                  <a:lnTo>
                    <a:pt x="1328" y="1045"/>
                  </a:lnTo>
                  <a:lnTo>
                    <a:pt x="132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09" name="Google Shape;1009;g39181ba8852_1_2015"/>
            <p:cNvSpPr/>
            <p:nvPr/>
          </p:nvSpPr>
          <p:spPr>
            <a:xfrm>
              <a:off x="7495003" y="4095158"/>
              <a:ext cx="101721" cy="716699"/>
            </a:xfrm>
            <a:custGeom>
              <a:rect b="b" l="l" r="r" t="t"/>
              <a:pathLst>
                <a:path extrusionOk="0" h="9357" w="1328">
                  <a:moveTo>
                    <a:pt x="0" y="1"/>
                  </a:moveTo>
                  <a:lnTo>
                    <a:pt x="0" y="9357"/>
                  </a:lnTo>
                  <a:lnTo>
                    <a:pt x="1328" y="9357"/>
                  </a:lnTo>
                  <a:lnTo>
                    <a:pt x="1328"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0" name="Google Shape;1010;g39181ba8852_1_2015"/>
            <p:cNvSpPr/>
            <p:nvPr/>
          </p:nvSpPr>
          <p:spPr>
            <a:xfrm>
              <a:off x="7746626" y="4835158"/>
              <a:ext cx="116735" cy="118416"/>
            </a:xfrm>
            <a:custGeom>
              <a:rect b="b" l="l" r="r" t="t"/>
              <a:pathLst>
                <a:path extrusionOk="0" h="1546" w="1524">
                  <a:moveTo>
                    <a:pt x="762" y="1"/>
                  </a:moveTo>
                  <a:cubicBezTo>
                    <a:pt x="327" y="1"/>
                    <a:pt x="1" y="349"/>
                    <a:pt x="1" y="784"/>
                  </a:cubicBezTo>
                  <a:cubicBezTo>
                    <a:pt x="1" y="1197"/>
                    <a:pt x="327" y="1545"/>
                    <a:pt x="762" y="1545"/>
                  </a:cubicBezTo>
                  <a:cubicBezTo>
                    <a:pt x="1176" y="1545"/>
                    <a:pt x="1524" y="1197"/>
                    <a:pt x="1524" y="784"/>
                  </a:cubicBezTo>
                  <a:cubicBezTo>
                    <a:pt x="1524" y="349"/>
                    <a:pt x="1176"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1" name="Google Shape;1011;g39181ba8852_1_2015"/>
            <p:cNvSpPr/>
            <p:nvPr/>
          </p:nvSpPr>
          <p:spPr>
            <a:xfrm>
              <a:off x="7215038" y="4835158"/>
              <a:ext cx="116735" cy="118416"/>
            </a:xfrm>
            <a:custGeom>
              <a:rect b="b" l="l" r="r" t="t"/>
              <a:pathLst>
                <a:path extrusionOk="0" h="1546" w="1524">
                  <a:moveTo>
                    <a:pt x="762" y="1"/>
                  </a:moveTo>
                  <a:cubicBezTo>
                    <a:pt x="348" y="1"/>
                    <a:pt x="0" y="349"/>
                    <a:pt x="0" y="784"/>
                  </a:cubicBezTo>
                  <a:cubicBezTo>
                    <a:pt x="0" y="1197"/>
                    <a:pt x="348" y="1545"/>
                    <a:pt x="762" y="1545"/>
                  </a:cubicBezTo>
                  <a:cubicBezTo>
                    <a:pt x="1197" y="1545"/>
                    <a:pt x="1523" y="1197"/>
                    <a:pt x="1523" y="784"/>
                  </a:cubicBezTo>
                  <a:cubicBezTo>
                    <a:pt x="1523" y="349"/>
                    <a:pt x="1197"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2" name="Google Shape;1012;g39181ba8852_1_2015"/>
            <p:cNvSpPr/>
            <p:nvPr/>
          </p:nvSpPr>
          <p:spPr>
            <a:xfrm>
              <a:off x="7196655" y="4811796"/>
              <a:ext cx="698416" cy="48408"/>
            </a:xfrm>
            <a:custGeom>
              <a:rect b="b" l="l" r="r" t="t"/>
              <a:pathLst>
                <a:path extrusionOk="0" h="632" w="9118">
                  <a:moveTo>
                    <a:pt x="632" y="1"/>
                  </a:moveTo>
                  <a:cubicBezTo>
                    <a:pt x="284" y="1"/>
                    <a:pt x="1" y="284"/>
                    <a:pt x="1" y="632"/>
                  </a:cubicBezTo>
                  <a:lnTo>
                    <a:pt x="9117" y="632"/>
                  </a:lnTo>
                  <a:cubicBezTo>
                    <a:pt x="9117" y="284"/>
                    <a:pt x="8834" y="1"/>
                    <a:pt x="8486"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3" name="Google Shape;1013;g39181ba8852_1_2015"/>
            <p:cNvSpPr/>
            <p:nvPr/>
          </p:nvSpPr>
          <p:spPr>
            <a:xfrm>
              <a:off x="7511624" y="4158503"/>
              <a:ext cx="25124" cy="653355"/>
            </a:xfrm>
            <a:custGeom>
              <a:rect b="b" l="l" r="r" t="t"/>
              <a:pathLst>
                <a:path extrusionOk="0" h="8530" w="328">
                  <a:moveTo>
                    <a:pt x="1" y="1"/>
                  </a:moveTo>
                  <a:lnTo>
                    <a:pt x="1" y="8530"/>
                  </a:lnTo>
                  <a:lnTo>
                    <a:pt x="327" y="8530"/>
                  </a:lnTo>
                  <a:lnTo>
                    <a:pt x="32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4" name="Google Shape;1014;g39181ba8852_1_2015"/>
            <p:cNvSpPr/>
            <p:nvPr/>
          </p:nvSpPr>
          <p:spPr>
            <a:xfrm>
              <a:off x="7160041" y="4015191"/>
              <a:ext cx="771720" cy="145071"/>
            </a:xfrm>
            <a:custGeom>
              <a:rect b="b" l="l" r="r" t="t"/>
              <a:pathLst>
                <a:path extrusionOk="0" h="1894" w="10075">
                  <a:moveTo>
                    <a:pt x="740" y="1"/>
                  </a:moveTo>
                  <a:cubicBezTo>
                    <a:pt x="326" y="1"/>
                    <a:pt x="0" y="327"/>
                    <a:pt x="0" y="740"/>
                  </a:cubicBezTo>
                  <a:lnTo>
                    <a:pt x="0" y="1154"/>
                  </a:lnTo>
                  <a:cubicBezTo>
                    <a:pt x="0" y="1567"/>
                    <a:pt x="326" y="1893"/>
                    <a:pt x="740" y="1893"/>
                  </a:cubicBezTo>
                  <a:lnTo>
                    <a:pt x="9334" y="1893"/>
                  </a:lnTo>
                  <a:cubicBezTo>
                    <a:pt x="9748" y="1893"/>
                    <a:pt x="10074" y="1567"/>
                    <a:pt x="10074" y="1154"/>
                  </a:cubicBezTo>
                  <a:lnTo>
                    <a:pt x="10074" y="740"/>
                  </a:lnTo>
                  <a:cubicBezTo>
                    <a:pt x="10074" y="327"/>
                    <a:pt x="9748" y="1"/>
                    <a:pt x="93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5" name="Google Shape;1015;g39181ba8852_1_2015"/>
            <p:cNvSpPr/>
            <p:nvPr/>
          </p:nvSpPr>
          <p:spPr>
            <a:xfrm>
              <a:off x="7131700" y="3058575"/>
              <a:ext cx="601673" cy="890034"/>
            </a:xfrm>
            <a:custGeom>
              <a:rect b="b" l="l" r="r" t="t"/>
              <a:pathLst>
                <a:path extrusionOk="0" h="11620" w="7855">
                  <a:moveTo>
                    <a:pt x="3917" y="0"/>
                  </a:moveTo>
                  <a:cubicBezTo>
                    <a:pt x="1763" y="0"/>
                    <a:pt x="0" y="1785"/>
                    <a:pt x="0" y="3939"/>
                  </a:cubicBezTo>
                  <a:lnTo>
                    <a:pt x="0" y="9835"/>
                  </a:lnTo>
                  <a:cubicBezTo>
                    <a:pt x="0" y="10814"/>
                    <a:pt x="805" y="11619"/>
                    <a:pt x="1784" y="11619"/>
                  </a:cubicBezTo>
                  <a:lnTo>
                    <a:pt x="6071" y="11619"/>
                  </a:lnTo>
                  <a:cubicBezTo>
                    <a:pt x="7050" y="11619"/>
                    <a:pt x="7855" y="10814"/>
                    <a:pt x="7855" y="9835"/>
                  </a:cubicBezTo>
                  <a:lnTo>
                    <a:pt x="7855" y="3939"/>
                  </a:lnTo>
                  <a:cubicBezTo>
                    <a:pt x="7855" y="1785"/>
                    <a:pt x="6071" y="0"/>
                    <a:pt x="391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16" name="Google Shape;1016;g39181ba8852_1_2015"/>
            <p:cNvSpPr/>
            <p:nvPr/>
          </p:nvSpPr>
          <p:spPr>
            <a:xfrm>
              <a:off x="7238324" y="3111886"/>
              <a:ext cx="468394" cy="785022"/>
            </a:xfrm>
            <a:custGeom>
              <a:rect b="b" l="l" r="r" t="t"/>
              <a:pathLst>
                <a:path extrusionOk="0" h="10249" w="6115">
                  <a:moveTo>
                    <a:pt x="3069" y="1"/>
                  </a:moveTo>
                  <a:cubicBezTo>
                    <a:pt x="1371" y="1"/>
                    <a:pt x="1" y="1371"/>
                    <a:pt x="1" y="3047"/>
                  </a:cubicBezTo>
                  <a:lnTo>
                    <a:pt x="1" y="8856"/>
                  </a:lnTo>
                  <a:cubicBezTo>
                    <a:pt x="1" y="9618"/>
                    <a:pt x="632" y="10249"/>
                    <a:pt x="1393" y="10249"/>
                  </a:cubicBezTo>
                  <a:lnTo>
                    <a:pt x="4722" y="10249"/>
                  </a:lnTo>
                  <a:cubicBezTo>
                    <a:pt x="5484" y="10249"/>
                    <a:pt x="6115" y="9618"/>
                    <a:pt x="6115" y="8856"/>
                  </a:cubicBezTo>
                  <a:lnTo>
                    <a:pt x="6115" y="3047"/>
                  </a:lnTo>
                  <a:cubicBezTo>
                    <a:pt x="6115" y="1371"/>
                    <a:pt x="4744" y="1"/>
                    <a:pt x="306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017" name="Google Shape;1017;g39181ba8852_1_2015"/>
          <p:cNvSpPr/>
          <p:nvPr/>
        </p:nvSpPr>
        <p:spPr>
          <a:xfrm>
            <a:off x="107349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018" name="Google Shape;1018;g39181ba8852_1_2015"/>
          <p:cNvGrpSpPr/>
          <p:nvPr/>
        </p:nvGrpSpPr>
        <p:grpSpPr>
          <a:xfrm>
            <a:off x="11241148" y="3001228"/>
            <a:ext cx="1157665" cy="3856600"/>
            <a:chOff x="-1434450" y="2250977"/>
            <a:chExt cx="868271" cy="2892522"/>
          </a:xfrm>
        </p:grpSpPr>
        <p:sp>
          <p:nvSpPr>
            <p:cNvPr id="1019" name="Google Shape;1019;g39181ba8852_1_2015"/>
            <p:cNvSpPr/>
            <p:nvPr/>
          </p:nvSpPr>
          <p:spPr>
            <a:xfrm>
              <a:off x="-1301572" y="2770032"/>
              <a:ext cx="359138" cy="275989"/>
            </a:xfrm>
            <a:custGeom>
              <a:rect b="b" l="l" r="r" t="t"/>
              <a:pathLst>
                <a:path extrusionOk="0" h="3479" w="4527">
                  <a:moveTo>
                    <a:pt x="4178" y="0"/>
                  </a:moveTo>
                  <a:cubicBezTo>
                    <a:pt x="4178" y="0"/>
                    <a:pt x="2046" y="1001"/>
                    <a:pt x="1023" y="1654"/>
                  </a:cubicBezTo>
                  <a:cubicBezTo>
                    <a:pt x="23" y="2329"/>
                    <a:pt x="1" y="2742"/>
                    <a:pt x="218" y="3112"/>
                  </a:cubicBezTo>
                  <a:cubicBezTo>
                    <a:pt x="375" y="3377"/>
                    <a:pt x="593" y="3479"/>
                    <a:pt x="839" y="3479"/>
                  </a:cubicBezTo>
                  <a:cubicBezTo>
                    <a:pt x="1480" y="3479"/>
                    <a:pt x="2305" y="2786"/>
                    <a:pt x="2699" y="2503"/>
                  </a:cubicBezTo>
                  <a:cubicBezTo>
                    <a:pt x="3243" y="2133"/>
                    <a:pt x="4527" y="610"/>
                    <a:pt x="4527" y="610"/>
                  </a:cubicBezTo>
                  <a:lnTo>
                    <a:pt x="4178" y="0"/>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0" name="Google Shape;1020;g39181ba8852_1_2015"/>
            <p:cNvSpPr/>
            <p:nvPr/>
          </p:nvSpPr>
          <p:spPr>
            <a:xfrm>
              <a:off x="-1325689" y="2782090"/>
              <a:ext cx="367706" cy="285350"/>
            </a:xfrm>
            <a:custGeom>
              <a:rect b="b" l="l" r="r" t="t"/>
              <a:pathLst>
                <a:path extrusionOk="0" h="3597" w="4635">
                  <a:moveTo>
                    <a:pt x="3873" y="1"/>
                  </a:moveTo>
                  <a:cubicBezTo>
                    <a:pt x="3873" y="1"/>
                    <a:pt x="2002" y="893"/>
                    <a:pt x="1001" y="1546"/>
                  </a:cubicBezTo>
                  <a:cubicBezTo>
                    <a:pt x="0" y="2177"/>
                    <a:pt x="44" y="2851"/>
                    <a:pt x="261" y="3221"/>
                  </a:cubicBezTo>
                  <a:cubicBezTo>
                    <a:pt x="416" y="3493"/>
                    <a:pt x="636" y="3596"/>
                    <a:pt x="883" y="3596"/>
                  </a:cubicBezTo>
                  <a:cubicBezTo>
                    <a:pt x="1506" y="3596"/>
                    <a:pt x="2303" y="2942"/>
                    <a:pt x="2676" y="2677"/>
                  </a:cubicBezTo>
                  <a:cubicBezTo>
                    <a:pt x="3220" y="2307"/>
                    <a:pt x="4635" y="1284"/>
                    <a:pt x="4635" y="1284"/>
                  </a:cubicBezTo>
                  <a:lnTo>
                    <a:pt x="3873" y="1"/>
                  </a:ln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1" name="Google Shape;1021;g39181ba8852_1_2015"/>
            <p:cNvSpPr/>
            <p:nvPr/>
          </p:nvSpPr>
          <p:spPr>
            <a:xfrm>
              <a:off x="-987426" y="2766303"/>
              <a:ext cx="129550" cy="74967"/>
            </a:xfrm>
            <a:custGeom>
              <a:rect b="b" l="l" r="r" t="t"/>
              <a:pathLst>
                <a:path extrusionOk="0" h="945" w="1633">
                  <a:moveTo>
                    <a:pt x="562" y="0"/>
                  </a:moveTo>
                  <a:cubicBezTo>
                    <a:pt x="289" y="0"/>
                    <a:pt x="1" y="156"/>
                    <a:pt x="1" y="156"/>
                  </a:cubicBezTo>
                  <a:lnTo>
                    <a:pt x="284" y="809"/>
                  </a:lnTo>
                  <a:cubicBezTo>
                    <a:pt x="284" y="809"/>
                    <a:pt x="1067" y="918"/>
                    <a:pt x="1176" y="939"/>
                  </a:cubicBezTo>
                  <a:cubicBezTo>
                    <a:pt x="1184" y="943"/>
                    <a:pt x="1194" y="944"/>
                    <a:pt x="1205" y="944"/>
                  </a:cubicBezTo>
                  <a:cubicBezTo>
                    <a:pt x="1336" y="944"/>
                    <a:pt x="1633" y="722"/>
                    <a:pt x="1633" y="722"/>
                  </a:cubicBezTo>
                  <a:cubicBezTo>
                    <a:pt x="1633" y="722"/>
                    <a:pt x="1132" y="265"/>
                    <a:pt x="828" y="69"/>
                  </a:cubicBezTo>
                  <a:cubicBezTo>
                    <a:pt x="749" y="19"/>
                    <a:pt x="657" y="0"/>
                    <a:pt x="562"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2" name="Google Shape;1022;g39181ba8852_1_2015"/>
            <p:cNvSpPr/>
            <p:nvPr/>
          </p:nvSpPr>
          <p:spPr>
            <a:xfrm>
              <a:off x="-964975" y="2742425"/>
              <a:ext cx="100197" cy="55610"/>
            </a:xfrm>
            <a:custGeom>
              <a:rect b="b" l="l" r="r" t="t"/>
              <a:pathLst>
                <a:path extrusionOk="0" h="701" w="1263">
                  <a:moveTo>
                    <a:pt x="1219" y="0"/>
                  </a:moveTo>
                  <a:cubicBezTo>
                    <a:pt x="1176" y="0"/>
                    <a:pt x="849" y="196"/>
                    <a:pt x="740" y="196"/>
                  </a:cubicBezTo>
                  <a:cubicBezTo>
                    <a:pt x="109" y="240"/>
                    <a:pt x="1" y="392"/>
                    <a:pt x="1" y="392"/>
                  </a:cubicBezTo>
                  <a:cubicBezTo>
                    <a:pt x="1" y="392"/>
                    <a:pt x="348" y="700"/>
                    <a:pt x="588" y="700"/>
                  </a:cubicBezTo>
                  <a:cubicBezTo>
                    <a:pt x="603" y="700"/>
                    <a:pt x="618" y="699"/>
                    <a:pt x="632" y="697"/>
                  </a:cubicBezTo>
                  <a:cubicBezTo>
                    <a:pt x="849" y="653"/>
                    <a:pt x="871" y="566"/>
                    <a:pt x="914" y="479"/>
                  </a:cubicBezTo>
                  <a:cubicBezTo>
                    <a:pt x="958" y="392"/>
                    <a:pt x="1045" y="370"/>
                    <a:pt x="1154" y="261"/>
                  </a:cubicBezTo>
                  <a:cubicBezTo>
                    <a:pt x="1241" y="174"/>
                    <a:pt x="1263" y="0"/>
                    <a:pt x="1219"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3" name="Google Shape;1023;g39181ba8852_1_2015"/>
            <p:cNvSpPr/>
            <p:nvPr/>
          </p:nvSpPr>
          <p:spPr>
            <a:xfrm>
              <a:off x="-933878" y="2795655"/>
              <a:ext cx="157158" cy="55055"/>
            </a:xfrm>
            <a:custGeom>
              <a:rect b="b" l="l" r="r" t="t"/>
              <a:pathLst>
                <a:path extrusionOk="0" h="694" w="1981">
                  <a:moveTo>
                    <a:pt x="1867" y="1"/>
                  </a:moveTo>
                  <a:cubicBezTo>
                    <a:pt x="1811" y="1"/>
                    <a:pt x="1736" y="21"/>
                    <a:pt x="1654" y="91"/>
                  </a:cubicBezTo>
                  <a:cubicBezTo>
                    <a:pt x="1522" y="185"/>
                    <a:pt x="1358" y="295"/>
                    <a:pt x="1344" y="295"/>
                  </a:cubicBezTo>
                  <a:cubicBezTo>
                    <a:pt x="1342" y="295"/>
                    <a:pt x="1343" y="293"/>
                    <a:pt x="1349" y="287"/>
                  </a:cubicBezTo>
                  <a:lnTo>
                    <a:pt x="1349" y="287"/>
                  </a:lnTo>
                  <a:cubicBezTo>
                    <a:pt x="1284" y="308"/>
                    <a:pt x="1219" y="352"/>
                    <a:pt x="1153" y="352"/>
                  </a:cubicBezTo>
                  <a:cubicBezTo>
                    <a:pt x="1001" y="330"/>
                    <a:pt x="675" y="113"/>
                    <a:pt x="675" y="113"/>
                  </a:cubicBezTo>
                  <a:cubicBezTo>
                    <a:pt x="675" y="113"/>
                    <a:pt x="675" y="91"/>
                    <a:pt x="653" y="91"/>
                  </a:cubicBezTo>
                  <a:cubicBezTo>
                    <a:pt x="615" y="166"/>
                    <a:pt x="561" y="226"/>
                    <a:pt x="505" y="226"/>
                  </a:cubicBezTo>
                  <a:cubicBezTo>
                    <a:pt x="496" y="226"/>
                    <a:pt x="488" y="224"/>
                    <a:pt x="479" y="221"/>
                  </a:cubicBezTo>
                  <a:cubicBezTo>
                    <a:pt x="461" y="210"/>
                    <a:pt x="424" y="203"/>
                    <a:pt x="378" y="203"/>
                  </a:cubicBezTo>
                  <a:cubicBezTo>
                    <a:pt x="254" y="203"/>
                    <a:pt x="64" y="253"/>
                    <a:pt x="0" y="395"/>
                  </a:cubicBezTo>
                  <a:cubicBezTo>
                    <a:pt x="0" y="395"/>
                    <a:pt x="218" y="526"/>
                    <a:pt x="522" y="591"/>
                  </a:cubicBezTo>
                  <a:cubicBezTo>
                    <a:pt x="566" y="591"/>
                    <a:pt x="610" y="613"/>
                    <a:pt x="653" y="635"/>
                  </a:cubicBezTo>
                  <a:lnTo>
                    <a:pt x="762" y="635"/>
                  </a:lnTo>
                  <a:cubicBezTo>
                    <a:pt x="784" y="635"/>
                    <a:pt x="805" y="657"/>
                    <a:pt x="827" y="657"/>
                  </a:cubicBezTo>
                  <a:cubicBezTo>
                    <a:pt x="842" y="657"/>
                    <a:pt x="866" y="647"/>
                    <a:pt x="893" y="647"/>
                  </a:cubicBezTo>
                  <a:cubicBezTo>
                    <a:pt x="907" y="647"/>
                    <a:pt x="921" y="649"/>
                    <a:pt x="936" y="657"/>
                  </a:cubicBezTo>
                  <a:cubicBezTo>
                    <a:pt x="958" y="657"/>
                    <a:pt x="1001" y="678"/>
                    <a:pt x="1023" y="678"/>
                  </a:cubicBezTo>
                  <a:cubicBezTo>
                    <a:pt x="1045" y="689"/>
                    <a:pt x="1062" y="693"/>
                    <a:pt x="1077" y="693"/>
                  </a:cubicBezTo>
                  <a:cubicBezTo>
                    <a:pt x="1121" y="693"/>
                    <a:pt x="1137" y="657"/>
                    <a:pt x="1153" y="657"/>
                  </a:cubicBezTo>
                  <a:cubicBezTo>
                    <a:pt x="1241" y="678"/>
                    <a:pt x="1284" y="678"/>
                    <a:pt x="1306" y="678"/>
                  </a:cubicBezTo>
                  <a:cubicBezTo>
                    <a:pt x="1371" y="657"/>
                    <a:pt x="1676" y="417"/>
                    <a:pt x="1697" y="374"/>
                  </a:cubicBezTo>
                  <a:cubicBezTo>
                    <a:pt x="1741" y="308"/>
                    <a:pt x="1980" y="69"/>
                    <a:pt x="1959" y="26"/>
                  </a:cubicBezTo>
                  <a:cubicBezTo>
                    <a:pt x="1948" y="15"/>
                    <a:pt x="1915" y="1"/>
                    <a:pt x="1867" y="1"/>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4" name="Google Shape;1024;g39181ba8852_1_2015"/>
            <p:cNvSpPr/>
            <p:nvPr/>
          </p:nvSpPr>
          <p:spPr>
            <a:xfrm>
              <a:off x="-882075" y="2783835"/>
              <a:ext cx="65608" cy="39744"/>
            </a:xfrm>
            <a:custGeom>
              <a:rect b="b" l="l" r="r" t="t"/>
              <a:pathLst>
                <a:path extrusionOk="0" h="501" w="827">
                  <a:moveTo>
                    <a:pt x="718" y="0"/>
                  </a:moveTo>
                  <a:cubicBezTo>
                    <a:pt x="675" y="0"/>
                    <a:pt x="544" y="131"/>
                    <a:pt x="544" y="131"/>
                  </a:cubicBezTo>
                  <a:cubicBezTo>
                    <a:pt x="544" y="131"/>
                    <a:pt x="500" y="22"/>
                    <a:pt x="479" y="22"/>
                  </a:cubicBezTo>
                  <a:cubicBezTo>
                    <a:pt x="472" y="21"/>
                    <a:pt x="466" y="20"/>
                    <a:pt x="459" y="20"/>
                  </a:cubicBezTo>
                  <a:cubicBezTo>
                    <a:pt x="382" y="20"/>
                    <a:pt x="323" y="133"/>
                    <a:pt x="283" y="153"/>
                  </a:cubicBezTo>
                  <a:cubicBezTo>
                    <a:pt x="280" y="158"/>
                    <a:pt x="278" y="161"/>
                    <a:pt x="276" y="161"/>
                  </a:cubicBezTo>
                  <a:cubicBezTo>
                    <a:pt x="260" y="161"/>
                    <a:pt x="256" y="44"/>
                    <a:pt x="218" y="44"/>
                  </a:cubicBezTo>
                  <a:cubicBezTo>
                    <a:pt x="131" y="44"/>
                    <a:pt x="65" y="153"/>
                    <a:pt x="0" y="240"/>
                  </a:cubicBezTo>
                  <a:cubicBezTo>
                    <a:pt x="22" y="240"/>
                    <a:pt x="22" y="262"/>
                    <a:pt x="22" y="262"/>
                  </a:cubicBezTo>
                  <a:cubicBezTo>
                    <a:pt x="22" y="262"/>
                    <a:pt x="348" y="479"/>
                    <a:pt x="500" y="501"/>
                  </a:cubicBezTo>
                  <a:cubicBezTo>
                    <a:pt x="566" y="501"/>
                    <a:pt x="631" y="457"/>
                    <a:pt x="696" y="436"/>
                  </a:cubicBezTo>
                  <a:cubicBezTo>
                    <a:pt x="718" y="414"/>
                    <a:pt x="805" y="196"/>
                    <a:pt x="805" y="87"/>
                  </a:cubicBezTo>
                  <a:cubicBezTo>
                    <a:pt x="827" y="22"/>
                    <a:pt x="762" y="0"/>
                    <a:pt x="718" y="0"/>
                  </a:cubicBezTo>
                  <a:close/>
                </a:path>
              </a:pathLst>
            </a:custGeom>
            <a:solidFill>
              <a:srgbClr val="3183B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5" name="Google Shape;1025;g39181ba8852_1_2015"/>
            <p:cNvSpPr/>
            <p:nvPr/>
          </p:nvSpPr>
          <p:spPr>
            <a:xfrm>
              <a:off x="-973622" y="2275252"/>
              <a:ext cx="184765" cy="339612"/>
            </a:xfrm>
            <a:custGeom>
              <a:rect b="b" l="l" r="r" t="t"/>
              <a:pathLst>
                <a:path extrusionOk="0" h="4281" w="2329">
                  <a:moveTo>
                    <a:pt x="1216" y="0"/>
                  </a:moveTo>
                  <a:cubicBezTo>
                    <a:pt x="753" y="0"/>
                    <a:pt x="393" y="515"/>
                    <a:pt x="393" y="515"/>
                  </a:cubicBezTo>
                  <a:lnTo>
                    <a:pt x="305" y="1821"/>
                  </a:lnTo>
                  <a:cubicBezTo>
                    <a:pt x="305" y="1821"/>
                    <a:pt x="480" y="2408"/>
                    <a:pt x="240" y="3170"/>
                  </a:cubicBezTo>
                  <a:cubicBezTo>
                    <a:pt x="1" y="3931"/>
                    <a:pt x="675" y="4236"/>
                    <a:pt x="915" y="4279"/>
                  </a:cubicBezTo>
                  <a:cubicBezTo>
                    <a:pt x="925" y="4280"/>
                    <a:pt x="935" y="4281"/>
                    <a:pt x="945" y="4281"/>
                  </a:cubicBezTo>
                  <a:cubicBezTo>
                    <a:pt x="1165" y="4281"/>
                    <a:pt x="1281" y="4060"/>
                    <a:pt x="1198" y="4018"/>
                  </a:cubicBezTo>
                  <a:cubicBezTo>
                    <a:pt x="1089" y="3996"/>
                    <a:pt x="1633" y="2473"/>
                    <a:pt x="1959" y="2125"/>
                  </a:cubicBezTo>
                  <a:cubicBezTo>
                    <a:pt x="2285" y="1777"/>
                    <a:pt x="2329" y="667"/>
                    <a:pt x="1654" y="167"/>
                  </a:cubicBezTo>
                  <a:cubicBezTo>
                    <a:pt x="1504" y="46"/>
                    <a:pt x="1356" y="0"/>
                    <a:pt x="121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6" name="Google Shape;1026;g39181ba8852_1_2015"/>
            <p:cNvSpPr/>
            <p:nvPr/>
          </p:nvSpPr>
          <p:spPr>
            <a:xfrm>
              <a:off x="-1220418" y="4837604"/>
              <a:ext cx="260687" cy="252587"/>
            </a:xfrm>
            <a:custGeom>
              <a:rect b="b" l="l" r="r" t="t"/>
              <a:pathLst>
                <a:path extrusionOk="0" h="3184" w="3286">
                  <a:moveTo>
                    <a:pt x="2838" y="0"/>
                  </a:moveTo>
                  <a:cubicBezTo>
                    <a:pt x="2714" y="0"/>
                    <a:pt x="1763" y="330"/>
                    <a:pt x="1763" y="330"/>
                  </a:cubicBezTo>
                  <a:cubicBezTo>
                    <a:pt x="1763" y="330"/>
                    <a:pt x="1676" y="983"/>
                    <a:pt x="697" y="2375"/>
                  </a:cubicBezTo>
                  <a:cubicBezTo>
                    <a:pt x="697" y="2375"/>
                    <a:pt x="0" y="2941"/>
                    <a:pt x="66" y="3071"/>
                  </a:cubicBezTo>
                  <a:cubicBezTo>
                    <a:pt x="88" y="3151"/>
                    <a:pt x="290" y="3183"/>
                    <a:pt x="517" y="3183"/>
                  </a:cubicBezTo>
                  <a:cubicBezTo>
                    <a:pt x="724" y="3183"/>
                    <a:pt x="953" y="3157"/>
                    <a:pt x="1088" y="3115"/>
                  </a:cubicBezTo>
                  <a:cubicBezTo>
                    <a:pt x="1393" y="3028"/>
                    <a:pt x="1872" y="2179"/>
                    <a:pt x="2220" y="1940"/>
                  </a:cubicBezTo>
                  <a:cubicBezTo>
                    <a:pt x="2568" y="1701"/>
                    <a:pt x="2916" y="1788"/>
                    <a:pt x="3177" y="1483"/>
                  </a:cubicBezTo>
                  <a:cubicBezTo>
                    <a:pt x="3286" y="1374"/>
                    <a:pt x="3286" y="1004"/>
                    <a:pt x="3155" y="787"/>
                  </a:cubicBezTo>
                  <a:cubicBezTo>
                    <a:pt x="3047" y="613"/>
                    <a:pt x="2894" y="373"/>
                    <a:pt x="2851" y="4"/>
                  </a:cubicBezTo>
                  <a:cubicBezTo>
                    <a:pt x="2850" y="1"/>
                    <a:pt x="2845" y="0"/>
                    <a:pt x="2838"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7" name="Google Shape;1027;g39181ba8852_1_2015"/>
            <p:cNvSpPr/>
            <p:nvPr/>
          </p:nvSpPr>
          <p:spPr>
            <a:xfrm>
              <a:off x="-1232476" y="4875841"/>
              <a:ext cx="276236" cy="225377"/>
            </a:xfrm>
            <a:custGeom>
              <a:rect b="b" l="l" r="r" t="t"/>
              <a:pathLst>
                <a:path extrusionOk="0" h="2841" w="3482">
                  <a:moveTo>
                    <a:pt x="3133" y="0"/>
                  </a:moveTo>
                  <a:cubicBezTo>
                    <a:pt x="3133" y="0"/>
                    <a:pt x="3133" y="283"/>
                    <a:pt x="2937" y="566"/>
                  </a:cubicBezTo>
                  <a:cubicBezTo>
                    <a:pt x="2763" y="827"/>
                    <a:pt x="1828" y="1676"/>
                    <a:pt x="1132" y="2111"/>
                  </a:cubicBezTo>
                  <a:cubicBezTo>
                    <a:pt x="1077" y="2138"/>
                    <a:pt x="934" y="2166"/>
                    <a:pt x="826" y="2166"/>
                  </a:cubicBezTo>
                  <a:cubicBezTo>
                    <a:pt x="764" y="2166"/>
                    <a:pt x="712" y="2157"/>
                    <a:pt x="696" y="2133"/>
                  </a:cubicBezTo>
                  <a:cubicBezTo>
                    <a:pt x="653" y="2067"/>
                    <a:pt x="849" y="1893"/>
                    <a:pt x="849" y="1893"/>
                  </a:cubicBezTo>
                  <a:lnTo>
                    <a:pt x="849" y="1893"/>
                  </a:lnTo>
                  <a:cubicBezTo>
                    <a:pt x="522" y="2133"/>
                    <a:pt x="0" y="2633"/>
                    <a:pt x="44" y="2742"/>
                  </a:cubicBezTo>
                  <a:cubicBezTo>
                    <a:pt x="64" y="2812"/>
                    <a:pt x="290" y="2840"/>
                    <a:pt x="556" y="2840"/>
                  </a:cubicBezTo>
                  <a:cubicBezTo>
                    <a:pt x="870" y="2840"/>
                    <a:pt x="1240" y="2801"/>
                    <a:pt x="1393" y="2742"/>
                  </a:cubicBezTo>
                  <a:cubicBezTo>
                    <a:pt x="1697" y="2655"/>
                    <a:pt x="2132" y="1828"/>
                    <a:pt x="2481" y="1589"/>
                  </a:cubicBezTo>
                  <a:cubicBezTo>
                    <a:pt x="2633" y="1480"/>
                    <a:pt x="3177" y="1175"/>
                    <a:pt x="3329" y="1001"/>
                  </a:cubicBezTo>
                  <a:cubicBezTo>
                    <a:pt x="3373" y="958"/>
                    <a:pt x="3438" y="784"/>
                    <a:pt x="3438" y="718"/>
                  </a:cubicBezTo>
                  <a:cubicBezTo>
                    <a:pt x="3481" y="414"/>
                    <a:pt x="3199" y="0"/>
                    <a:pt x="313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8" name="Google Shape;1028;g39181ba8852_1_2015"/>
            <p:cNvSpPr/>
            <p:nvPr/>
          </p:nvSpPr>
          <p:spPr>
            <a:xfrm>
              <a:off x="-1040894" y="4927643"/>
              <a:ext cx="81157" cy="136368"/>
            </a:xfrm>
            <a:custGeom>
              <a:rect b="b" l="l" r="r" t="t"/>
              <a:pathLst>
                <a:path extrusionOk="0" h="1719" w="1023">
                  <a:moveTo>
                    <a:pt x="1023" y="0"/>
                  </a:moveTo>
                  <a:cubicBezTo>
                    <a:pt x="1023" y="0"/>
                    <a:pt x="1" y="944"/>
                    <a:pt x="49" y="944"/>
                  </a:cubicBezTo>
                  <a:cubicBezTo>
                    <a:pt x="52" y="944"/>
                    <a:pt x="57" y="941"/>
                    <a:pt x="66" y="936"/>
                  </a:cubicBezTo>
                  <a:cubicBezTo>
                    <a:pt x="155" y="875"/>
                    <a:pt x="229" y="849"/>
                    <a:pt x="291" y="849"/>
                  </a:cubicBezTo>
                  <a:cubicBezTo>
                    <a:pt x="645" y="849"/>
                    <a:pt x="566" y="1719"/>
                    <a:pt x="566" y="1719"/>
                  </a:cubicBezTo>
                  <a:lnTo>
                    <a:pt x="697" y="1719"/>
                  </a:lnTo>
                  <a:cubicBezTo>
                    <a:pt x="697" y="1719"/>
                    <a:pt x="718" y="1088"/>
                    <a:pt x="805" y="805"/>
                  </a:cubicBezTo>
                  <a:cubicBezTo>
                    <a:pt x="849" y="588"/>
                    <a:pt x="1023" y="0"/>
                    <a:pt x="1023"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29" name="Google Shape;1029;g39181ba8852_1_2015"/>
            <p:cNvSpPr/>
            <p:nvPr/>
          </p:nvSpPr>
          <p:spPr>
            <a:xfrm>
              <a:off x="-1138311" y="4121018"/>
              <a:ext cx="220068" cy="762282"/>
            </a:xfrm>
            <a:custGeom>
              <a:rect b="b" l="l" r="r" t="t"/>
              <a:pathLst>
                <a:path extrusionOk="0" h="9609" w="2774">
                  <a:moveTo>
                    <a:pt x="554" y="1"/>
                  </a:moveTo>
                  <a:cubicBezTo>
                    <a:pt x="240" y="1"/>
                    <a:pt x="0" y="152"/>
                    <a:pt x="10" y="573"/>
                  </a:cubicBezTo>
                  <a:cubicBezTo>
                    <a:pt x="10" y="747"/>
                    <a:pt x="227" y="2683"/>
                    <a:pt x="293" y="3097"/>
                  </a:cubicBezTo>
                  <a:cubicBezTo>
                    <a:pt x="358" y="3510"/>
                    <a:pt x="815" y="7775"/>
                    <a:pt x="728" y="9363"/>
                  </a:cubicBezTo>
                  <a:cubicBezTo>
                    <a:pt x="728" y="9476"/>
                    <a:pt x="1199" y="9608"/>
                    <a:pt x="1509" y="9608"/>
                  </a:cubicBezTo>
                  <a:cubicBezTo>
                    <a:pt x="1675" y="9608"/>
                    <a:pt x="1795" y="9570"/>
                    <a:pt x="1772" y="9472"/>
                  </a:cubicBezTo>
                  <a:cubicBezTo>
                    <a:pt x="1729" y="9189"/>
                    <a:pt x="2686" y="4990"/>
                    <a:pt x="2730" y="4185"/>
                  </a:cubicBezTo>
                  <a:cubicBezTo>
                    <a:pt x="2773" y="3401"/>
                    <a:pt x="2599" y="1334"/>
                    <a:pt x="1794" y="529"/>
                  </a:cubicBezTo>
                  <a:cubicBezTo>
                    <a:pt x="1521" y="268"/>
                    <a:pt x="971" y="1"/>
                    <a:pt x="5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0" name="Google Shape;1030;g39181ba8852_1_2015"/>
            <p:cNvSpPr/>
            <p:nvPr/>
          </p:nvSpPr>
          <p:spPr>
            <a:xfrm>
              <a:off x="-685337" y="4967308"/>
              <a:ext cx="119157" cy="176192"/>
            </a:xfrm>
            <a:custGeom>
              <a:rect b="b" l="l" r="r" t="t"/>
              <a:pathLst>
                <a:path extrusionOk="0" h="2221" w="1502">
                  <a:moveTo>
                    <a:pt x="1088" y="0"/>
                  </a:moveTo>
                  <a:lnTo>
                    <a:pt x="0" y="327"/>
                  </a:lnTo>
                  <a:cubicBezTo>
                    <a:pt x="0" y="327"/>
                    <a:pt x="22" y="1241"/>
                    <a:pt x="370" y="1676"/>
                  </a:cubicBezTo>
                  <a:cubicBezTo>
                    <a:pt x="434" y="1761"/>
                    <a:pt x="935" y="2220"/>
                    <a:pt x="1140" y="2220"/>
                  </a:cubicBezTo>
                  <a:cubicBezTo>
                    <a:pt x="1145" y="2220"/>
                    <a:pt x="1149" y="2220"/>
                    <a:pt x="1154" y="2220"/>
                  </a:cubicBezTo>
                  <a:cubicBezTo>
                    <a:pt x="1371" y="2176"/>
                    <a:pt x="1502" y="1545"/>
                    <a:pt x="1502" y="1262"/>
                  </a:cubicBezTo>
                  <a:cubicBezTo>
                    <a:pt x="1502" y="1001"/>
                    <a:pt x="1088" y="0"/>
                    <a:pt x="108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1" name="Google Shape;1031;g39181ba8852_1_2015"/>
            <p:cNvSpPr/>
            <p:nvPr/>
          </p:nvSpPr>
          <p:spPr>
            <a:xfrm>
              <a:off x="-687082" y="4922407"/>
              <a:ext cx="103688" cy="164134"/>
            </a:xfrm>
            <a:custGeom>
              <a:rect b="b" l="l" r="r" t="t"/>
              <a:pathLst>
                <a:path extrusionOk="0" h="2069" w="1307">
                  <a:moveTo>
                    <a:pt x="893" y="1"/>
                  </a:moveTo>
                  <a:lnTo>
                    <a:pt x="44" y="88"/>
                  </a:lnTo>
                  <a:cubicBezTo>
                    <a:pt x="44" y="88"/>
                    <a:pt x="44" y="458"/>
                    <a:pt x="22" y="784"/>
                  </a:cubicBezTo>
                  <a:cubicBezTo>
                    <a:pt x="1" y="1128"/>
                    <a:pt x="447" y="2068"/>
                    <a:pt x="983" y="2068"/>
                  </a:cubicBezTo>
                  <a:cubicBezTo>
                    <a:pt x="989" y="2068"/>
                    <a:pt x="995" y="2068"/>
                    <a:pt x="1002" y="2068"/>
                  </a:cubicBezTo>
                  <a:cubicBezTo>
                    <a:pt x="1219" y="2068"/>
                    <a:pt x="1306" y="1502"/>
                    <a:pt x="1284" y="1350"/>
                  </a:cubicBezTo>
                  <a:cubicBezTo>
                    <a:pt x="1219" y="741"/>
                    <a:pt x="893" y="1"/>
                    <a:pt x="893"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2" name="Google Shape;1032;g39181ba8852_1_2015"/>
            <p:cNvSpPr/>
            <p:nvPr/>
          </p:nvSpPr>
          <p:spPr>
            <a:xfrm>
              <a:off x="-852803" y="4153067"/>
              <a:ext cx="252119" cy="847086"/>
            </a:xfrm>
            <a:custGeom>
              <a:rect b="b" l="l" r="r" t="t"/>
              <a:pathLst>
                <a:path extrusionOk="0" h="10678" w="3178">
                  <a:moveTo>
                    <a:pt x="1071" y="0"/>
                  </a:moveTo>
                  <a:cubicBezTo>
                    <a:pt x="1020" y="0"/>
                    <a:pt x="968" y="5"/>
                    <a:pt x="915" y="16"/>
                  </a:cubicBezTo>
                  <a:cubicBezTo>
                    <a:pt x="175" y="147"/>
                    <a:pt x="1" y="669"/>
                    <a:pt x="349" y="2801"/>
                  </a:cubicBezTo>
                  <a:cubicBezTo>
                    <a:pt x="632" y="4433"/>
                    <a:pt x="1633" y="8089"/>
                    <a:pt x="2111" y="9786"/>
                  </a:cubicBezTo>
                  <a:cubicBezTo>
                    <a:pt x="2286" y="10330"/>
                    <a:pt x="2220" y="10678"/>
                    <a:pt x="2264" y="10678"/>
                  </a:cubicBezTo>
                  <a:cubicBezTo>
                    <a:pt x="2481" y="10678"/>
                    <a:pt x="3091" y="10678"/>
                    <a:pt x="3156" y="10199"/>
                  </a:cubicBezTo>
                  <a:cubicBezTo>
                    <a:pt x="3178" y="10090"/>
                    <a:pt x="2938" y="9720"/>
                    <a:pt x="2938" y="9438"/>
                  </a:cubicBezTo>
                  <a:cubicBezTo>
                    <a:pt x="2938" y="7762"/>
                    <a:pt x="2917" y="3541"/>
                    <a:pt x="2829" y="2932"/>
                  </a:cubicBezTo>
                  <a:cubicBezTo>
                    <a:pt x="2705" y="2268"/>
                    <a:pt x="2125" y="0"/>
                    <a:pt x="1071"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3" name="Google Shape;1033;g39181ba8852_1_2015"/>
            <p:cNvSpPr/>
            <p:nvPr/>
          </p:nvSpPr>
          <p:spPr>
            <a:xfrm>
              <a:off x="-1434450" y="2706965"/>
              <a:ext cx="347000" cy="513503"/>
            </a:xfrm>
            <a:custGeom>
              <a:rect b="b" l="l" r="r" t="t"/>
              <a:pathLst>
                <a:path extrusionOk="0" h="6473" w="4374">
                  <a:moveTo>
                    <a:pt x="3338" y="0"/>
                  </a:moveTo>
                  <a:cubicBezTo>
                    <a:pt x="2854" y="0"/>
                    <a:pt x="2108" y="1267"/>
                    <a:pt x="1654" y="2710"/>
                  </a:cubicBezTo>
                  <a:cubicBezTo>
                    <a:pt x="805" y="5386"/>
                    <a:pt x="0" y="5822"/>
                    <a:pt x="893" y="6322"/>
                  </a:cubicBezTo>
                  <a:cubicBezTo>
                    <a:pt x="1088" y="6424"/>
                    <a:pt x="1251" y="6473"/>
                    <a:pt x="1391" y="6473"/>
                  </a:cubicBezTo>
                  <a:cubicBezTo>
                    <a:pt x="2061" y="6473"/>
                    <a:pt x="2223" y="5358"/>
                    <a:pt x="3068" y="3559"/>
                  </a:cubicBezTo>
                  <a:cubicBezTo>
                    <a:pt x="3852" y="1840"/>
                    <a:pt x="4374" y="338"/>
                    <a:pt x="3416" y="12"/>
                  </a:cubicBezTo>
                  <a:cubicBezTo>
                    <a:pt x="3391" y="4"/>
                    <a:pt x="3365" y="0"/>
                    <a:pt x="333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4" name="Google Shape;1034;g39181ba8852_1_2015"/>
            <p:cNvSpPr/>
            <p:nvPr/>
          </p:nvSpPr>
          <p:spPr>
            <a:xfrm>
              <a:off x="-1229065" y="3487490"/>
              <a:ext cx="274570" cy="812657"/>
            </a:xfrm>
            <a:custGeom>
              <a:rect b="b" l="l" r="r" t="t"/>
              <a:pathLst>
                <a:path extrusionOk="0" h="10244" w="3461">
                  <a:moveTo>
                    <a:pt x="1571" y="0"/>
                  </a:moveTo>
                  <a:cubicBezTo>
                    <a:pt x="1113" y="0"/>
                    <a:pt x="614" y="197"/>
                    <a:pt x="349" y="682"/>
                  </a:cubicBezTo>
                  <a:cubicBezTo>
                    <a:pt x="1" y="1313"/>
                    <a:pt x="22" y="2423"/>
                    <a:pt x="196" y="3881"/>
                  </a:cubicBezTo>
                  <a:cubicBezTo>
                    <a:pt x="414" y="5861"/>
                    <a:pt x="1067" y="8994"/>
                    <a:pt x="1154" y="9277"/>
                  </a:cubicBezTo>
                  <a:cubicBezTo>
                    <a:pt x="1334" y="9940"/>
                    <a:pt x="1758" y="10243"/>
                    <a:pt x="2152" y="10243"/>
                  </a:cubicBezTo>
                  <a:cubicBezTo>
                    <a:pt x="2521" y="10243"/>
                    <a:pt x="2865" y="9978"/>
                    <a:pt x="2960" y="9494"/>
                  </a:cubicBezTo>
                  <a:cubicBezTo>
                    <a:pt x="3025" y="9211"/>
                    <a:pt x="3460" y="3533"/>
                    <a:pt x="3373" y="2902"/>
                  </a:cubicBezTo>
                  <a:cubicBezTo>
                    <a:pt x="3308" y="2271"/>
                    <a:pt x="2960" y="1117"/>
                    <a:pt x="2503" y="399"/>
                  </a:cubicBezTo>
                  <a:cubicBezTo>
                    <a:pt x="2350" y="154"/>
                    <a:pt x="1976" y="0"/>
                    <a:pt x="15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5" name="Google Shape;1035;g39181ba8852_1_2015"/>
            <p:cNvSpPr/>
            <p:nvPr/>
          </p:nvSpPr>
          <p:spPr>
            <a:xfrm>
              <a:off x="-970132" y="3505102"/>
              <a:ext cx="300432" cy="796156"/>
            </a:xfrm>
            <a:custGeom>
              <a:rect b="b" l="l" r="r" t="t"/>
              <a:pathLst>
                <a:path extrusionOk="0" h="10036" w="3787">
                  <a:moveTo>
                    <a:pt x="1536" y="0"/>
                  </a:moveTo>
                  <a:cubicBezTo>
                    <a:pt x="966" y="0"/>
                    <a:pt x="434" y="209"/>
                    <a:pt x="305" y="526"/>
                  </a:cubicBezTo>
                  <a:cubicBezTo>
                    <a:pt x="0" y="1309"/>
                    <a:pt x="153" y="2462"/>
                    <a:pt x="218" y="3093"/>
                  </a:cubicBezTo>
                  <a:cubicBezTo>
                    <a:pt x="261" y="3724"/>
                    <a:pt x="1589" y="9185"/>
                    <a:pt x="1698" y="9446"/>
                  </a:cubicBezTo>
                  <a:cubicBezTo>
                    <a:pt x="1859" y="9841"/>
                    <a:pt x="2209" y="10036"/>
                    <a:pt x="2572" y="10036"/>
                  </a:cubicBezTo>
                  <a:cubicBezTo>
                    <a:pt x="3090" y="10036"/>
                    <a:pt x="3635" y="9639"/>
                    <a:pt x="3699" y="8859"/>
                  </a:cubicBezTo>
                  <a:cubicBezTo>
                    <a:pt x="3721" y="8576"/>
                    <a:pt x="3786" y="5595"/>
                    <a:pt x="3634" y="3615"/>
                  </a:cubicBezTo>
                  <a:cubicBezTo>
                    <a:pt x="3503" y="2157"/>
                    <a:pt x="3308" y="1048"/>
                    <a:pt x="2851" y="526"/>
                  </a:cubicBezTo>
                  <a:cubicBezTo>
                    <a:pt x="2539" y="154"/>
                    <a:pt x="2024" y="0"/>
                    <a:pt x="1536"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6" name="Google Shape;1036;g39181ba8852_1_2015"/>
            <p:cNvSpPr/>
            <p:nvPr/>
          </p:nvSpPr>
          <p:spPr>
            <a:xfrm>
              <a:off x="-1218672" y="3469086"/>
              <a:ext cx="250373" cy="248620"/>
            </a:xfrm>
            <a:custGeom>
              <a:rect b="b" l="l" r="r" t="t"/>
              <a:pathLst>
                <a:path extrusionOk="0" h="3134" w="3156">
                  <a:moveTo>
                    <a:pt x="414" y="0"/>
                  </a:moveTo>
                  <a:cubicBezTo>
                    <a:pt x="174" y="610"/>
                    <a:pt x="0" y="1154"/>
                    <a:pt x="87" y="1458"/>
                  </a:cubicBezTo>
                  <a:cubicBezTo>
                    <a:pt x="327" y="2372"/>
                    <a:pt x="2981" y="3134"/>
                    <a:pt x="2981" y="3134"/>
                  </a:cubicBezTo>
                  <a:lnTo>
                    <a:pt x="3155" y="3134"/>
                  </a:lnTo>
                  <a:lnTo>
                    <a:pt x="3155" y="218"/>
                  </a:lnTo>
                  <a:cubicBezTo>
                    <a:pt x="2133" y="218"/>
                    <a:pt x="1436" y="0"/>
                    <a:pt x="414"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7" name="Google Shape;1037;g39181ba8852_1_2015"/>
            <p:cNvSpPr/>
            <p:nvPr/>
          </p:nvSpPr>
          <p:spPr>
            <a:xfrm>
              <a:off x="-1268730" y="2694113"/>
              <a:ext cx="581745" cy="792269"/>
            </a:xfrm>
            <a:custGeom>
              <a:rect b="b" l="l" r="r" t="t"/>
              <a:pathLst>
                <a:path extrusionOk="0" h="9987" w="7333">
                  <a:moveTo>
                    <a:pt x="3786" y="0"/>
                  </a:moveTo>
                  <a:cubicBezTo>
                    <a:pt x="3786" y="0"/>
                    <a:pt x="1931" y="176"/>
                    <a:pt x="1366" y="176"/>
                  </a:cubicBezTo>
                  <a:cubicBezTo>
                    <a:pt x="1334" y="176"/>
                    <a:pt x="1307" y="175"/>
                    <a:pt x="1284" y="174"/>
                  </a:cubicBezTo>
                  <a:cubicBezTo>
                    <a:pt x="1088" y="174"/>
                    <a:pt x="958" y="849"/>
                    <a:pt x="892" y="1044"/>
                  </a:cubicBezTo>
                  <a:cubicBezTo>
                    <a:pt x="479" y="2132"/>
                    <a:pt x="0" y="3394"/>
                    <a:pt x="1023" y="4265"/>
                  </a:cubicBezTo>
                  <a:cubicBezTo>
                    <a:pt x="1240" y="4460"/>
                    <a:pt x="1458" y="6745"/>
                    <a:pt x="1458" y="7811"/>
                  </a:cubicBezTo>
                  <a:cubicBezTo>
                    <a:pt x="1458" y="8246"/>
                    <a:pt x="1349" y="8943"/>
                    <a:pt x="1045" y="9769"/>
                  </a:cubicBezTo>
                  <a:cubicBezTo>
                    <a:pt x="2067" y="9769"/>
                    <a:pt x="2764" y="9987"/>
                    <a:pt x="3786" y="9987"/>
                  </a:cubicBezTo>
                  <a:lnTo>
                    <a:pt x="6854" y="9987"/>
                  </a:lnTo>
                  <a:cubicBezTo>
                    <a:pt x="6528" y="9160"/>
                    <a:pt x="6201" y="8246"/>
                    <a:pt x="6114" y="7811"/>
                  </a:cubicBezTo>
                  <a:cubicBezTo>
                    <a:pt x="5527" y="4547"/>
                    <a:pt x="7333" y="1501"/>
                    <a:pt x="7072" y="892"/>
                  </a:cubicBezTo>
                  <a:cubicBezTo>
                    <a:pt x="6876" y="479"/>
                    <a:pt x="5940" y="305"/>
                    <a:pt x="5527" y="174"/>
                  </a:cubicBezTo>
                  <a:cubicBezTo>
                    <a:pt x="5070" y="44"/>
                    <a:pt x="3786" y="0"/>
                    <a:pt x="3786"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8" name="Google Shape;1038;g39181ba8852_1_2015"/>
            <p:cNvSpPr/>
            <p:nvPr/>
          </p:nvSpPr>
          <p:spPr>
            <a:xfrm>
              <a:off x="-968386" y="3486380"/>
              <a:ext cx="274490" cy="231326"/>
            </a:xfrm>
            <a:custGeom>
              <a:rect b="b" l="l" r="r" t="t"/>
              <a:pathLst>
                <a:path extrusionOk="0" h="2916" w="3460">
                  <a:moveTo>
                    <a:pt x="0" y="0"/>
                  </a:moveTo>
                  <a:lnTo>
                    <a:pt x="0" y="2916"/>
                  </a:lnTo>
                  <a:lnTo>
                    <a:pt x="174" y="2916"/>
                  </a:lnTo>
                  <a:cubicBezTo>
                    <a:pt x="174" y="2916"/>
                    <a:pt x="3155" y="2350"/>
                    <a:pt x="3394" y="1458"/>
                  </a:cubicBezTo>
                  <a:cubicBezTo>
                    <a:pt x="3460" y="1153"/>
                    <a:pt x="3286" y="587"/>
                    <a:pt x="3068" y="0"/>
                  </a:cubicBezTo>
                  <a:close/>
                </a:path>
              </a:pathLst>
            </a:custGeom>
            <a:solidFill>
              <a:srgbClr val="275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39" name="Google Shape;1039;g39181ba8852_1_2015"/>
            <p:cNvSpPr/>
            <p:nvPr/>
          </p:nvSpPr>
          <p:spPr>
            <a:xfrm>
              <a:off x="-1094442" y="2511100"/>
              <a:ext cx="233158" cy="234817"/>
            </a:xfrm>
            <a:custGeom>
              <a:rect b="b" l="l" r="r" t="t"/>
              <a:pathLst>
                <a:path extrusionOk="0" h="2960" w="2939">
                  <a:moveTo>
                    <a:pt x="762" y="1"/>
                  </a:moveTo>
                  <a:cubicBezTo>
                    <a:pt x="762" y="1"/>
                    <a:pt x="784" y="1284"/>
                    <a:pt x="654" y="1633"/>
                  </a:cubicBezTo>
                  <a:cubicBezTo>
                    <a:pt x="523" y="1981"/>
                    <a:pt x="1" y="2394"/>
                    <a:pt x="1" y="2394"/>
                  </a:cubicBezTo>
                  <a:lnTo>
                    <a:pt x="1197" y="2960"/>
                  </a:lnTo>
                  <a:lnTo>
                    <a:pt x="2938" y="2307"/>
                  </a:lnTo>
                  <a:cubicBezTo>
                    <a:pt x="2938" y="2307"/>
                    <a:pt x="2655" y="1981"/>
                    <a:pt x="2525" y="1633"/>
                  </a:cubicBezTo>
                  <a:cubicBezTo>
                    <a:pt x="2394" y="1284"/>
                    <a:pt x="2394" y="1"/>
                    <a:pt x="239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0" name="Google Shape;1040;g39181ba8852_1_2015"/>
            <p:cNvSpPr/>
            <p:nvPr/>
          </p:nvSpPr>
          <p:spPr>
            <a:xfrm>
              <a:off x="-1106500" y="2511100"/>
              <a:ext cx="203726" cy="196897"/>
            </a:xfrm>
            <a:custGeom>
              <a:rect b="b" l="l" r="r" t="t"/>
              <a:pathLst>
                <a:path extrusionOk="0" h="2482" w="2568">
                  <a:moveTo>
                    <a:pt x="914" y="1"/>
                  </a:moveTo>
                  <a:cubicBezTo>
                    <a:pt x="914" y="1"/>
                    <a:pt x="936" y="1284"/>
                    <a:pt x="806" y="1633"/>
                  </a:cubicBezTo>
                  <a:cubicBezTo>
                    <a:pt x="675" y="1981"/>
                    <a:pt x="0" y="2481"/>
                    <a:pt x="0" y="2481"/>
                  </a:cubicBezTo>
                  <a:lnTo>
                    <a:pt x="2568" y="653"/>
                  </a:lnTo>
                  <a:cubicBezTo>
                    <a:pt x="2546" y="305"/>
                    <a:pt x="2546" y="1"/>
                    <a:pt x="254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1" name="Google Shape;1041;g39181ba8852_1_2015"/>
            <p:cNvSpPr/>
            <p:nvPr/>
          </p:nvSpPr>
          <p:spPr>
            <a:xfrm>
              <a:off x="-1132361" y="2262083"/>
              <a:ext cx="307334" cy="346672"/>
            </a:xfrm>
            <a:custGeom>
              <a:rect b="b" l="l" r="r" t="t"/>
              <a:pathLst>
                <a:path extrusionOk="0" h="4370" w="3874">
                  <a:moveTo>
                    <a:pt x="1962" y="0"/>
                  </a:moveTo>
                  <a:cubicBezTo>
                    <a:pt x="1191" y="0"/>
                    <a:pt x="478" y="568"/>
                    <a:pt x="261" y="1617"/>
                  </a:cubicBezTo>
                  <a:cubicBezTo>
                    <a:pt x="0" y="2900"/>
                    <a:pt x="522" y="4162"/>
                    <a:pt x="1132" y="4336"/>
                  </a:cubicBezTo>
                  <a:cubicBezTo>
                    <a:pt x="1204" y="4359"/>
                    <a:pt x="1286" y="4370"/>
                    <a:pt x="1375" y="4370"/>
                  </a:cubicBezTo>
                  <a:cubicBezTo>
                    <a:pt x="2064" y="4370"/>
                    <a:pt x="3176" y="3715"/>
                    <a:pt x="3503" y="2617"/>
                  </a:cubicBezTo>
                  <a:cubicBezTo>
                    <a:pt x="3873" y="1399"/>
                    <a:pt x="3373" y="355"/>
                    <a:pt x="2437" y="72"/>
                  </a:cubicBezTo>
                  <a:cubicBezTo>
                    <a:pt x="2279" y="24"/>
                    <a:pt x="2119" y="0"/>
                    <a:pt x="1962"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2" name="Google Shape;1042;g39181ba8852_1_2015"/>
            <p:cNvSpPr/>
            <p:nvPr/>
          </p:nvSpPr>
          <p:spPr>
            <a:xfrm>
              <a:off x="-1035737" y="2250977"/>
              <a:ext cx="252119" cy="287809"/>
            </a:xfrm>
            <a:custGeom>
              <a:rect b="b" l="l" r="r" t="t"/>
              <a:pathLst>
                <a:path extrusionOk="0" h="3628" w="3178">
                  <a:moveTo>
                    <a:pt x="773" y="0"/>
                  </a:moveTo>
                  <a:cubicBezTo>
                    <a:pt x="351" y="0"/>
                    <a:pt x="33" y="172"/>
                    <a:pt x="22" y="234"/>
                  </a:cubicBezTo>
                  <a:cubicBezTo>
                    <a:pt x="1" y="342"/>
                    <a:pt x="109" y="778"/>
                    <a:pt x="153" y="952"/>
                  </a:cubicBezTo>
                  <a:cubicBezTo>
                    <a:pt x="240" y="1321"/>
                    <a:pt x="566" y="1583"/>
                    <a:pt x="1328" y="1757"/>
                  </a:cubicBezTo>
                  <a:cubicBezTo>
                    <a:pt x="1850" y="1865"/>
                    <a:pt x="2111" y="2692"/>
                    <a:pt x="2068" y="2975"/>
                  </a:cubicBezTo>
                  <a:cubicBezTo>
                    <a:pt x="2046" y="3106"/>
                    <a:pt x="1828" y="3628"/>
                    <a:pt x="1828" y="3628"/>
                  </a:cubicBezTo>
                  <a:cubicBezTo>
                    <a:pt x="1828" y="3628"/>
                    <a:pt x="3177" y="2670"/>
                    <a:pt x="2307" y="1060"/>
                  </a:cubicBezTo>
                  <a:cubicBezTo>
                    <a:pt x="1857" y="219"/>
                    <a:pt x="1249" y="0"/>
                    <a:pt x="77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3" name="Google Shape;1043;g39181ba8852_1_2015"/>
            <p:cNvSpPr/>
            <p:nvPr/>
          </p:nvSpPr>
          <p:spPr>
            <a:xfrm>
              <a:off x="-1113402" y="2267557"/>
              <a:ext cx="144702" cy="112490"/>
            </a:xfrm>
            <a:custGeom>
              <a:rect b="b" l="l" r="r" t="t"/>
              <a:pathLst>
                <a:path extrusionOk="0" h="1418" w="1824">
                  <a:moveTo>
                    <a:pt x="1258" y="0"/>
                  </a:moveTo>
                  <a:cubicBezTo>
                    <a:pt x="1188" y="0"/>
                    <a:pt x="1103" y="8"/>
                    <a:pt x="1001" y="25"/>
                  </a:cubicBezTo>
                  <a:cubicBezTo>
                    <a:pt x="87" y="155"/>
                    <a:pt x="0" y="1417"/>
                    <a:pt x="0" y="1417"/>
                  </a:cubicBezTo>
                  <a:cubicBezTo>
                    <a:pt x="0" y="1417"/>
                    <a:pt x="479" y="1112"/>
                    <a:pt x="936" y="1069"/>
                  </a:cubicBezTo>
                  <a:cubicBezTo>
                    <a:pt x="1415" y="1025"/>
                    <a:pt x="1480" y="481"/>
                    <a:pt x="1480" y="481"/>
                  </a:cubicBezTo>
                  <a:cubicBezTo>
                    <a:pt x="1480" y="481"/>
                    <a:pt x="1824" y="0"/>
                    <a:pt x="125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4" name="Google Shape;1044;g39181ba8852_1_2015"/>
            <p:cNvSpPr/>
            <p:nvPr/>
          </p:nvSpPr>
          <p:spPr>
            <a:xfrm>
              <a:off x="-1246279" y="2849441"/>
              <a:ext cx="474726" cy="631784"/>
            </a:xfrm>
            <a:custGeom>
              <a:rect b="b" l="l" r="r" t="t"/>
              <a:pathLst>
                <a:path extrusionOk="0" h="7964" w="5984">
                  <a:moveTo>
                    <a:pt x="283" y="0"/>
                  </a:moveTo>
                  <a:cubicBezTo>
                    <a:pt x="44" y="827"/>
                    <a:pt x="0" y="1676"/>
                    <a:pt x="740" y="2307"/>
                  </a:cubicBezTo>
                  <a:cubicBezTo>
                    <a:pt x="957" y="2502"/>
                    <a:pt x="1175" y="4787"/>
                    <a:pt x="1175" y="5853"/>
                  </a:cubicBezTo>
                  <a:cubicBezTo>
                    <a:pt x="1175" y="6288"/>
                    <a:pt x="1066" y="6985"/>
                    <a:pt x="762" y="7811"/>
                  </a:cubicBezTo>
                  <a:cubicBezTo>
                    <a:pt x="1414" y="7811"/>
                    <a:pt x="1915" y="7898"/>
                    <a:pt x="2481" y="7964"/>
                  </a:cubicBezTo>
                  <a:cubicBezTo>
                    <a:pt x="2481" y="7964"/>
                    <a:pt x="2285" y="7202"/>
                    <a:pt x="2285" y="6789"/>
                  </a:cubicBezTo>
                  <a:cubicBezTo>
                    <a:pt x="2296" y="6007"/>
                    <a:pt x="3098" y="5907"/>
                    <a:pt x="3921" y="5907"/>
                  </a:cubicBezTo>
                  <a:cubicBezTo>
                    <a:pt x="4202" y="5907"/>
                    <a:pt x="4485" y="5919"/>
                    <a:pt x="4740" y="5919"/>
                  </a:cubicBezTo>
                  <a:cubicBezTo>
                    <a:pt x="5192" y="5919"/>
                    <a:pt x="5556" y="5882"/>
                    <a:pt x="5657" y="5679"/>
                  </a:cubicBezTo>
                  <a:cubicBezTo>
                    <a:pt x="5984" y="5026"/>
                    <a:pt x="4482" y="3438"/>
                    <a:pt x="4635" y="3220"/>
                  </a:cubicBezTo>
                  <a:cubicBezTo>
                    <a:pt x="4809" y="3003"/>
                    <a:pt x="4635" y="2720"/>
                    <a:pt x="4373" y="2589"/>
                  </a:cubicBezTo>
                  <a:cubicBezTo>
                    <a:pt x="4091" y="2481"/>
                    <a:pt x="3503" y="2524"/>
                    <a:pt x="2089" y="2459"/>
                  </a:cubicBezTo>
                  <a:cubicBezTo>
                    <a:pt x="696" y="2372"/>
                    <a:pt x="501" y="1676"/>
                    <a:pt x="283" y="1371"/>
                  </a:cubicBezTo>
                  <a:cubicBezTo>
                    <a:pt x="87" y="1066"/>
                    <a:pt x="283" y="66"/>
                    <a:pt x="28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5" name="Google Shape;1045;g39181ba8852_1_2015"/>
            <p:cNvSpPr/>
            <p:nvPr/>
          </p:nvSpPr>
          <p:spPr>
            <a:xfrm>
              <a:off x="-1059933" y="2711328"/>
              <a:ext cx="60531" cy="34588"/>
            </a:xfrm>
            <a:custGeom>
              <a:rect b="b" l="l" r="r" t="t"/>
              <a:pathLst>
                <a:path extrusionOk="0" h="436" w="763">
                  <a:moveTo>
                    <a:pt x="610" y="1"/>
                  </a:moveTo>
                  <a:lnTo>
                    <a:pt x="1" y="109"/>
                  </a:lnTo>
                  <a:lnTo>
                    <a:pt x="762" y="436"/>
                  </a:lnTo>
                  <a:lnTo>
                    <a:pt x="61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6" name="Google Shape;1046;g39181ba8852_1_2015"/>
            <p:cNvSpPr/>
            <p:nvPr/>
          </p:nvSpPr>
          <p:spPr>
            <a:xfrm>
              <a:off x="-999484" y="2711328"/>
              <a:ext cx="48393" cy="34588"/>
            </a:xfrm>
            <a:custGeom>
              <a:rect b="b" l="l" r="r" t="t"/>
              <a:pathLst>
                <a:path extrusionOk="0" h="436" w="610">
                  <a:moveTo>
                    <a:pt x="153" y="1"/>
                  </a:moveTo>
                  <a:lnTo>
                    <a:pt x="0" y="436"/>
                  </a:lnTo>
                  <a:lnTo>
                    <a:pt x="610" y="218"/>
                  </a:lnTo>
                  <a:lnTo>
                    <a:pt x="15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7" name="Google Shape;1047;g39181ba8852_1_2015"/>
            <p:cNvSpPr/>
            <p:nvPr/>
          </p:nvSpPr>
          <p:spPr>
            <a:xfrm>
              <a:off x="-1235966" y="3469086"/>
              <a:ext cx="576589" cy="785446"/>
            </a:xfrm>
            <a:custGeom>
              <a:rect b="b" l="l" r="r" t="t"/>
              <a:pathLst>
                <a:path extrusionOk="0" h="9901" w="7268">
                  <a:moveTo>
                    <a:pt x="632" y="0"/>
                  </a:moveTo>
                  <a:cubicBezTo>
                    <a:pt x="632" y="0"/>
                    <a:pt x="175" y="762"/>
                    <a:pt x="88" y="2111"/>
                  </a:cubicBezTo>
                  <a:cubicBezTo>
                    <a:pt x="1" y="3482"/>
                    <a:pt x="980" y="9748"/>
                    <a:pt x="980" y="9748"/>
                  </a:cubicBezTo>
                  <a:lnTo>
                    <a:pt x="3678" y="9900"/>
                  </a:lnTo>
                  <a:lnTo>
                    <a:pt x="7268" y="9618"/>
                  </a:lnTo>
                  <a:cubicBezTo>
                    <a:pt x="7268" y="9618"/>
                    <a:pt x="7181" y="3895"/>
                    <a:pt x="7029" y="2176"/>
                  </a:cubicBezTo>
                  <a:cubicBezTo>
                    <a:pt x="6854" y="479"/>
                    <a:pt x="6376" y="44"/>
                    <a:pt x="6376" y="44"/>
                  </a:cubicBezTo>
                  <a:lnTo>
                    <a:pt x="3112" y="174"/>
                  </a:lnTo>
                  <a:lnTo>
                    <a:pt x="632"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8" name="Google Shape;1048;g39181ba8852_1_2015"/>
            <p:cNvSpPr/>
            <p:nvPr/>
          </p:nvSpPr>
          <p:spPr>
            <a:xfrm>
              <a:off x="-987426" y="2652624"/>
              <a:ext cx="157158" cy="117488"/>
            </a:xfrm>
            <a:custGeom>
              <a:rect b="b" l="l" r="r" t="t"/>
              <a:pathLst>
                <a:path extrusionOk="0" h="1481" w="1981">
                  <a:moveTo>
                    <a:pt x="1437" y="1"/>
                  </a:moveTo>
                  <a:lnTo>
                    <a:pt x="1" y="741"/>
                  </a:lnTo>
                  <a:lnTo>
                    <a:pt x="501" y="1480"/>
                  </a:lnTo>
                  <a:lnTo>
                    <a:pt x="1981" y="697"/>
                  </a:lnTo>
                  <a:lnTo>
                    <a:pt x="1437"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49" name="Google Shape;1049;g39181ba8852_1_2015"/>
            <p:cNvSpPr/>
            <p:nvPr/>
          </p:nvSpPr>
          <p:spPr>
            <a:xfrm>
              <a:off x="-1123794" y="2661271"/>
              <a:ext cx="112335" cy="103684"/>
            </a:xfrm>
            <a:custGeom>
              <a:rect b="b" l="l" r="r" t="t"/>
              <a:pathLst>
                <a:path extrusionOk="0" h="1307" w="1416">
                  <a:moveTo>
                    <a:pt x="654" y="1"/>
                  </a:moveTo>
                  <a:lnTo>
                    <a:pt x="1" y="588"/>
                  </a:lnTo>
                  <a:lnTo>
                    <a:pt x="871" y="1306"/>
                  </a:lnTo>
                  <a:lnTo>
                    <a:pt x="1415" y="632"/>
                  </a:lnTo>
                  <a:lnTo>
                    <a:pt x="654"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0" name="Google Shape;1050;g39181ba8852_1_2015"/>
            <p:cNvSpPr/>
            <p:nvPr/>
          </p:nvSpPr>
          <p:spPr>
            <a:xfrm>
              <a:off x="-1235966" y="3469086"/>
              <a:ext cx="338432" cy="785446"/>
            </a:xfrm>
            <a:custGeom>
              <a:rect b="b" l="l" r="r" t="t"/>
              <a:pathLst>
                <a:path extrusionOk="0" h="9901" w="4266">
                  <a:moveTo>
                    <a:pt x="632" y="0"/>
                  </a:moveTo>
                  <a:cubicBezTo>
                    <a:pt x="632" y="0"/>
                    <a:pt x="175" y="762"/>
                    <a:pt x="88" y="2111"/>
                  </a:cubicBezTo>
                  <a:cubicBezTo>
                    <a:pt x="1" y="3482"/>
                    <a:pt x="980" y="9748"/>
                    <a:pt x="980" y="9748"/>
                  </a:cubicBezTo>
                  <a:lnTo>
                    <a:pt x="3678" y="9900"/>
                  </a:lnTo>
                  <a:lnTo>
                    <a:pt x="4265" y="9879"/>
                  </a:lnTo>
                  <a:cubicBezTo>
                    <a:pt x="4265" y="9879"/>
                    <a:pt x="3612" y="9748"/>
                    <a:pt x="3525" y="9161"/>
                  </a:cubicBezTo>
                  <a:cubicBezTo>
                    <a:pt x="3337" y="8007"/>
                    <a:pt x="3148" y="5801"/>
                    <a:pt x="2978" y="5801"/>
                  </a:cubicBezTo>
                  <a:cubicBezTo>
                    <a:pt x="2972" y="5801"/>
                    <a:pt x="2966" y="5804"/>
                    <a:pt x="2960" y="5810"/>
                  </a:cubicBezTo>
                  <a:cubicBezTo>
                    <a:pt x="2786" y="6027"/>
                    <a:pt x="2873" y="7746"/>
                    <a:pt x="2568" y="8073"/>
                  </a:cubicBezTo>
                  <a:cubicBezTo>
                    <a:pt x="2444" y="8224"/>
                    <a:pt x="2294" y="8302"/>
                    <a:pt x="2141" y="8302"/>
                  </a:cubicBezTo>
                  <a:cubicBezTo>
                    <a:pt x="1919" y="8302"/>
                    <a:pt x="1691" y="8137"/>
                    <a:pt x="1524" y="7790"/>
                  </a:cubicBezTo>
                  <a:cubicBezTo>
                    <a:pt x="1263" y="7181"/>
                    <a:pt x="566" y="2938"/>
                    <a:pt x="1132" y="1436"/>
                  </a:cubicBezTo>
                  <a:cubicBezTo>
                    <a:pt x="1524" y="392"/>
                    <a:pt x="2351" y="153"/>
                    <a:pt x="2351" y="153"/>
                  </a:cubicBezTo>
                  <a:lnTo>
                    <a:pt x="2242" y="131"/>
                  </a:lnTo>
                  <a:lnTo>
                    <a:pt x="632"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1" name="Google Shape;1051;g39181ba8852_1_2015"/>
            <p:cNvSpPr/>
            <p:nvPr/>
          </p:nvSpPr>
          <p:spPr>
            <a:xfrm>
              <a:off x="-1027090" y="2734413"/>
              <a:ext cx="50138" cy="45853"/>
            </a:xfrm>
            <a:custGeom>
              <a:rect b="b" l="l" r="r" t="t"/>
              <a:pathLst>
                <a:path extrusionOk="0" h="578" w="632">
                  <a:moveTo>
                    <a:pt x="329" y="0"/>
                  </a:moveTo>
                  <a:cubicBezTo>
                    <a:pt x="207" y="0"/>
                    <a:pt x="79" y="23"/>
                    <a:pt x="44" y="58"/>
                  </a:cubicBezTo>
                  <a:cubicBezTo>
                    <a:pt x="0" y="145"/>
                    <a:pt x="44" y="471"/>
                    <a:pt x="66" y="536"/>
                  </a:cubicBezTo>
                  <a:cubicBezTo>
                    <a:pt x="90" y="560"/>
                    <a:pt x="179" y="578"/>
                    <a:pt x="265" y="578"/>
                  </a:cubicBezTo>
                  <a:cubicBezTo>
                    <a:pt x="337" y="578"/>
                    <a:pt x="406" y="566"/>
                    <a:pt x="436" y="536"/>
                  </a:cubicBezTo>
                  <a:cubicBezTo>
                    <a:pt x="501" y="471"/>
                    <a:pt x="631" y="167"/>
                    <a:pt x="566" y="58"/>
                  </a:cubicBezTo>
                  <a:cubicBezTo>
                    <a:pt x="536" y="17"/>
                    <a:pt x="435" y="0"/>
                    <a:pt x="3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2" name="Google Shape;1052;g39181ba8852_1_2015"/>
            <p:cNvSpPr/>
            <p:nvPr/>
          </p:nvSpPr>
          <p:spPr>
            <a:xfrm>
              <a:off x="-1087540" y="2776934"/>
              <a:ext cx="98531" cy="274482"/>
            </a:xfrm>
            <a:custGeom>
              <a:rect b="b" l="l" r="r" t="t"/>
              <a:pathLst>
                <a:path extrusionOk="0" h="3460" w="1242">
                  <a:moveTo>
                    <a:pt x="828" y="0"/>
                  </a:moveTo>
                  <a:lnTo>
                    <a:pt x="1" y="2350"/>
                  </a:lnTo>
                  <a:lnTo>
                    <a:pt x="501" y="3460"/>
                  </a:lnTo>
                  <a:lnTo>
                    <a:pt x="1241" y="2481"/>
                  </a:lnTo>
                  <a:lnTo>
                    <a:pt x="1198"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3" name="Google Shape;1053;g39181ba8852_1_2015"/>
            <p:cNvSpPr/>
            <p:nvPr/>
          </p:nvSpPr>
          <p:spPr>
            <a:xfrm>
              <a:off x="-845901" y="2739887"/>
              <a:ext cx="171041" cy="541269"/>
            </a:xfrm>
            <a:custGeom>
              <a:rect b="b" l="l" r="r" t="t"/>
              <a:pathLst>
                <a:path extrusionOk="0" h="6823" w="2156">
                  <a:moveTo>
                    <a:pt x="1243" y="0"/>
                  </a:moveTo>
                  <a:cubicBezTo>
                    <a:pt x="225" y="0"/>
                    <a:pt x="67" y="1509"/>
                    <a:pt x="88" y="3296"/>
                  </a:cubicBezTo>
                  <a:cubicBezTo>
                    <a:pt x="110" y="5668"/>
                    <a:pt x="1" y="6799"/>
                    <a:pt x="893" y="6821"/>
                  </a:cubicBezTo>
                  <a:cubicBezTo>
                    <a:pt x="914" y="6822"/>
                    <a:pt x="935" y="6822"/>
                    <a:pt x="955" y="6822"/>
                  </a:cubicBezTo>
                  <a:cubicBezTo>
                    <a:pt x="1858" y="6822"/>
                    <a:pt x="1554" y="5848"/>
                    <a:pt x="1937" y="3165"/>
                  </a:cubicBezTo>
                  <a:cubicBezTo>
                    <a:pt x="2155" y="1599"/>
                    <a:pt x="1937" y="76"/>
                    <a:pt x="1393" y="11"/>
                  </a:cubicBezTo>
                  <a:cubicBezTo>
                    <a:pt x="1341" y="4"/>
                    <a:pt x="1291" y="0"/>
                    <a:pt x="1243"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4" name="Google Shape;1054;g39181ba8852_1_2015"/>
            <p:cNvSpPr/>
            <p:nvPr/>
          </p:nvSpPr>
          <p:spPr>
            <a:xfrm>
              <a:off x="-1217006" y="2835638"/>
              <a:ext cx="333276" cy="440202"/>
            </a:xfrm>
            <a:custGeom>
              <a:rect b="b" l="l" r="r" t="t"/>
              <a:pathLst>
                <a:path extrusionOk="0" h="5549" w="4201">
                  <a:moveTo>
                    <a:pt x="4113" y="0"/>
                  </a:moveTo>
                  <a:lnTo>
                    <a:pt x="1" y="65"/>
                  </a:lnTo>
                  <a:lnTo>
                    <a:pt x="88" y="5549"/>
                  </a:lnTo>
                  <a:lnTo>
                    <a:pt x="4200" y="5483"/>
                  </a:lnTo>
                  <a:lnTo>
                    <a:pt x="4113"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5" name="Google Shape;1055;g39181ba8852_1_2015"/>
            <p:cNvSpPr/>
            <p:nvPr/>
          </p:nvSpPr>
          <p:spPr>
            <a:xfrm>
              <a:off x="-1217006" y="2840794"/>
              <a:ext cx="333276" cy="435046"/>
            </a:xfrm>
            <a:custGeom>
              <a:rect b="b" l="l" r="r" t="t"/>
              <a:pathLst>
                <a:path extrusionOk="0" h="5484" w="4201">
                  <a:moveTo>
                    <a:pt x="1" y="0"/>
                  </a:moveTo>
                  <a:lnTo>
                    <a:pt x="88" y="5484"/>
                  </a:lnTo>
                  <a:lnTo>
                    <a:pt x="4200" y="5418"/>
                  </a:lnTo>
                  <a:lnTo>
                    <a:pt x="4179" y="3917"/>
                  </a:lnTo>
                  <a:cubicBezTo>
                    <a:pt x="4179" y="3917"/>
                    <a:pt x="2351" y="3656"/>
                    <a:pt x="1633" y="2786"/>
                  </a:cubicBezTo>
                  <a:cubicBezTo>
                    <a:pt x="915" y="1915"/>
                    <a:pt x="675" y="22"/>
                    <a:pt x="675" y="22"/>
                  </a:cubicBezTo>
                  <a:lnTo>
                    <a:pt x="1"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6" name="Google Shape;1056;g39181ba8852_1_2015"/>
            <p:cNvSpPr/>
            <p:nvPr/>
          </p:nvSpPr>
          <p:spPr>
            <a:xfrm>
              <a:off x="-1410254" y="3090286"/>
              <a:ext cx="485118" cy="145253"/>
            </a:xfrm>
            <a:custGeom>
              <a:rect b="b" l="l" r="r" t="t"/>
              <a:pathLst>
                <a:path extrusionOk="0" h="1831" w="6115">
                  <a:moveTo>
                    <a:pt x="4965" y="0"/>
                  </a:moveTo>
                  <a:cubicBezTo>
                    <a:pt x="4233" y="0"/>
                    <a:pt x="3221" y="116"/>
                    <a:pt x="2306" y="141"/>
                  </a:cubicBezTo>
                  <a:cubicBezTo>
                    <a:pt x="696" y="184"/>
                    <a:pt x="0" y="446"/>
                    <a:pt x="218" y="1359"/>
                  </a:cubicBezTo>
                  <a:cubicBezTo>
                    <a:pt x="288" y="1640"/>
                    <a:pt x="630" y="1831"/>
                    <a:pt x="1215" y="1831"/>
                  </a:cubicBezTo>
                  <a:cubicBezTo>
                    <a:pt x="1537" y="1831"/>
                    <a:pt x="1931" y="1773"/>
                    <a:pt x="2393" y="1642"/>
                  </a:cubicBezTo>
                  <a:cubicBezTo>
                    <a:pt x="3917" y="1229"/>
                    <a:pt x="6114" y="663"/>
                    <a:pt x="5984" y="293"/>
                  </a:cubicBezTo>
                  <a:cubicBezTo>
                    <a:pt x="5918" y="68"/>
                    <a:pt x="5523" y="0"/>
                    <a:pt x="4965"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7" name="Google Shape;1057;g39181ba8852_1_2015"/>
            <p:cNvSpPr/>
            <p:nvPr/>
          </p:nvSpPr>
          <p:spPr>
            <a:xfrm>
              <a:off x="-937368" y="3125588"/>
              <a:ext cx="63942" cy="22530"/>
            </a:xfrm>
            <a:custGeom>
              <a:rect b="b" l="l" r="r" t="t"/>
              <a:pathLst>
                <a:path extrusionOk="0" h="284" w="806">
                  <a:moveTo>
                    <a:pt x="131" y="1"/>
                  </a:moveTo>
                  <a:cubicBezTo>
                    <a:pt x="44" y="1"/>
                    <a:pt x="1" y="66"/>
                    <a:pt x="1" y="131"/>
                  </a:cubicBezTo>
                  <a:cubicBezTo>
                    <a:pt x="1" y="218"/>
                    <a:pt x="44" y="262"/>
                    <a:pt x="110" y="262"/>
                  </a:cubicBezTo>
                  <a:lnTo>
                    <a:pt x="675" y="283"/>
                  </a:lnTo>
                  <a:cubicBezTo>
                    <a:pt x="741" y="283"/>
                    <a:pt x="806" y="218"/>
                    <a:pt x="806" y="153"/>
                  </a:cubicBezTo>
                  <a:cubicBezTo>
                    <a:pt x="806" y="88"/>
                    <a:pt x="741" y="22"/>
                    <a:pt x="675" y="22"/>
                  </a:cubicBezTo>
                  <a:lnTo>
                    <a:pt x="13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8" name="Google Shape;1058;g39181ba8852_1_2015"/>
            <p:cNvSpPr/>
            <p:nvPr/>
          </p:nvSpPr>
          <p:spPr>
            <a:xfrm>
              <a:off x="-935623" y="3106628"/>
              <a:ext cx="63942" cy="22530"/>
            </a:xfrm>
            <a:custGeom>
              <a:rect b="b" l="l" r="r" t="t"/>
              <a:pathLst>
                <a:path extrusionOk="0" h="284" w="806">
                  <a:moveTo>
                    <a:pt x="131" y="0"/>
                  </a:moveTo>
                  <a:cubicBezTo>
                    <a:pt x="66" y="0"/>
                    <a:pt x="1" y="66"/>
                    <a:pt x="1" y="131"/>
                  </a:cubicBezTo>
                  <a:cubicBezTo>
                    <a:pt x="1" y="218"/>
                    <a:pt x="44" y="261"/>
                    <a:pt x="131" y="261"/>
                  </a:cubicBezTo>
                  <a:lnTo>
                    <a:pt x="675" y="283"/>
                  </a:lnTo>
                  <a:cubicBezTo>
                    <a:pt x="740" y="283"/>
                    <a:pt x="806" y="218"/>
                    <a:pt x="806" y="153"/>
                  </a:cubicBezTo>
                  <a:cubicBezTo>
                    <a:pt x="806" y="87"/>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59" name="Google Shape;1059;g39181ba8852_1_2015"/>
            <p:cNvSpPr/>
            <p:nvPr/>
          </p:nvSpPr>
          <p:spPr>
            <a:xfrm>
              <a:off x="-935623" y="3089334"/>
              <a:ext cx="63942" cy="20784"/>
            </a:xfrm>
            <a:custGeom>
              <a:rect b="b" l="l" r="r" t="t"/>
              <a:pathLst>
                <a:path extrusionOk="0" h="262" w="806">
                  <a:moveTo>
                    <a:pt x="131" y="1"/>
                  </a:moveTo>
                  <a:cubicBezTo>
                    <a:pt x="66" y="1"/>
                    <a:pt x="1" y="44"/>
                    <a:pt x="1" y="131"/>
                  </a:cubicBezTo>
                  <a:cubicBezTo>
                    <a:pt x="1" y="196"/>
                    <a:pt x="66" y="240"/>
                    <a:pt x="131" y="240"/>
                  </a:cubicBezTo>
                  <a:lnTo>
                    <a:pt x="675" y="262"/>
                  </a:lnTo>
                  <a:cubicBezTo>
                    <a:pt x="762" y="262"/>
                    <a:pt x="806" y="196"/>
                    <a:pt x="806" y="131"/>
                  </a:cubicBezTo>
                  <a:cubicBezTo>
                    <a:pt x="806" y="66"/>
                    <a:pt x="762" y="1"/>
                    <a:pt x="697"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0" name="Google Shape;1060;g39181ba8852_1_2015"/>
            <p:cNvSpPr/>
            <p:nvPr/>
          </p:nvSpPr>
          <p:spPr>
            <a:xfrm>
              <a:off x="-935623" y="3070374"/>
              <a:ext cx="63942" cy="20784"/>
            </a:xfrm>
            <a:custGeom>
              <a:rect b="b" l="l" r="r" t="t"/>
              <a:pathLst>
                <a:path extrusionOk="0" h="262" w="806">
                  <a:moveTo>
                    <a:pt x="131" y="0"/>
                  </a:moveTo>
                  <a:cubicBezTo>
                    <a:pt x="66" y="0"/>
                    <a:pt x="1" y="66"/>
                    <a:pt x="1" y="131"/>
                  </a:cubicBezTo>
                  <a:cubicBezTo>
                    <a:pt x="1" y="196"/>
                    <a:pt x="66" y="261"/>
                    <a:pt x="131" y="261"/>
                  </a:cubicBezTo>
                  <a:lnTo>
                    <a:pt x="675" y="261"/>
                  </a:lnTo>
                  <a:cubicBezTo>
                    <a:pt x="740" y="261"/>
                    <a:pt x="806" y="218"/>
                    <a:pt x="806" y="153"/>
                  </a:cubicBezTo>
                  <a:cubicBezTo>
                    <a:pt x="806" y="66"/>
                    <a:pt x="740" y="22"/>
                    <a:pt x="675" y="22"/>
                  </a:cubicBezTo>
                  <a:lnTo>
                    <a:pt x="131" y="0"/>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1" name="Google Shape;1061;g39181ba8852_1_2015"/>
            <p:cNvSpPr/>
            <p:nvPr/>
          </p:nvSpPr>
          <p:spPr>
            <a:xfrm>
              <a:off x="-1025345" y="3063235"/>
              <a:ext cx="148510" cy="93689"/>
            </a:xfrm>
            <a:custGeom>
              <a:rect b="b" l="l" r="r" t="t"/>
              <a:pathLst>
                <a:path extrusionOk="0" h="1181" w="1872">
                  <a:moveTo>
                    <a:pt x="1050" y="1"/>
                  </a:moveTo>
                  <a:cubicBezTo>
                    <a:pt x="1031" y="1"/>
                    <a:pt x="1014" y="2"/>
                    <a:pt x="1001" y="3"/>
                  </a:cubicBezTo>
                  <a:cubicBezTo>
                    <a:pt x="827" y="25"/>
                    <a:pt x="0" y="373"/>
                    <a:pt x="0" y="373"/>
                  </a:cubicBezTo>
                  <a:lnTo>
                    <a:pt x="370" y="1091"/>
                  </a:lnTo>
                  <a:cubicBezTo>
                    <a:pt x="370" y="1091"/>
                    <a:pt x="631" y="1156"/>
                    <a:pt x="914" y="1178"/>
                  </a:cubicBezTo>
                  <a:cubicBezTo>
                    <a:pt x="936" y="1180"/>
                    <a:pt x="959" y="1181"/>
                    <a:pt x="984" y="1181"/>
                  </a:cubicBezTo>
                  <a:cubicBezTo>
                    <a:pt x="1284" y="1181"/>
                    <a:pt x="1784" y="1069"/>
                    <a:pt x="1784" y="1069"/>
                  </a:cubicBezTo>
                  <a:cubicBezTo>
                    <a:pt x="1784" y="1069"/>
                    <a:pt x="1697" y="656"/>
                    <a:pt x="1675" y="504"/>
                  </a:cubicBezTo>
                  <a:cubicBezTo>
                    <a:pt x="1654" y="351"/>
                    <a:pt x="1871" y="112"/>
                    <a:pt x="1871" y="112"/>
                  </a:cubicBezTo>
                  <a:cubicBezTo>
                    <a:pt x="1871" y="112"/>
                    <a:pt x="1278" y="1"/>
                    <a:pt x="1050"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2" name="Google Shape;1062;g39181ba8852_1_2015"/>
            <p:cNvSpPr/>
            <p:nvPr/>
          </p:nvSpPr>
          <p:spPr>
            <a:xfrm>
              <a:off x="-1172106" y="3066249"/>
              <a:ext cx="461001" cy="219347"/>
            </a:xfrm>
            <a:custGeom>
              <a:rect b="b" l="l" r="r" t="t"/>
              <a:pathLst>
                <a:path extrusionOk="0" h="2765" w="5811">
                  <a:moveTo>
                    <a:pt x="433" y="0"/>
                  </a:moveTo>
                  <a:cubicBezTo>
                    <a:pt x="246" y="0"/>
                    <a:pt x="129" y="35"/>
                    <a:pt x="109" y="118"/>
                  </a:cubicBezTo>
                  <a:cubicBezTo>
                    <a:pt x="1" y="640"/>
                    <a:pt x="1741" y="1293"/>
                    <a:pt x="3090" y="2054"/>
                  </a:cubicBezTo>
                  <a:cubicBezTo>
                    <a:pt x="3857" y="2487"/>
                    <a:pt x="4518" y="2765"/>
                    <a:pt x="4990" y="2765"/>
                  </a:cubicBezTo>
                  <a:cubicBezTo>
                    <a:pt x="5348" y="2765"/>
                    <a:pt x="5598" y="2604"/>
                    <a:pt x="5701" y="2228"/>
                  </a:cubicBezTo>
                  <a:cubicBezTo>
                    <a:pt x="5810" y="1815"/>
                    <a:pt x="4983" y="1075"/>
                    <a:pt x="3721" y="749"/>
                  </a:cubicBezTo>
                  <a:cubicBezTo>
                    <a:pt x="2588" y="427"/>
                    <a:pt x="1086" y="0"/>
                    <a:pt x="433"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3" name="Google Shape;1063;g39181ba8852_1_2015"/>
            <p:cNvSpPr/>
            <p:nvPr/>
          </p:nvSpPr>
          <p:spPr>
            <a:xfrm>
              <a:off x="-1234221" y="3018572"/>
              <a:ext cx="146765" cy="107095"/>
            </a:xfrm>
            <a:custGeom>
              <a:rect b="b" l="l" r="r" t="t"/>
              <a:pathLst>
                <a:path extrusionOk="0" h="1350" w="1850">
                  <a:moveTo>
                    <a:pt x="174" y="1"/>
                  </a:moveTo>
                  <a:cubicBezTo>
                    <a:pt x="174" y="1"/>
                    <a:pt x="327" y="283"/>
                    <a:pt x="261" y="436"/>
                  </a:cubicBezTo>
                  <a:cubicBezTo>
                    <a:pt x="196" y="566"/>
                    <a:pt x="0" y="936"/>
                    <a:pt x="0" y="936"/>
                  </a:cubicBezTo>
                  <a:cubicBezTo>
                    <a:pt x="0" y="936"/>
                    <a:pt x="501" y="1154"/>
                    <a:pt x="762" y="1241"/>
                  </a:cubicBezTo>
                  <a:cubicBezTo>
                    <a:pt x="1197" y="1350"/>
                    <a:pt x="1436" y="1350"/>
                    <a:pt x="1436" y="1350"/>
                  </a:cubicBezTo>
                  <a:lnTo>
                    <a:pt x="1850" y="675"/>
                  </a:lnTo>
                  <a:cubicBezTo>
                    <a:pt x="1850" y="675"/>
                    <a:pt x="1197" y="196"/>
                    <a:pt x="1045" y="131"/>
                  </a:cubicBezTo>
                  <a:cubicBezTo>
                    <a:pt x="871" y="66"/>
                    <a:pt x="175" y="1"/>
                    <a:pt x="174"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64" name="Shape 1064"/>
        <p:cNvGrpSpPr/>
        <p:nvPr/>
      </p:nvGrpSpPr>
      <p:grpSpPr>
        <a:xfrm>
          <a:off x="0" y="0"/>
          <a:ext cx="0" cy="0"/>
          <a:chOff x="0" y="0"/>
          <a:chExt cx="0" cy="0"/>
        </a:xfrm>
      </p:grpSpPr>
      <p:sp>
        <p:nvSpPr>
          <p:cNvPr id="1065" name="Google Shape;1065;g39181ba8852_1_2075"/>
          <p:cNvSpPr/>
          <p:nvPr/>
        </p:nvSpPr>
        <p:spPr>
          <a:xfrm>
            <a:off x="-33" y="6127167"/>
            <a:ext cx="12191955" cy="787929"/>
          </a:xfrm>
          <a:custGeom>
            <a:rect b="b" l="l" r="r" t="t"/>
            <a:pathLst>
              <a:path extrusionOk="0" h="31202" w="81572">
                <a:moveTo>
                  <a:pt x="0" y="0"/>
                </a:moveTo>
                <a:lnTo>
                  <a:pt x="0" y="31201"/>
                </a:lnTo>
                <a:lnTo>
                  <a:pt x="81572" y="31201"/>
                </a:lnTo>
                <a:lnTo>
                  <a:pt x="81572"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6" name="Google Shape;1066;g39181ba8852_1_2075"/>
          <p:cNvSpPr/>
          <p:nvPr/>
        </p:nvSpPr>
        <p:spPr>
          <a:xfrm>
            <a:off x="9899506"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067" name="Google Shape;1067;g39181ba8852_1_2075"/>
          <p:cNvGrpSpPr/>
          <p:nvPr/>
        </p:nvGrpSpPr>
        <p:grpSpPr>
          <a:xfrm>
            <a:off x="10402440" y="2943487"/>
            <a:ext cx="1164860" cy="3798487"/>
            <a:chOff x="9498975" y="3401300"/>
            <a:chExt cx="368825" cy="1202700"/>
          </a:xfrm>
        </p:grpSpPr>
        <p:sp>
          <p:nvSpPr>
            <p:cNvPr id="1068" name="Google Shape;1068;g39181ba8852_1_2075"/>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69" name="Google Shape;1069;g39181ba8852_1_2075"/>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0" name="Google Shape;1070;g39181ba8852_1_2075"/>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1" name="Google Shape;1071;g39181ba8852_1_2075"/>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2" name="Google Shape;1072;g39181ba8852_1_2075"/>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3" name="Google Shape;1073;g39181ba8852_1_2075"/>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4" name="Google Shape;1074;g39181ba8852_1_2075"/>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5" name="Google Shape;1075;g39181ba8852_1_2075"/>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6" name="Google Shape;1076;g39181ba8852_1_2075"/>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7" name="Google Shape;1077;g39181ba8852_1_2075"/>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8" name="Google Shape;1078;g39181ba8852_1_2075"/>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79" name="Google Shape;1079;g39181ba8852_1_2075"/>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0" name="Google Shape;1080;g39181ba8852_1_2075"/>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1" name="Google Shape;1081;g39181ba8852_1_2075"/>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2" name="Google Shape;1082;g39181ba8852_1_2075"/>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3" name="Google Shape;1083;g39181ba8852_1_2075"/>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4" name="Google Shape;1084;g39181ba8852_1_2075"/>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5" name="Google Shape;1085;g39181ba8852_1_2075"/>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6" name="Google Shape;1086;g39181ba8852_1_2075"/>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7" name="Google Shape;1087;g39181ba8852_1_2075"/>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8" name="Google Shape;1088;g39181ba8852_1_2075"/>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89" name="Google Shape;1089;g39181ba8852_1_2075"/>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0" name="Google Shape;1090;g39181ba8852_1_2075"/>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1" name="Google Shape;1091;g39181ba8852_1_2075"/>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2" name="Google Shape;1092;g39181ba8852_1_2075"/>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3" name="Google Shape;1093;g39181ba8852_1_2075"/>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4" name="Google Shape;1094;g39181ba8852_1_2075"/>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5" name="Google Shape;1095;g39181ba8852_1_2075"/>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6" name="Google Shape;1096;g39181ba8852_1_2075"/>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7" name="Google Shape;1097;g39181ba8852_1_2075"/>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8" name="Google Shape;1098;g39181ba8852_1_2075"/>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099" name="Google Shape;1099;g39181ba8852_1_2075"/>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0" name="Google Shape;1100;g39181ba8852_1_2075"/>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1" name="Google Shape;1101;g39181ba8852_1_2075"/>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2" name="Google Shape;1102;g39181ba8852_1_2075"/>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3" name="Google Shape;1103;g39181ba8852_1_2075"/>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4" name="Google Shape;1104;g39181ba8852_1_2075"/>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5" name="Google Shape;1105;g39181ba8852_1_2075"/>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6" name="Google Shape;1106;g39181ba8852_1_2075"/>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07" name="Google Shape;1107;g39181ba8852_1_2075"/>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108" name="Google Shape;1108;g39181ba8852_1_2075"/>
          <p:cNvSpPr/>
          <p:nvPr/>
        </p:nvSpPr>
        <p:spPr>
          <a:xfrm>
            <a:off x="-184811" y="64153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109" name="Google Shape;1109;g39181ba8852_1_2075"/>
          <p:cNvGrpSpPr/>
          <p:nvPr/>
        </p:nvGrpSpPr>
        <p:grpSpPr>
          <a:xfrm>
            <a:off x="367805" y="3001225"/>
            <a:ext cx="1064791" cy="3856602"/>
            <a:chOff x="-163725" y="2250975"/>
            <a:chExt cx="798614" cy="2892524"/>
          </a:xfrm>
        </p:grpSpPr>
        <p:sp>
          <p:nvSpPr>
            <p:cNvPr id="1110" name="Google Shape;1110;g39181ba8852_1_2075"/>
            <p:cNvSpPr/>
            <p:nvPr/>
          </p:nvSpPr>
          <p:spPr>
            <a:xfrm>
              <a:off x="212628" y="2758945"/>
              <a:ext cx="406911" cy="472834"/>
            </a:xfrm>
            <a:custGeom>
              <a:rect b="b" l="l" r="r" t="t"/>
              <a:pathLst>
                <a:path extrusionOk="0" h="6068" w="5222">
                  <a:moveTo>
                    <a:pt x="1308" y="0"/>
                  </a:moveTo>
                  <a:cubicBezTo>
                    <a:pt x="1138" y="0"/>
                    <a:pt x="956" y="38"/>
                    <a:pt x="762" y="126"/>
                  </a:cubicBezTo>
                  <a:cubicBezTo>
                    <a:pt x="1" y="474"/>
                    <a:pt x="66" y="1214"/>
                    <a:pt x="458" y="1953"/>
                  </a:cubicBezTo>
                  <a:cubicBezTo>
                    <a:pt x="849" y="2671"/>
                    <a:pt x="3656" y="6022"/>
                    <a:pt x="3917" y="6066"/>
                  </a:cubicBezTo>
                  <a:cubicBezTo>
                    <a:pt x="3926" y="6067"/>
                    <a:pt x="3935" y="6068"/>
                    <a:pt x="3945" y="6068"/>
                  </a:cubicBezTo>
                  <a:cubicBezTo>
                    <a:pt x="4244" y="6068"/>
                    <a:pt x="5221" y="5445"/>
                    <a:pt x="5179" y="5087"/>
                  </a:cubicBezTo>
                  <a:cubicBezTo>
                    <a:pt x="5136" y="4695"/>
                    <a:pt x="3177" y="1496"/>
                    <a:pt x="2764" y="952"/>
                  </a:cubicBezTo>
                  <a:cubicBezTo>
                    <a:pt x="2421" y="524"/>
                    <a:pt x="1943" y="0"/>
                    <a:pt x="1308"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1" name="Google Shape;1111;g39181ba8852_1_2075"/>
            <p:cNvSpPr/>
            <p:nvPr/>
          </p:nvSpPr>
          <p:spPr>
            <a:xfrm>
              <a:off x="-151881" y="2480454"/>
              <a:ext cx="562990" cy="1236085"/>
            </a:xfrm>
            <a:custGeom>
              <a:rect b="b" l="l" r="r" t="t"/>
              <a:pathLst>
                <a:path extrusionOk="0" h="15863" w="7225">
                  <a:moveTo>
                    <a:pt x="2960" y="1"/>
                  </a:moveTo>
                  <a:cubicBezTo>
                    <a:pt x="2960" y="1"/>
                    <a:pt x="2851" y="2438"/>
                    <a:pt x="2699" y="2568"/>
                  </a:cubicBezTo>
                  <a:cubicBezTo>
                    <a:pt x="2264" y="2938"/>
                    <a:pt x="653" y="3243"/>
                    <a:pt x="371" y="3896"/>
                  </a:cubicBezTo>
                  <a:cubicBezTo>
                    <a:pt x="1" y="4657"/>
                    <a:pt x="2002" y="8138"/>
                    <a:pt x="2264" y="9292"/>
                  </a:cubicBezTo>
                  <a:cubicBezTo>
                    <a:pt x="2525" y="10445"/>
                    <a:pt x="1981" y="12229"/>
                    <a:pt x="1807" y="13360"/>
                  </a:cubicBezTo>
                  <a:cubicBezTo>
                    <a:pt x="1633" y="14492"/>
                    <a:pt x="5179" y="15862"/>
                    <a:pt x="5310" y="15862"/>
                  </a:cubicBezTo>
                  <a:cubicBezTo>
                    <a:pt x="5440" y="15862"/>
                    <a:pt x="6593" y="14796"/>
                    <a:pt x="6811" y="14426"/>
                  </a:cubicBezTo>
                  <a:cubicBezTo>
                    <a:pt x="7029" y="14057"/>
                    <a:pt x="6811" y="11163"/>
                    <a:pt x="6811" y="10423"/>
                  </a:cubicBezTo>
                  <a:cubicBezTo>
                    <a:pt x="6811" y="9683"/>
                    <a:pt x="6985" y="7094"/>
                    <a:pt x="7007" y="6920"/>
                  </a:cubicBezTo>
                  <a:cubicBezTo>
                    <a:pt x="7224" y="5788"/>
                    <a:pt x="6942" y="4896"/>
                    <a:pt x="6898" y="4657"/>
                  </a:cubicBezTo>
                  <a:cubicBezTo>
                    <a:pt x="6855" y="4418"/>
                    <a:pt x="6855" y="4026"/>
                    <a:pt x="6746" y="3874"/>
                  </a:cubicBezTo>
                  <a:cubicBezTo>
                    <a:pt x="6506" y="3569"/>
                    <a:pt x="5179" y="3156"/>
                    <a:pt x="5157" y="3003"/>
                  </a:cubicBezTo>
                  <a:cubicBezTo>
                    <a:pt x="5136" y="2851"/>
                    <a:pt x="4962" y="741"/>
                    <a:pt x="4962" y="741"/>
                  </a:cubicBezTo>
                  <a:lnTo>
                    <a:pt x="2960" y="1"/>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2" name="Google Shape;1112;g39181ba8852_1_2075"/>
            <p:cNvSpPr/>
            <p:nvPr/>
          </p:nvSpPr>
          <p:spPr>
            <a:xfrm>
              <a:off x="-138323" y="2680556"/>
              <a:ext cx="544367" cy="787173"/>
            </a:xfrm>
            <a:custGeom>
              <a:rect b="b" l="l" r="r" t="t"/>
              <a:pathLst>
                <a:path extrusionOk="0" h="10102" w="6986">
                  <a:moveTo>
                    <a:pt x="2525" y="0"/>
                  </a:moveTo>
                  <a:cubicBezTo>
                    <a:pt x="2525" y="0"/>
                    <a:pt x="1132" y="631"/>
                    <a:pt x="697" y="849"/>
                  </a:cubicBezTo>
                  <a:cubicBezTo>
                    <a:pt x="284" y="1045"/>
                    <a:pt x="1" y="1415"/>
                    <a:pt x="23" y="1980"/>
                  </a:cubicBezTo>
                  <a:cubicBezTo>
                    <a:pt x="44" y="2546"/>
                    <a:pt x="1807" y="6789"/>
                    <a:pt x="1872" y="7028"/>
                  </a:cubicBezTo>
                  <a:cubicBezTo>
                    <a:pt x="1916" y="7267"/>
                    <a:pt x="1393" y="9509"/>
                    <a:pt x="1676" y="9726"/>
                  </a:cubicBezTo>
                  <a:cubicBezTo>
                    <a:pt x="1741" y="9791"/>
                    <a:pt x="3330" y="9987"/>
                    <a:pt x="4744" y="10074"/>
                  </a:cubicBezTo>
                  <a:cubicBezTo>
                    <a:pt x="5364" y="10096"/>
                    <a:pt x="5876" y="10101"/>
                    <a:pt x="6232" y="10101"/>
                  </a:cubicBezTo>
                  <a:cubicBezTo>
                    <a:pt x="6588" y="10101"/>
                    <a:pt x="6789" y="10096"/>
                    <a:pt x="6789" y="10096"/>
                  </a:cubicBezTo>
                  <a:cubicBezTo>
                    <a:pt x="6789" y="10096"/>
                    <a:pt x="6702" y="8007"/>
                    <a:pt x="6768" y="7180"/>
                  </a:cubicBezTo>
                  <a:cubicBezTo>
                    <a:pt x="6855" y="6201"/>
                    <a:pt x="6855" y="5440"/>
                    <a:pt x="6898" y="4874"/>
                  </a:cubicBezTo>
                  <a:cubicBezTo>
                    <a:pt x="6985" y="3873"/>
                    <a:pt x="6963" y="2764"/>
                    <a:pt x="6898" y="2502"/>
                  </a:cubicBezTo>
                  <a:cubicBezTo>
                    <a:pt x="6833" y="2263"/>
                    <a:pt x="6746" y="1610"/>
                    <a:pt x="6572" y="1306"/>
                  </a:cubicBezTo>
                  <a:cubicBezTo>
                    <a:pt x="6398" y="1001"/>
                    <a:pt x="5070" y="544"/>
                    <a:pt x="5070" y="544"/>
                  </a:cubicBezTo>
                  <a:lnTo>
                    <a:pt x="4679" y="1284"/>
                  </a:lnTo>
                  <a:lnTo>
                    <a:pt x="2525"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3" name="Google Shape;1113;g39181ba8852_1_2075"/>
            <p:cNvSpPr/>
            <p:nvPr/>
          </p:nvSpPr>
          <p:spPr>
            <a:xfrm>
              <a:off x="-101057" y="2738218"/>
              <a:ext cx="501977" cy="713458"/>
            </a:xfrm>
            <a:custGeom>
              <a:rect b="b" l="l" r="r" t="t"/>
              <a:pathLst>
                <a:path extrusionOk="0" h="9156" w="6442">
                  <a:moveTo>
                    <a:pt x="654" y="0"/>
                  </a:moveTo>
                  <a:lnTo>
                    <a:pt x="654" y="0"/>
                  </a:lnTo>
                  <a:cubicBezTo>
                    <a:pt x="653" y="0"/>
                    <a:pt x="1" y="1197"/>
                    <a:pt x="23" y="1632"/>
                  </a:cubicBezTo>
                  <a:cubicBezTo>
                    <a:pt x="23" y="2089"/>
                    <a:pt x="1132" y="4983"/>
                    <a:pt x="1350" y="5592"/>
                  </a:cubicBezTo>
                  <a:cubicBezTo>
                    <a:pt x="1568" y="6179"/>
                    <a:pt x="893" y="8507"/>
                    <a:pt x="1176" y="8899"/>
                  </a:cubicBezTo>
                  <a:cubicBezTo>
                    <a:pt x="1314" y="9106"/>
                    <a:pt x="1837" y="9155"/>
                    <a:pt x="2298" y="9155"/>
                  </a:cubicBezTo>
                  <a:cubicBezTo>
                    <a:pt x="2707" y="9155"/>
                    <a:pt x="3069" y="9117"/>
                    <a:pt x="3069" y="9117"/>
                  </a:cubicBezTo>
                  <a:cubicBezTo>
                    <a:pt x="3069" y="9117"/>
                    <a:pt x="2590" y="8573"/>
                    <a:pt x="2808" y="8246"/>
                  </a:cubicBezTo>
                  <a:cubicBezTo>
                    <a:pt x="3047" y="7920"/>
                    <a:pt x="6441" y="6810"/>
                    <a:pt x="6441" y="6810"/>
                  </a:cubicBezTo>
                  <a:cubicBezTo>
                    <a:pt x="6441" y="6810"/>
                    <a:pt x="3961" y="5418"/>
                    <a:pt x="3395" y="5309"/>
                  </a:cubicBezTo>
                  <a:cubicBezTo>
                    <a:pt x="2851" y="5200"/>
                    <a:pt x="1002" y="2459"/>
                    <a:pt x="545" y="1849"/>
                  </a:cubicBezTo>
                  <a:cubicBezTo>
                    <a:pt x="110" y="1240"/>
                    <a:pt x="654" y="0"/>
                    <a:pt x="654"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4" name="Google Shape;1114;g39181ba8852_1_2075"/>
            <p:cNvSpPr/>
            <p:nvPr/>
          </p:nvSpPr>
          <p:spPr>
            <a:xfrm>
              <a:off x="66840" y="2548323"/>
              <a:ext cx="172988" cy="132312"/>
            </a:xfrm>
            <a:custGeom>
              <a:rect b="b" l="l" r="r" t="t"/>
              <a:pathLst>
                <a:path extrusionOk="0" h="1698" w="2220">
                  <a:moveTo>
                    <a:pt x="66" y="0"/>
                  </a:moveTo>
                  <a:lnTo>
                    <a:pt x="1" y="1284"/>
                  </a:lnTo>
                  <a:lnTo>
                    <a:pt x="675" y="1697"/>
                  </a:lnTo>
                  <a:lnTo>
                    <a:pt x="2220" y="1088"/>
                  </a:lnTo>
                  <a:lnTo>
                    <a:pt x="66"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5" name="Google Shape;1115;g39181ba8852_1_2075"/>
            <p:cNvSpPr/>
            <p:nvPr/>
          </p:nvSpPr>
          <p:spPr>
            <a:xfrm>
              <a:off x="-163725" y="2754192"/>
              <a:ext cx="203534" cy="533457"/>
            </a:xfrm>
            <a:custGeom>
              <a:rect b="b" l="l" r="r" t="t"/>
              <a:pathLst>
                <a:path extrusionOk="0" h="6846" w="2612">
                  <a:moveTo>
                    <a:pt x="1127" y="1"/>
                  </a:moveTo>
                  <a:cubicBezTo>
                    <a:pt x="411" y="1"/>
                    <a:pt x="126" y="619"/>
                    <a:pt x="66" y="1405"/>
                  </a:cubicBezTo>
                  <a:cubicBezTo>
                    <a:pt x="0" y="2232"/>
                    <a:pt x="588" y="6540"/>
                    <a:pt x="784" y="6714"/>
                  </a:cubicBezTo>
                  <a:cubicBezTo>
                    <a:pt x="868" y="6798"/>
                    <a:pt x="1139" y="6846"/>
                    <a:pt x="1436" y="6846"/>
                  </a:cubicBezTo>
                  <a:cubicBezTo>
                    <a:pt x="1832" y="6846"/>
                    <a:pt x="2273" y="6761"/>
                    <a:pt x="2372" y="6562"/>
                  </a:cubicBezTo>
                  <a:cubicBezTo>
                    <a:pt x="2546" y="6214"/>
                    <a:pt x="2611" y="2471"/>
                    <a:pt x="2546" y="1775"/>
                  </a:cubicBezTo>
                  <a:cubicBezTo>
                    <a:pt x="2459" y="1101"/>
                    <a:pt x="2285" y="143"/>
                    <a:pt x="1306" y="13"/>
                  </a:cubicBezTo>
                  <a:cubicBezTo>
                    <a:pt x="1244" y="5"/>
                    <a:pt x="1184" y="1"/>
                    <a:pt x="1127"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6" name="Google Shape;1116;g39181ba8852_1_2075"/>
            <p:cNvSpPr/>
            <p:nvPr/>
          </p:nvSpPr>
          <p:spPr>
            <a:xfrm>
              <a:off x="4115" y="2258222"/>
              <a:ext cx="332417" cy="373794"/>
            </a:xfrm>
            <a:custGeom>
              <a:rect b="b" l="l" r="r" t="t"/>
              <a:pathLst>
                <a:path extrusionOk="0" h="4797" w="4266">
                  <a:moveTo>
                    <a:pt x="2013" y="0"/>
                  </a:moveTo>
                  <a:cubicBezTo>
                    <a:pt x="1610" y="0"/>
                    <a:pt x="1209" y="133"/>
                    <a:pt x="893" y="481"/>
                  </a:cubicBezTo>
                  <a:cubicBezTo>
                    <a:pt x="0" y="1417"/>
                    <a:pt x="196" y="2505"/>
                    <a:pt x="523" y="3201"/>
                  </a:cubicBezTo>
                  <a:cubicBezTo>
                    <a:pt x="784" y="3745"/>
                    <a:pt x="1067" y="4050"/>
                    <a:pt x="1632" y="4419"/>
                  </a:cubicBezTo>
                  <a:cubicBezTo>
                    <a:pt x="1752" y="4479"/>
                    <a:pt x="2700" y="4797"/>
                    <a:pt x="3038" y="4797"/>
                  </a:cubicBezTo>
                  <a:cubicBezTo>
                    <a:pt x="3068" y="4797"/>
                    <a:pt x="3093" y="4795"/>
                    <a:pt x="3112" y="4789"/>
                  </a:cubicBezTo>
                  <a:cubicBezTo>
                    <a:pt x="3264" y="4768"/>
                    <a:pt x="3525" y="3614"/>
                    <a:pt x="3591" y="3614"/>
                  </a:cubicBezTo>
                  <a:cubicBezTo>
                    <a:pt x="3598" y="3618"/>
                    <a:pt x="3608" y="3620"/>
                    <a:pt x="3619" y="3620"/>
                  </a:cubicBezTo>
                  <a:cubicBezTo>
                    <a:pt x="3675" y="3620"/>
                    <a:pt x="3768" y="3574"/>
                    <a:pt x="3786" y="3484"/>
                  </a:cubicBezTo>
                  <a:cubicBezTo>
                    <a:pt x="3808" y="3353"/>
                    <a:pt x="3765" y="2505"/>
                    <a:pt x="3808" y="2418"/>
                  </a:cubicBezTo>
                  <a:cubicBezTo>
                    <a:pt x="3852" y="2331"/>
                    <a:pt x="4265" y="1395"/>
                    <a:pt x="3721" y="764"/>
                  </a:cubicBezTo>
                  <a:cubicBezTo>
                    <a:pt x="3431" y="404"/>
                    <a:pt x="2717" y="0"/>
                    <a:pt x="2013"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7" name="Google Shape;1117;g39181ba8852_1_2075"/>
            <p:cNvSpPr/>
            <p:nvPr/>
          </p:nvSpPr>
          <p:spPr>
            <a:xfrm>
              <a:off x="-4379" y="2250975"/>
              <a:ext cx="318859" cy="302495"/>
            </a:xfrm>
            <a:custGeom>
              <a:rect b="b" l="l" r="r" t="t"/>
              <a:pathLst>
                <a:path extrusionOk="0" h="3882" w="4092">
                  <a:moveTo>
                    <a:pt x="2362" y="0"/>
                  </a:moveTo>
                  <a:cubicBezTo>
                    <a:pt x="1844" y="0"/>
                    <a:pt x="1024" y="197"/>
                    <a:pt x="588" y="1053"/>
                  </a:cubicBezTo>
                  <a:cubicBezTo>
                    <a:pt x="1" y="2228"/>
                    <a:pt x="697" y="3860"/>
                    <a:pt x="980" y="3881"/>
                  </a:cubicBezTo>
                  <a:cubicBezTo>
                    <a:pt x="1089" y="3881"/>
                    <a:pt x="1502" y="3337"/>
                    <a:pt x="1306" y="2228"/>
                  </a:cubicBezTo>
                  <a:cubicBezTo>
                    <a:pt x="1306" y="2221"/>
                    <a:pt x="1309" y="2218"/>
                    <a:pt x="1313" y="2218"/>
                  </a:cubicBezTo>
                  <a:cubicBezTo>
                    <a:pt x="1382" y="2218"/>
                    <a:pt x="1945" y="2908"/>
                    <a:pt x="2054" y="2908"/>
                  </a:cubicBezTo>
                  <a:cubicBezTo>
                    <a:pt x="2060" y="2908"/>
                    <a:pt x="2065" y="2906"/>
                    <a:pt x="2068" y="2902"/>
                  </a:cubicBezTo>
                  <a:cubicBezTo>
                    <a:pt x="2133" y="2837"/>
                    <a:pt x="1807" y="1858"/>
                    <a:pt x="2068" y="1662"/>
                  </a:cubicBezTo>
                  <a:cubicBezTo>
                    <a:pt x="2575" y="1299"/>
                    <a:pt x="3011" y="1194"/>
                    <a:pt x="3347" y="1194"/>
                  </a:cubicBezTo>
                  <a:cubicBezTo>
                    <a:pt x="3817" y="1194"/>
                    <a:pt x="4091" y="1401"/>
                    <a:pt x="4091" y="1401"/>
                  </a:cubicBezTo>
                  <a:cubicBezTo>
                    <a:pt x="3982" y="357"/>
                    <a:pt x="3069" y="161"/>
                    <a:pt x="2764" y="52"/>
                  </a:cubicBezTo>
                  <a:cubicBezTo>
                    <a:pt x="2685" y="24"/>
                    <a:pt x="2542" y="0"/>
                    <a:pt x="236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8" name="Google Shape;1118;g39181ba8852_1_2075"/>
            <p:cNvSpPr/>
            <p:nvPr/>
          </p:nvSpPr>
          <p:spPr>
            <a:xfrm>
              <a:off x="85463" y="2414142"/>
              <a:ext cx="54390" cy="100442"/>
            </a:xfrm>
            <a:custGeom>
              <a:rect b="b" l="l" r="r" t="t"/>
              <a:pathLst>
                <a:path extrusionOk="0" h="1289" w="698">
                  <a:moveTo>
                    <a:pt x="329" y="1"/>
                  </a:moveTo>
                  <a:cubicBezTo>
                    <a:pt x="315" y="1"/>
                    <a:pt x="300" y="1"/>
                    <a:pt x="284" y="3"/>
                  </a:cubicBezTo>
                  <a:cubicBezTo>
                    <a:pt x="110" y="25"/>
                    <a:pt x="1" y="351"/>
                    <a:pt x="66" y="700"/>
                  </a:cubicBezTo>
                  <a:cubicBezTo>
                    <a:pt x="108" y="1034"/>
                    <a:pt x="311" y="1288"/>
                    <a:pt x="481" y="1288"/>
                  </a:cubicBezTo>
                  <a:cubicBezTo>
                    <a:pt x="488" y="1288"/>
                    <a:pt x="495" y="1288"/>
                    <a:pt x="501" y="1287"/>
                  </a:cubicBezTo>
                  <a:cubicBezTo>
                    <a:pt x="697" y="1265"/>
                    <a:pt x="697" y="787"/>
                    <a:pt x="632" y="438"/>
                  </a:cubicBezTo>
                  <a:cubicBezTo>
                    <a:pt x="592" y="118"/>
                    <a:pt x="497" y="1"/>
                    <a:pt x="329"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19" name="Google Shape;1119;g39181ba8852_1_2075"/>
            <p:cNvSpPr/>
            <p:nvPr/>
          </p:nvSpPr>
          <p:spPr>
            <a:xfrm>
              <a:off x="141409" y="5055834"/>
              <a:ext cx="108624" cy="20416"/>
            </a:xfrm>
            <a:custGeom>
              <a:rect b="b" l="l" r="r" t="t"/>
              <a:pathLst>
                <a:path extrusionOk="0" h="262" w="1394">
                  <a:moveTo>
                    <a:pt x="1" y="0"/>
                  </a:moveTo>
                  <a:lnTo>
                    <a:pt x="1" y="261"/>
                  </a:lnTo>
                  <a:lnTo>
                    <a:pt x="1393" y="261"/>
                  </a:lnTo>
                  <a:lnTo>
                    <a:pt x="1393" y="0"/>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0" name="Google Shape;1120;g39181ba8852_1_2075"/>
            <p:cNvSpPr/>
            <p:nvPr/>
          </p:nvSpPr>
          <p:spPr>
            <a:xfrm>
              <a:off x="119436" y="4912459"/>
              <a:ext cx="412054" cy="180780"/>
            </a:xfrm>
            <a:custGeom>
              <a:rect b="b" l="l" r="r" t="t"/>
              <a:pathLst>
                <a:path extrusionOk="0" h="2320" w="5288">
                  <a:moveTo>
                    <a:pt x="501" y="0"/>
                  </a:moveTo>
                  <a:cubicBezTo>
                    <a:pt x="411" y="0"/>
                    <a:pt x="353" y="4"/>
                    <a:pt x="348" y="13"/>
                  </a:cubicBezTo>
                  <a:cubicBezTo>
                    <a:pt x="152" y="274"/>
                    <a:pt x="44" y="752"/>
                    <a:pt x="22" y="992"/>
                  </a:cubicBezTo>
                  <a:cubicBezTo>
                    <a:pt x="0" y="1253"/>
                    <a:pt x="152" y="1840"/>
                    <a:pt x="348" y="1840"/>
                  </a:cubicBezTo>
                  <a:cubicBezTo>
                    <a:pt x="870" y="1840"/>
                    <a:pt x="1480" y="1862"/>
                    <a:pt x="2024" y="1927"/>
                  </a:cubicBezTo>
                  <a:cubicBezTo>
                    <a:pt x="2568" y="1993"/>
                    <a:pt x="2763" y="2319"/>
                    <a:pt x="4156" y="2319"/>
                  </a:cubicBezTo>
                  <a:cubicBezTo>
                    <a:pt x="4548" y="2319"/>
                    <a:pt x="5287" y="2276"/>
                    <a:pt x="5266" y="2123"/>
                  </a:cubicBezTo>
                  <a:cubicBezTo>
                    <a:pt x="5244" y="1949"/>
                    <a:pt x="3938" y="1666"/>
                    <a:pt x="3525" y="1275"/>
                  </a:cubicBezTo>
                  <a:cubicBezTo>
                    <a:pt x="2459" y="296"/>
                    <a:pt x="1741" y="56"/>
                    <a:pt x="1741" y="56"/>
                  </a:cubicBezTo>
                  <a:cubicBezTo>
                    <a:pt x="1741" y="56"/>
                    <a:pt x="863" y="0"/>
                    <a:pt x="50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1" name="Google Shape;1121;g39181ba8852_1_2075"/>
            <p:cNvSpPr/>
            <p:nvPr/>
          </p:nvSpPr>
          <p:spPr>
            <a:xfrm>
              <a:off x="39724" y="3463978"/>
              <a:ext cx="359534" cy="1502502"/>
            </a:xfrm>
            <a:custGeom>
              <a:rect b="b" l="l" r="r" t="t"/>
              <a:pathLst>
                <a:path extrusionOk="0" h="19282" w="4614">
                  <a:moveTo>
                    <a:pt x="4380" y="0"/>
                  </a:moveTo>
                  <a:cubicBezTo>
                    <a:pt x="3680" y="0"/>
                    <a:pt x="262" y="999"/>
                    <a:pt x="262" y="999"/>
                  </a:cubicBezTo>
                  <a:cubicBezTo>
                    <a:pt x="262" y="999"/>
                    <a:pt x="174" y="1565"/>
                    <a:pt x="87" y="2370"/>
                  </a:cubicBezTo>
                  <a:cubicBezTo>
                    <a:pt x="0" y="3175"/>
                    <a:pt x="784" y="5743"/>
                    <a:pt x="1067" y="7766"/>
                  </a:cubicBezTo>
                  <a:cubicBezTo>
                    <a:pt x="1328" y="9790"/>
                    <a:pt x="1502" y="10203"/>
                    <a:pt x="1436" y="10682"/>
                  </a:cubicBezTo>
                  <a:cubicBezTo>
                    <a:pt x="1371" y="11160"/>
                    <a:pt x="762" y="13097"/>
                    <a:pt x="849" y="14381"/>
                  </a:cubicBezTo>
                  <a:cubicBezTo>
                    <a:pt x="914" y="15686"/>
                    <a:pt x="1175" y="19059"/>
                    <a:pt x="1175" y="19059"/>
                  </a:cubicBezTo>
                  <a:cubicBezTo>
                    <a:pt x="1175" y="19059"/>
                    <a:pt x="1567" y="19233"/>
                    <a:pt x="2220" y="19276"/>
                  </a:cubicBezTo>
                  <a:cubicBezTo>
                    <a:pt x="2257" y="19280"/>
                    <a:pt x="2293" y="19281"/>
                    <a:pt x="2328" y="19281"/>
                  </a:cubicBezTo>
                  <a:cubicBezTo>
                    <a:pt x="2943" y="19281"/>
                    <a:pt x="3351" y="18776"/>
                    <a:pt x="3351" y="18776"/>
                  </a:cubicBezTo>
                  <a:cubicBezTo>
                    <a:pt x="3351" y="18776"/>
                    <a:pt x="3873" y="11247"/>
                    <a:pt x="3960" y="10464"/>
                  </a:cubicBezTo>
                  <a:cubicBezTo>
                    <a:pt x="4026" y="9942"/>
                    <a:pt x="4439" y="6395"/>
                    <a:pt x="4570" y="3502"/>
                  </a:cubicBezTo>
                  <a:cubicBezTo>
                    <a:pt x="4613" y="2566"/>
                    <a:pt x="4504" y="412"/>
                    <a:pt x="4504" y="42"/>
                  </a:cubicBezTo>
                  <a:cubicBezTo>
                    <a:pt x="4504" y="13"/>
                    <a:pt x="4460" y="0"/>
                    <a:pt x="438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2" name="Google Shape;1122;g39181ba8852_1_2075"/>
            <p:cNvSpPr/>
            <p:nvPr/>
          </p:nvSpPr>
          <p:spPr>
            <a:xfrm>
              <a:off x="-41624"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3" name="Google Shape;1123;g39181ba8852_1_2075"/>
            <p:cNvSpPr/>
            <p:nvPr/>
          </p:nvSpPr>
          <p:spPr>
            <a:xfrm>
              <a:off x="-41637" y="3440056"/>
              <a:ext cx="371379" cy="1526736"/>
            </a:xfrm>
            <a:custGeom>
              <a:rect b="b" l="l" r="r" t="t"/>
              <a:pathLst>
                <a:path extrusionOk="0" h="19593" w="4766">
                  <a:moveTo>
                    <a:pt x="457" y="1"/>
                  </a:moveTo>
                  <a:cubicBezTo>
                    <a:pt x="457" y="1"/>
                    <a:pt x="0" y="1198"/>
                    <a:pt x="0" y="2198"/>
                  </a:cubicBezTo>
                  <a:cubicBezTo>
                    <a:pt x="22" y="3004"/>
                    <a:pt x="239" y="4505"/>
                    <a:pt x="522" y="6528"/>
                  </a:cubicBezTo>
                  <a:cubicBezTo>
                    <a:pt x="805" y="8552"/>
                    <a:pt x="827" y="10423"/>
                    <a:pt x="762" y="10902"/>
                  </a:cubicBezTo>
                  <a:cubicBezTo>
                    <a:pt x="696" y="11380"/>
                    <a:pt x="44" y="13404"/>
                    <a:pt x="131" y="14688"/>
                  </a:cubicBezTo>
                  <a:cubicBezTo>
                    <a:pt x="196" y="15993"/>
                    <a:pt x="544" y="19170"/>
                    <a:pt x="544" y="19170"/>
                  </a:cubicBezTo>
                  <a:cubicBezTo>
                    <a:pt x="544" y="19170"/>
                    <a:pt x="957" y="19518"/>
                    <a:pt x="1610" y="19583"/>
                  </a:cubicBezTo>
                  <a:cubicBezTo>
                    <a:pt x="1680" y="19590"/>
                    <a:pt x="1747" y="19593"/>
                    <a:pt x="1810" y="19593"/>
                  </a:cubicBezTo>
                  <a:cubicBezTo>
                    <a:pt x="2361" y="19593"/>
                    <a:pt x="2676" y="19366"/>
                    <a:pt x="2676" y="19366"/>
                  </a:cubicBezTo>
                  <a:cubicBezTo>
                    <a:pt x="2676" y="19366"/>
                    <a:pt x="3438" y="11816"/>
                    <a:pt x="3742" y="11076"/>
                  </a:cubicBezTo>
                  <a:cubicBezTo>
                    <a:pt x="4221" y="9901"/>
                    <a:pt x="4308" y="6158"/>
                    <a:pt x="4635" y="3613"/>
                  </a:cubicBezTo>
                  <a:cubicBezTo>
                    <a:pt x="4765" y="2590"/>
                    <a:pt x="4678" y="306"/>
                    <a:pt x="4678" y="306"/>
                  </a:cubicBezTo>
                  <a:lnTo>
                    <a:pt x="457"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4" name="Google Shape;1124;g39181ba8852_1_2075"/>
            <p:cNvSpPr/>
            <p:nvPr/>
          </p:nvSpPr>
          <p:spPr>
            <a:xfrm>
              <a:off x="-2677" y="5084665"/>
              <a:ext cx="108546" cy="28909"/>
            </a:xfrm>
            <a:custGeom>
              <a:rect b="b" l="l" r="r" t="t"/>
              <a:pathLst>
                <a:path extrusionOk="0" h="371" w="1393">
                  <a:moveTo>
                    <a:pt x="22" y="0"/>
                  </a:moveTo>
                  <a:lnTo>
                    <a:pt x="0" y="283"/>
                  </a:lnTo>
                  <a:lnTo>
                    <a:pt x="1371" y="370"/>
                  </a:lnTo>
                  <a:lnTo>
                    <a:pt x="1393" y="87"/>
                  </a:lnTo>
                  <a:lnTo>
                    <a:pt x="22"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5" name="Google Shape;1125;g39181ba8852_1_2075"/>
            <p:cNvSpPr/>
            <p:nvPr/>
          </p:nvSpPr>
          <p:spPr>
            <a:xfrm>
              <a:off x="-21300"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6" name="Google Shape;1126;g39181ba8852_1_2075"/>
            <p:cNvSpPr/>
            <p:nvPr/>
          </p:nvSpPr>
          <p:spPr>
            <a:xfrm>
              <a:off x="-2665" y="5084665"/>
              <a:ext cx="108546" cy="28909"/>
            </a:xfrm>
            <a:custGeom>
              <a:rect b="b" l="l" r="r" t="t"/>
              <a:pathLst>
                <a:path extrusionOk="0" h="371" w="1393">
                  <a:moveTo>
                    <a:pt x="22" y="0"/>
                  </a:moveTo>
                  <a:lnTo>
                    <a:pt x="0" y="283"/>
                  </a:lnTo>
                  <a:lnTo>
                    <a:pt x="1371" y="370"/>
                  </a:lnTo>
                  <a:lnTo>
                    <a:pt x="1393" y="87"/>
                  </a:lnTo>
                  <a:lnTo>
                    <a:pt x="2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7" name="Google Shape;1127;g39181ba8852_1_2075"/>
            <p:cNvSpPr/>
            <p:nvPr/>
          </p:nvSpPr>
          <p:spPr>
            <a:xfrm>
              <a:off x="-21287" y="4938329"/>
              <a:ext cx="406366" cy="205170"/>
            </a:xfrm>
            <a:custGeom>
              <a:rect b="b" l="l" r="r" t="t"/>
              <a:pathLst>
                <a:path extrusionOk="0" h="2633" w="5215">
                  <a:moveTo>
                    <a:pt x="495" y="0"/>
                  </a:moveTo>
                  <a:cubicBezTo>
                    <a:pt x="461" y="0"/>
                    <a:pt x="440" y="2"/>
                    <a:pt x="435" y="7"/>
                  </a:cubicBezTo>
                  <a:cubicBezTo>
                    <a:pt x="239" y="268"/>
                    <a:pt x="65" y="769"/>
                    <a:pt x="44" y="986"/>
                  </a:cubicBezTo>
                  <a:cubicBezTo>
                    <a:pt x="0" y="1269"/>
                    <a:pt x="131" y="1878"/>
                    <a:pt x="305" y="1900"/>
                  </a:cubicBezTo>
                  <a:cubicBezTo>
                    <a:pt x="827" y="1922"/>
                    <a:pt x="1458" y="1987"/>
                    <a:pt x="1980" y="2096"/>
                  </a:cubicBezTo>
                  <a:cubicBezTo>
                    <a:pt x="2524" y="2205"/>
                    <a:pt x="2698" y="2531"/>
                    <a:pt x="4091" y="2618"/>
                  </a:cubicBezTo>
                  <a:cubicBezTo>
                    <a:pt x="4221" y="2625"/>
                    <a:pt x="4390" y="2633"/>
                    <a:pt x="4557" y="2633"/>
                  </a:cubicBezTo>
                  <a:cubicBezTo>
                    <a:pt x="4891" y="2633"/>
                    <a:pt x="5215" y="2604"/>
                    <a:pt x="5200" y="2487"/>
                  </a:cubicBezTo>
                  <a:cubicBezTo>
                    <a:pt x="5200" y="2313"/>
                    <a:pt x="3917" y="1922"/>
                    <a:pt x="3525" y="1508"/>
                  </a:cubicBezTo>
                  <a:cubicBezTo>
                    <a:pt x="2524" y="420"/>
                    <a:pt x="1828" y="138"/>
                    <a:pt x="1828" y="138"/>
                  </a:cubicBezTo>
                  <a:cubicBezTo>
                    <a:pt x="1828" y="138"/>
                    <a:pt x="762" y="0"/>
                    <a:pt x="49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8" name="Google Shape;1128;g39181ba8852_1_2075"/>
            <p:cNvSpPr/>
            <p:nvPr/>
          </p:nvSpPr>
          <p:spPr>
            <a:xfrm>
              <a:off x="138059" y="2728010"/>
              <a:ext cx="88208" cy="52598"/>
            </a:xfrm>
            <a:custGeom>
              <a:rect b="b" l="l" r="r" t="t"/>
              <a:pathLst>
                <a:path extrusionOk="0" h="675" w="1132">
                  <a:moveTo>
                    <a:pt x="0" y="0"/>
                  </a:moveTo>
                  <a:lnTo>
                    <a:pt x="1132" y="675"/>
                  </a:lnTo>
                  <a:lnTo>
                    <a:pt x="1023" y="153"/>
                  </a:lnTo>
                  <a:lnTo>
                    <a:pt x="0"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29" name="Google Shape;1129;g39181ba8852_1_2075"/>
            <p:cNvSpPr/>
            <p:nvPr/>
          </p:nvSpPr>
          <p:spPr>
            <a:xfrm>
              <a:off x="226186" y="2734789"/>
              <a:ext cx="33974" cy="45818"/>
            </a:xfrm>
            <a:custGeom>
              <a:rect b="b" l="l" r="r" t="t"/>
              <a:pathLst>
                <a:path extrusionOk="0" h="588" w="436">
                  <a:moveTo>
                    <a:pt x="262" y="1"/>
                  </a:moveTo>
                  <a:lnTo>
                    <a:pt x="1" y="588"/>
                  </a:lnTo>
                  <a:lnTo>
                    <a:pt x="1" y="588"/>
                  </a:lnTo>
                  <a:lnTo>
                    <a:pt x="436" y="153"/>
                  </a:lnTo>
                  <a:lnTo>
                    <a:pt x="262"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0" name="Google Shape;1130;g39181ba8852_1_2075"/>
            <p:cNvSpPr/>
            <p:nvPr/>
          </p:nvSpPr>
          <p:spPr>
            <a:xfrm>
              <a:off x="-21287" y="3440056"/>
              <a:ext cx="413768" cy="62026"/>
            </a:xfrm>
            <a:custGeom>
              <a:rect b="b" l="l" r="r" t="t"/>
              <a:pathLst>
                <a:path extrusionOk="0" h="796" w="5310">
                  <a:moveTo>
                    <a:pt x="152" y="1"/>
                  </a:moveTo>
                  <a:lnTo>
                    <a:pt x="0" y="523"/>
                  </a:lnTo>
                  <a:cubicBezTo>
                    <a:pt x="0" y="523"/>
                    <a:pt x="849" y="654"/>
                    <a:pt x="2328" y="741"/>
                  </a:cubicBezTo>
                  <a:cubicBezTo>
                    <a:pt x="3090" y="784"/>
                    <a:pt x="3835" y="795"/>
                    <a:pt x="4390" y="795"/>
                  </a:cubicBezTo>
                  <a:cubicBezTo>
                    <a:pt x="4945" y="795"/>
                    <a:pt x="5309" y="784"/>
                    <a:pt x="5309" y="784"/>
                  </a:cubicBezTo>
                  <a:lnTo>
                    <a:pt x="5309" y="240"/>
                  </a:lnTo>
                  <a:cubicBezTo>
                    <a:pt x="5309" y="240"/>
                    <a:pt x="4439" y="197"/>
                    <a:pt x="3003" y="153"/>
                  </a:cubicBezTo>
                  <a:cubicBezTo>
                    <a:pt x="1588" y="88"/>
                    <a:pt x="152" y="1"/>
                    <a:pt x="152"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1" name="Google Shape;1131;g39181ba8852_1_2075"/>
            <p:cNvSpPr/>
            <p:nvPr/>
          </p:nvSpPr>
          <p:spPr>
            <a:xfrm>
              <a:off x="339794" y="3457043"/>
              <a:ext cx="50961" cy="50961"/>
            </a:xfrm>
            <a:custGeom>
              <a:rect b="b" l="l" r="r" t="t"/>
              <a:pathLst>
                <a:path extrusionOk="0" h="654" w="654">
                  <a:moveTo>
                    <a:pt x="175" y="0"/>
                  </a:moveTo>
                  <a:cubicBezTo>
                    <a:pt x="66" y="0"/>
                    <a:pt x="1" y="88"/>
                    <a:pt x="1" y="175"/>
                  </a:cubicBezTo>
                  <a:lnTo>
                    <a:pt x="1" y="479"/>
                  </a:lnTo>
                  <a:cubicBezTo>
                    <a:pt x="1" y="566"/>
                    <a:pt x="66" y="653"/>
                    <a:pt x="175" y="653"/>
                  </a:cubicBezTo>
                  <a:lnTo>
                    <a:pt x="479" y="653"/>
                  </a:lnTo>
                  <a:cubicBezTo>
                    <a:pt x="588" y="653"/>
                    <a:pt x="653" y="566"/>
                    <a:pt x="653" y="479"/>
                  </a:cubicBezTo>
                  <a:lnTo>
                    <a:pt x="653" y="175"/>
                  </a:lnTo>
                  <a:cubicBezTo>
                    <a:pt x="653" y="88"/>
                    <a:pt x="588" y="0"/>
                    <a:pt x="479"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2" name="Google Shape;1132;g39181ba8852_1_2075"/>
            <p:cNvSpPr/>
            <p:nvPr/>
          </p:nvSpPr>
          <p:spPr>
            <a:xfrm>
              <a:off x="194005" y="2746633"/>
              <a:ext cx="71299" cy="45896"/>
            </a:xfrm>
            <a:custGeom>
              <a:rect b="b" l="l" r="r" t="t"/>
              <a:pathLst>
                <a:path extrusionOk="0" h="589" w="915">
                  <a:moveTo>
                    <a:pt x="914" y="1"/>
                  </a:moveTo>
                  <a:lnTo>
                    <a:pt x="0" y="110"/>
                  </a:lnTo>
                  <a:lnTo>
                    <a:pt x="457" y="588"/>
                  </a:lnTo>
                  <a:lnTo>
                    <a:pt x="849" y="523"/>
                  </a:lnTo>
                  <a:lnTo>
                    <a:pt x="91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3" name="Google Shape;1133;g39181ba8852_1_2075"/>
            <p:cNvSpPr/>
            <p:nvPr/>
          </p:nvSpPr>
          <p:spPr>
            <a:xfrm>
              <a:off x="229615" y="2787386"/>
              <a:ext cx="144157" cy="717199"/>
            </a:xfrm>
            <a:custGeom>
              <a:rect b="b" l="l" r="r" t="t"/>
              <a:pathLst>
                <a:path extrusionOk="0" h="9204" w="1850">
                  <a:moveTo>
                    <a:pt x="392" y="0"/>
                  </a:moveTo>
                  <a:lnTo>
                    <a:pt x="0" y="65"/>
                  </a:lnTo>
                  <a:cubicBezTo>
                    <a:pt x="0" y="65"/>
                    <a:pt x="610" y="3394"/>
                    <a:pt x="784" y="5004"/>
                  </a:cubicBezTo>
                  <a:cubicBezTo>
                    <a:pt x="979" y="6614"/>
                    <a:pt x="979" y="8703"/>
                    <a:pt x="979" y="8703"/>
                  </a:cubicBezTo>
                  <a:lnTo>
                    <a:pt x="1567" y="9204"/>
                  </a:lnTo>
                  <a:lnTo>
                    <a:pt x="1850" y="8747"/>
                  </a:lnTo>
                  <a:cubicBezTo>
                    <a:pt x="1850" y="8747"/>
                    <a:pt x="1632" y="7376"/>
                    <a:pt x="1349" y="4917"/>
                  </a:cubicBezTo>
                  <a:cubicBezTo>
                    <a:pt x="1045" y="2459"/>
                    <a:pt x="392" y="0"/>
                    <a:pt x="39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4" name="Google Shape;1134;g39181ba8852_1_2075"/>
            <p:cNvSpPr/>
            <p:nvPr/>
          </p:nvSpPr>
          <p:spPr>
            <a:xfrm>
              <a:off x="36295" y="2648296"/>
              <a:ext cx="181559" cy="145949"/>
            </a:xfrm>
            <a:custGeom>
              <a:rect b="b" l="l" r="r" t="t"/>
              <a:pathLst>
                <a:path extrusionOk="0" h="1873" w="2330">
                  <a:moveTo>
                    <a:pt x="393" y="1"/>
                  </a:moveTo>
                  <a:lnTo>
                    <a:pt x="1" y="545"/>
                  </a:lnTo>
                  <a:lnTo>
                    <a:pt x="2024" y="1872"/>
                  </a:lnTo>
                  <a:lnTo>
                    <a:pt x="2329" y="1176"/>
                  </a:lnTo>
                  <a:lnTo>
                    <a:pt x="39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5" name="Google Shape;1135;g39181ba8852_1_2075"/>
            <p:cNvSpPr/>
            <p:nvPr/>
          </p:nvSpPr>
          <p:spPr>
            <a:xfrm>
              <a:off x="136345" y="2875515"/>
              <a:ext cx="351041" cy="507042"/>
            </a:xfrm>
            <a:custGeom>
              <a:rect b="b" l="l" r="r" t="t"/>
              <a:pathLst>
                <a:path extrusionOk="0" h="6507" w="4505">
                  <a:moveTo>
                    <a:pt x="4265" y="0"/>
                  </a:moveTo>
                  <a:lnTo>
                    <a:pt x="1" y="566"/>
                  </a:lnTo>
                  <a:lnTo>
                    <a:pt x="262" y="6506"/>
                  </a:lnTo>
                  <a:lnTo>
                    <a:pt x="4505" y="5832"/>
                  </a:lnTo>
                  <a:lnTo>
                    <a:pt x="4265"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6" name="Google Shape;1136;g39181ba8852_1_2075"/>
            <p:cNvSpPr/>
            <p:nvPr/>
          </p:nvSpPr>
          <p:spPr>
            <a:xfrm>
              <a:off x="246523" y="2704244"/>
              <a:ext cx="34052" cy="67948"/>
            </a:xfrm>
            <a:custGeom>
              <a:rect b="b" l="l" r="r" t="t"/>
              <a:pathLst>
                <a:path extrusionOk="0" h="872" w="437">
                  <a:moveTo>
                    <a:pt x="23" y="1"/>
                  </a:moveTo>
                  <a:lnTo>
                    <a:pt x="1" y="393"/>
                  </a:lnTo>
                  <a:lnTo>
                    <a:pt x="371" y="871"/>
                  </a:lnTo>
                  <a:lnTo>
                    <a:pt x="436" y="305"/>
                  </a:lnTo>
                  <a:lnTo>
                    <a:pt x="23"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7" name="Google Shape;1137;g39181ba8852_1_2075"/>
            <p:cNvSpPr/>
            <p:nvPr/>
          </p:nvSpPr>
          <p:spPr>
            <a:xfrm>
              <a:off x="-133180" y="3036579"/>
              <a:ext cx="498470" cy="250365"/>
            </a:xfrm>
            <a:custGeom>
              <a:rect b="b" l="l" r="r" t="t"/>
              <a:pathLst>
                <a:path extrusionOk="0" h="3213" w="6397">
                  <a:moveTo>
                    <a:pt x="6049" y="0"/>
                  </a:moveTo>
                  <a:cubicBezTo>
                    <a:pt x="6049" y="0"/>
                    <a:pt x="3568" y="305"/>
                    <a:pt x="1153" y="1175"/>
                  </a:cubicBezTo>
                  <a:cubicBezTo>
                    <a:pt x="914" y="1262"/>
                    <a:pt x="0" y="1850"/>
                    <a:pt x="239" y="2764"/>
                  </a:cubicBezTo>
                  <a:cubicBezTo>
                    <a:pt x="328" y="3093"/>
                    <a:pt x="627" y="3212"/>
                    <a:pt x="1013" y="3212"/>
                  </a:cubicBezTo>
                  <a:cubicBezTo>
                    <a:pt x="1672" y="3212"/>
                    <a:pt x="2585" y="2866"/>
                    <a:pt x="3133" y="2633"/>
                  </a:cubicBezTo>
                  <a:cubicBezTo>
                    <a:pt x="3982" y="2263"/>
                    <a:pt x="6397" y="958"/>
                    <a:pt x="6397" y="958"/>
                  </a:cubicBezTo>
                  <a:lnTo>
                    <a:pt x="6049"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8" name="Google Shape;1138;g39181ba8852_1_2075"/>
            <p:cNvSpPr/>
            <p:nvPr/>
          </p:nvSpPr>
          <p:spPr>
            <a:xfrm>
              <a:off x="407584" y="3075228"/>
              <a:ext cx="84858" cy="36000"/>
            </a:xfrm>
            <a:custGeom>
              <a:rect b="b" l="l" r="r" t="t"/>
              <a:pathLst>
                <a:path extrusionOk="0" h="462" w="1089">
                  <a:moveTo>
                    <a:pt x="913" y="1"/>
                  </a:moveTo>
                  <a:cubicBezTo>
                    <a:pt x="900" y="1"/>
                    <a:pt x="886" y="2"/>
                    <a:pt x="871" y="5"/>
                  </a:cubicBezTo>
                  <a:lnTo>
                    <a:pt x="153" y="114"/>
                  </a:lnTo>
                  <a:cubicBezTo>
                    <a:pt x="66" y="135"/>
                    <a:pt x="1" y="222"/>
                    <a:pt x="23" y="310"/>
                  </a:cubicBezTo>
                  <a:cubicBezTo>
                    <a:pt x="44" y="397"/>
                    <a:pt x="131" y="462"/>
                    <a:pt x="219" y="462"/>
                  </a:cubicBezTo>
                  <a:lnTo>
                    <a:pt x="937" y="331"/>
                  </a:lnTo>
                  <a:cubicBezTo>
                    <a:pt x="1024" y="331"/>
                    <a:pt x="1089" y="244"/>
                    <a:pt x="1067" y="135"/>
                  </a:cubicBezTo>
                  <a:cubicBezTo>
                    <a:pt x="1067" y="60"/>
                    <a:pt x="1001" y="1"/>
                    <a:pt x="91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39" name="Google Shape;1139;g39181ba8852_1_2075"/>
            <p:cNvSpPr/>
            <p:nvPr/>
          </p:nvSpPr>
          <p:spPr>
            <a:xfrm>
              <a:off x="405948" y="3050137"/>
              <a:ext cx="84858" cy="36000"/>
            </a:xfrm>
            <a:custGeom>
              <a:rect b="b" l="l" r="r" t="t"/>
              <a:pathLst>
                <a:path extrusionOk="0" h="462" w="1089">
                  <a:moveTo>
                    <a:pt x="871" y="1"/>
                  </a:moveTo>
                  <a:lnTo>
                    <a:pt x="152" y="131"/>
                  </a:lnTo>
                  <a:cubicBezTo>
                    <a:pt x="65" y="131"/>
                    <a:pt x="0" y="218"/>
                    <a:pt x="22" y="305"/>
                  </a:cubicBezTo>
                  <a:lnTo>
                    <a:pt x="22" y="327"/>
                  </a:lnTo>
                  <a:cubicBezTo>
                    <a:pt x="41" y="402"/>
                    <a:pt x="109" y="462"/>
                    <a:pt x="184" y="462"/>
                  </a:cubicBezTo>
                  <a:cubicBezTo>
                    <a:pt x="195" y="462"/>
                    <a:pt x="206" y="460"/>
                    <a:pt x="218" y="457"/>
                  </a:cubicBezTo>
                  <a:lnTo>
                    <a:pt x="936" y="349"/>
                  </a:lnTo>
                  <a:cubicBezTo>
                    <a:pt x="1023" y="327"/>
                    <a:pt x="1088" y="240"/>
                    <a:pt x="1066" y="153"/>
                  </a:cubicBezTo>
                  <a:cubicBezTo>
                    <a:pt x="1066" y="44"/>
                    <a:pt x="979" y="1"/>
                    <a:pt x="87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0" name="Google Shape;1140;g39181ba8852_1_2075"/>
            <p:cNvSpPr/>
            <p:nvPr/>
          </p:nvSpPr>
          <p:spPr>
            <a:xfrm>
              <a:off x="404233" y="3026059"/>
              <a:ext cx="83143" cy="36000"/>
            </a:xfrm>
            <a:custGeom>
              <a:rect b="b" l="l" r="r" t="t"/>
              <a:pathLst>
                <a:path extrusionOk="0" h="462" w="1067">
                  <a:moveTo>
                    <a:pt x="905" y="1"/>
                  </a:moveTo>
                  <a:cubicBezTo>
                    <a:pt x="894" y="1"/>
                    <a:pt x="882" y="2"/>
                    <a:pt x="871" y="5"/>
                  </a:cubicBezTo>
                  <a:lnTo>
                    <a:pt x="153" y="114"/>
                  </a:lnTo>
                  <a:cubicBezTo>
                    <a:pt x="44" y="135"/>
                    <a:pt x="0" y="223"/>
                    <a:pt x="0" y="310"/>
                  </a:cubicBezTo>
                  <a:cubicBezTo>
                    <a:pt x="22" y="418"/>
                    <a:pt x="109" y="462"/>
                    <a:pt x="196" y="462"/>
                  </a:cubicBezTo>
                  <a:lnTo>
                    <a:pt x="914" y="331"/>
                  </a:lnTo>
                  <a:cubicBezTo>
                    <a:pt x="1001" y="331"/>
                    <a:pt x="1067" y="244"/>
                    <a:pt x="1067" y="135"/>
                  </a:cubicBezTo>
                  <a:cubicBezTo>
                    <a:pt x="1048" y="60"/>
                    <a:pt x="980"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1" name="Google Shape;1141;g39181ba8852_1_2075"/>
            <p:cNvSpPr/>
            <p:nvPr/>
          </p:nvSpPr>
          <p:spPr>
            <a:xfrm>
              <a:off x="399169" y="3004008"/>
              <a:ext cx="83143" cy="34676"/>
            </a:xfrm>
            <a:custGeom>
              <a:rect b="b" l="l" r="r" t="t"/>
              <a:pathLst>
                <a:path extrusionOk="0" h="445" w="1067">
                  <a:moveTo>
                    <a:pt x="905" y="1"/>
                  </a:moveTo>
                  <a:cubicBezTo>
                    <a:pt x="893" y="1"/>
                    <a:pt x="882" y="2"/>
                    <a:pt x="870" y="5"/>
                  </a:cubicBezTo>
                  <a:lnTo>
                    <a:pt x="152" y="114"/>
                  </a:lnTo>
                  <a:cubicBezTo>
                    <a:pt x="44" y="114"/>
                    <a:pt x="0" y="223"/>
                    <a:pt x="0" y="310"/>
                  </a:cubicBezTo>
                  <a:cubicBezTo>
                    <a:pt x="19" y="385"/>
                    <a:pt x="87" y="444"/>
                    <a:pt x="162" y="444"/>
                  </a:cubicBezTo>
                  <a:cubicBezTo>
                    <a:pt x="173" y="444"/>
                    <a:pt x="185" y="443"/>
                    <a:pt x="196" y="440"/>
                  </a:cubicBezTo>
                  <a:lnTo>
                    <a:pt x="914" y="331"/>
                  </a:lnTo>
                  <a:cubicBezTo>
                    <a:pt x="1001" y="310"/>
                    <a:pt x="1066" y="223"/>
                    <a:pt x="1066" y="136"/>
                  </a:cubicBezTo>
                  <a:cubicBezTo>
                    <a:pt x="1047" y="60"/>
                    <a:pt x="979" y="1"/>
                    <a:pt x="90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2" name="Google Shape;1142;g39181ba8852_1_2075"/>
            <p:cNvSpPr/>
            <p:nvPr/>
          </p:nvSpPr>
          <p:spPr>
            <a:xfrm>
              <a:off x="287276" y="3003228"/>
              <a:ext cx="193326" cy="127871"/>
            </a:xfrm>
            <a:custGeom>
              <a:rect b="b" l="l" r="r" t="t"/>
              <a:pathLst>
                <a:path extrusionOk="0" h="1641" w="2481">
                  <a:moveTo>
                    <a:pt x="1777" y="1"/>
                  </a:moveTo>
                  <a:cubicBezTo>
                    <a:pt x="1555" y="1"/>
                    <a:pt x="1334" y="9"/>
                    <a:pt x="1240" y="37"/>
                  </a:cubicBezTo>
                  <a:cubicBezTo>
                    <a:pt x="1001" y="124"/>
                    <a:pt x="0" y="777"/>
                    <a:pt x="0" y="777"/>
                  </a:cubicBezTo>
                  <a:lnTo>
                    <a:pt x="653" y="1603"/>
                  </a:lnTo>
                  <a:cubicBezTo>
                    <a:pt x="653" y="1603"/>
                    <a:pt x="861" y="1640"/>
                    <a:pt x="1121" y="1640"/>
                  </a:cubicBezTo>
                  <a:cubicBezTo>
                    <a:pt x="1208" y="1640"/>
                    <a:pt x="1300" y="1636"/>
                    <a:pt x="1393" y="1625"/>
                  </a:cubicBezTo>
                  <a:cubicBezTo>
                    <a:pt x="1763" y="1582"/>
                    <a:pt x="2481" y="1255"/>
                    <a:pt x="2481" y="1255"/>
                  </a:cubicBezTo>
                  <a:cubicBezTo>
                    <a:pt x="2481" y="1255"/>
                    <a:pt x="2263" y="755"/>
                    <a:pt x="2219" y="559"/>
                  </a:cubicBezTo>
                  <a:cubicBezTo>
                    <a:pt x="2154" y="363"/>
                    <a:pt x="2372" y="15"/>
                    <a:pt x="2372" y="15"/>
                  </a:cubicBezTo>
                  <a:cubicBezTo>
                    <a:pt x="2372" y="15"/>
                    <a:pt x="2073" y="1"/>
                    <a:pt x="1777"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3" name="Google Shape;1143;g39181ba8852_1_2075"/>
            <p:cNvSpPr/>
            <p:nvPr/>
          </p:nvSpPr>
          <p:spPr>
            <a:xfrm>
              <a:off x="261796" y="3024735"/>
              <a:ext cx="103481" cy="127247"/>
            </a:xfrm>
            <a:custGeom>
              <a:rect b="b" l="l" r="r" t="t"/>
              <a:pathLst>
                <a:path extrusionOk="0" h="1633" w="1328">
                  <a:moveTo>
                    <a:pt x="871" y="0"/>
                  </a:moveTo>
                  <a:lnTo>
                    <a:pt x="1" y="283"/>
                  </a:lnTo>
                  <a:lnTo>
                    <a:pt x="436" y="1632"/>
                  </a:lnTo>
                  <a:lnTo>
                    <a:pt x="1328" y="1327"/>
                  </a:lnTo>
                  <a:lnTo>
                    <a:pt x="871"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4" name="Google Shape;1144;g39181ba8852_1_2075"/>
            <p:cNvSpPr/>
            <p:nvPr/>
          </p:nvSpPr>
          <p:spPr>
            <a:xfrm>
              <a:off x="263510" y="3116526"/>
              <a:ext cx="371379" cy="233767"/>
            </a:xfrm>
            <a:custGeom>
              <a:rect b="b" l="l" r="r" t="t"/>
              <a:pathLst>
                <a:path extrusionOk="0" h="3000" w="4766">
                  <a:moveTo>
                    <a:pt x="3897" y="0"/>
                  </a:moveTo>
                  <a:cubicBezTo>
                    <a:pt x="3372" y="0"/>
                    <a:pt x="2639" y="458"/>
                    <a:pt x="2155" y="737"/>
                  </a:cubicBezTo>
                  <a:cubicBezTo>
                    <a:pt x="1437" y="1150"/>
                    <a:pt x="0" y="2086"/>
                    <a:pt x="0" y="2086"/>
                  </a:cubicBezTo>
                  <a:lnTo>
                    <a:pt x="392" y="3000"/>
                  </a:lnTo>
                  <a:cubicBezTo>
                    <a:pt x="392" y="3000"/>
                    <a:pt x="2611" y="2565"/>
                    <a:pt x="3830" y="2021"/>
                  </a:cubicBezTo>
                  <a:cubicBezTo>
                    <a:pt x="4026" y="1912"/>
                    <a:pt x="4766" y="1281"/>
                    <a:pt x="4461" y="389"/>
                  </a:cubicBezTo>
                  <a:cubicBezTo>
                    <a:pt x="4355" y="106"/>
                    <a:pt x="4150" y="0"/>
                    <a:pt x="3897"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5" name="Google Shape;1145;g39181ba8852_1_2075"/>
            <p:cNvSpPr/>
            <p:nvPr/>
          </p:nvSpPr>
          <p:spPr>
            <a:xfrm>
              <a:off x="139773" y="3357381"/>
              <a:ext cx="81429" cy="48546"/>
            </a:xfrm>
            <a:custGeom>
              <a:rect b="b" l="l" r="r" t="t"/>
              <a:pathLst>
                <a:path extrusionOk="0" h="623" w="1045">
                  <a:moveTo>
                    <a:pt x="856" y="0"/>
                  </a:moveTo>
                  <a:cubicBezTo>
                    <a:pt x="832" y="0"/>
                    <a:pt x="807" y="6"/>
                    <a:pt x="783" y="18"/>
                  </a:cubicBezTo>
                  <a:lnTo>
                    <a:pt x="109" y="300"/>
                  </a:lnTo>
                  <a:cubicBezTo>
                    <a:pt x="44" y="344"/>
                    <a:pt x="0" y="431"/>
                    <a:pt x="22" y="518"/>
                  </a:cubicBezTo>
                  <a:cubicBezTo>
                    <a:pt x="54" y="582"/>
                    <a:pt x="121" y="622"/>
                    <a:pt x="188" y="622"/>
                  </a:cubicBezTo>
                  <a:cubicBezTo>
                    <a:pt x="213" y="622"/>
                    <a:pt x="238" y="617"/>
                    <a:pt x="261" y="605"/>
                  </a:cubicBezTo>
                  <a:lnTo>
                    <a:pt x="914" y="322"/>
                  </a:lnTo>
                  <a:cubicBezTo>
                    <a:pt x="1001" y="279"/>
                    <a:pt x="1045" y="192"/>
                    <a:pt x="1001" y="105"/>
                  </a:cubicBezTo>
                  <a:cubicBezTo>
                    <a:pt x="985" y="41"/>
                    <a:pt x="923" y="0"/>
                    <a:pt x="856"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6" name="Google Shape;1146;g39181ba8852_1_2075"/>
            <p:cNvSpPr/>
            <p:nvPr/>
          </p:nvSpPr>
          <p:spPr>
            <a:xfrm>
              <a:off x="127851" y="3335329"/>
              <a:ext cx="81507" cy="49481"/>
            </a:xfrm>
            <a:custGeom>
              <a:rect b="b" l="l" r="r" t="t"/>
              <a:pathLst>
                <a:path extrusionOk="0" h="635" w="1046">
                  <a:moveTo>
                    <a:pt x="853" y="1"/>
                  </a:moveTo>
                  <a:cubicBezTo>
                    <a:pt x="831" y="1"/>
                    <a:pt x="807" y="6"/>
                    <a:pt x="784" y="18"/>
                  </a:cubicBezTo>
                  <a:lnTo>
                    <a:pt x="110" y="301"/>
                  </a:lnTo>
                  <a:cubicBezTo>
                    <a:pt x="23" y="344"/>
                    <a:pt x="1" y="453"/>
                    <a:pt x="23" y="540"/>
                  </a:cubicBezTo>
                  <a:cubicBezTo>
                    <a:pt x="56" y="606"/>
                    <a:pt x="127" y="635"/>
                    <a:pt x="198" y="635"/>
                  </a:cubicBezTo>
                  <a:cubicBezTo>
                    <a:pt x="220" y="635"/>
                    <a:pt x="241" y="632"/>
                    <a:pt x="262" y="627"/>
                  </a:cubicBezTo>
                  <a:lnTo>
                    <a:pt x="915" y="322"/>
                  </a:lnTo>
                  <a:cubicBezTo>
                    <a:pt x="1002" y="301"/>
                    <a:pt x="1045" y="192"/>
                    <a:pt x="1002" y="105"/>
                  </a:cubicBezTo>
                  <a:cubicBezTo>
                    <a:pt x="970" y="41"/>
                    <a:pt x="915"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7" name="Google Shape;1147;g39181ba8852_1_2075"/>
            <p:cNvSpPr/>
            <p:nvPr/>
          </p:nvSpPr>
          <p:spPr>
            <a:xfrm>
              <a:off x="116008" y="3313278"/>
              <a:ext cx="83143" cy="50260"/>
            </a:xfrm>
            <a:custGeom>
              <a:rect b="b" l="l" r="r" t="t"/>
              <a:pathLst>
                <a:path extrusionOk="0" h="645" w="1067">
                  <a:moveTo>
                    <a:pt x="875" y="1"/>
                  </a:moveTo>
                  <a:cubicBezTo>
                    <a:pt x="852" y="1"/>
                    <a:pt x="829" y="6"/>
                    <a:pt x="806" y="18"/>
                  </a:cubicBezTo>
                  <a:lnTo>
                    <a:pt x="131" y="301"/>
                  </a:lnTo>
                  <a:cubicBezTo>
                    <a:pt x="44" y="344"/>
                    <a:pt x="1" y="453"/>
                    <a:pt x="44" y="540"/>
                  </a:cubicBezTo>
                  <a:cubicBezTo>
                    <a:pt x="76" y="604"/>
                    <a:pt x="143" y="644"/>
                    <a:pt x="202" y="644"/>
                  </a:cubicBezTo>
                  <a:cubicBezTo>
                    <a:pt x="224" y="644"/>
                    <a:pt x="244" y="639"/>
                    <a:pt x="262" y="627"/>
                  </a:cubicBezTo>
                  <a:lnTo>
                    <a:pt x="936" y="322"/>
                  </a:lnTo>
                  <a:cubicBezTo>
                    <a:pt x="1023" y="301"/>
                    <a:pt x="1067" y="192"/>
                    <a:pt x="1023" y="105"/>
                  </a:cubicBezTo>
                  <a:cubicBezTo>
                    <a:pt x="991" y="41"/>
                    <a:pt x="936" y="1"/>
                    <a:pt x="87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8" name="Google Shape;1148;g39181ba8852_1_2075"/>
            <p:cNvSpPr/>
            <p:nvPr/>
          </p:nvSpPr>
          <p:spPr>
            <a:xfrm>
              <a:off x="109229" y="3291226"/>
              <a:ext cx="81429" cy="50260"/>
            </a:xfrm>
            <a:custGeom>
              <a:rect b="b" l="l" r="r" t="t"/>
              <a:pathLst>
                <a:path extrusionOk="0" h="645" w="1045">
                  <a:moveTo>
                    <a:pt x="853" y="1"/>
                  </a:moveTo>
                  <a:cubicBezTo>
                    <a:pt x="830" y="1"/>
                    <a:pt x="807" y="6"/>
                    <a:pt x="784" y="18"/>
                  </a:cubicBezTo>
                  <a:lnTo>
                    <a:pt x="109" y="301"/>
                  </a:lnTo>
                  <a:cubicBezTo>
                    <a:pt x="22" y="344"/>
                    <a:pt x="1" y="453"/>
                    <a:pt x="22" y="540"/>
                  </a:cubicBezTo>
                  <a:cubicBezTo>
                    <a:pt x="54" y="604"/>
                    <a:pt x="121" y="644"/>
                    <a:pt x="189" y="644"/>
                  </a:cubicBezTo>
                  <a:cubicBezTo>
                    <a:pt x="213" y="644"/>
                    <a:pt x="238" y="639"/>
                    <a:pt x="262" y="627"/>
                  </a:cubicBezTo>
                  <a:lnTo>
                    <a:pt x="914" y="323"/>
                  </a:lnTo>
                  <a:cubicBezTo>
                    <a:pt x="1001" y="301"/>
                    <a:pt x="1045" y="192"/>
                    <a:pt x="1001" y="105"/>
                  </a:cubicBezTo>
                  <a:cubicBezTo>
                    <a:pt x="970" y="41"/>
                    <a:pt x="914" y="1"/>
                    <a:pt x="85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49" name="Google Shape;1149;g39181ba8852_1_2075"/>
            <p:cNvSpPr/>
            <p:nvPr/>
          </p:nvSpPr>
          <p:spPr>
            <a:xfrm>
              <a:off x="114293" y="3268629"/>
              <a:ext cx="186624" cy="135897"/>
            </a:xfrm>
            <a:custGeom>
              <a:rect b="b" l="l" r="r" t="t"/>
              <a:pathLst>
                <a:path extrusionOk="0" h="1744" w="2395">
                  <a:moveTo>
                    <a:pt x="2076" y="1"/>
                  </a:moveTo>
                  <a:cubicBezTo>
                    <a:pt x="1705" y="1"/>
                    <a:pt x="1125" y="11"/>
                    <a:pt x="980" y="69"/>
                  </a:cubicBezTo>
                  <a:cubicBezTo>
                    <a:pt x="741" y="134"/>
                    <a:pt x="1" y="656"/>
                    <a:pt x="1" y="656"/>
                  </a:cubicBezTo>
                  <a:cubicBezTo>
                    <a:pt x="1" y="656"/>
                    <a:pt x="371" y="808"/>
                    <a:pt x="436" y="1026"/>
                  </a:cubicBezTo>
                  <a:cubicBezTo>
                    <a:pt x="479" y="1222"/>
                    <a:pt x="588" y="1744"/>
                    <a:pt x="588" y="1744"/>
                  </a:cubicBezTo>
                  <a:cubicBezTo>
                    <a:pt x="588" y="1744"/>
                    <a:pt x="1372" y="1635"/>
                    <a:pt x="1698" y="1461"/>
                  </a:cubicBezTo>
                  <a:cubicBezTo>
                    <a:pt x="2024" y="1287"/>
                    <a:pt x="2307" y="1048"/>
                    <a:pt x="2307" y="1048"/>
                  </a:cubicBezTo>
                  <a:lnTo>
                    <a:pt x="2394" y="3"/>
                  </a:lnTo>
                  <a:cubicBezTo>
                    <a:pt x="2394" y="3"/>
                    <a:pt x="2261" y="1"/>
                    <a:pt x="2076"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0" name="Google Shape;1150;g39181ba8852_1_2075"/>
            <p:cNvSpPr/>
            <p:nvPr/>
          </p:nvSpPr>
          <p:spPr>
            <a:xfrm>
              <a:off x="239744" y="3240032"/>
              <a:ext cx="105195" cy="127247"/>
            </a:xfrm>
            <a:custGeom>
              <a:rect b="b" l="l" r="r" t="t"/>
              <a:pathLst>
                <a:path extrusionOk="0" h="1633" w="1350">
                  <a:moveTo>
                    <a:pt x="893" y="0"/>
                  </a:moveTo>
                  <a:lnTo>
                    <a:pt x="1" y="305"/>
                  </a:lnTo>
                  <a:lnTo>
                    <a:pt x="458" y="1632"/>
                  </a:lnTo>
                  <a:lnTo>
                    <a:pt x="1350" y="1328"/>
                  </a:lnTo>
                  <a:lnTo>
                    <a:pt x="893"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1.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3.xml"/><Relationship Id="rId11" Type="http://schemas.openxmlformats.org/officeDocument/2006/relationships/slideLayout" Target="../slideLayouts/slideLayout34.xml"/><Relationship Id="rId22" Type="http://schemas.openxmlformats.org/officeDocument/2006/relationships/slideLayout" Target="../slideLayouts/slideLayout45.xml"/><Relationship Id="rId10" Type="http://schemas.openxmlformats.org/officeDocument/2006/relationships/slideLayout" Target="../slideLayouts/slideLayout33.xml"/><Relationship Id="rId21" Type="http://schemas.openxmlformats.org/officeDocument/2006/relationships/slideLayout" Target="../slideLayouts/slideLayout44.xml"/><Relationship Id="rId13" Type="http://schemas.openxmlformats.org/officeDocument/2006/relationships/slideLayout" Target="../slideLayouts/slideLayout36.xml"/><Relationship Id="rId12" Type="http://schemas.openxmlformats.org/officeDocument/2006/relationships/slideLayout" Target="../slideLayouts/slideLayout35.xml"/><Relationship Id="rId23" Type="http://schemas.openxmlformats.org/officeDocument/2006/relationships/theme" Target="../theme/theme3.xml"/><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5" Type="http://schemas.openxmlformats.org/officeDocument/2006/relationships/slideLayout" Target="../slideLayouts/slideLayout38.xml"/><Relationship Id="rId14" Type="http://schemas.openxmlformats.org/officeDocument/2006/relationships/slideLayout" Target="../slideLayouts/slideLayout37.xml"/><Relationship Id="rId17" Type="http://schemas.openxmlformats.org/officeDocument/2006/relationships/slideLayout" Target="../slideLayouts/slideLayout40.xml"/><Relationship Id="rId16" Type="http://schemas.openxmlformats.org/officeDocument/2006/relationships/slideLayout" Target="../slideLayouts/slideLayout39.xml"/><Relationship Id="rId5" Type="http://schemas.openxmlformats.org/officeDocument/2006/relationships/slideLayout" Target="../slideLayouts/slideLayout28.xml"/><Relationship Id="rId19" Type="http://schemas.openxmlformats.org/officeDocument/2006/relationships/slideLayout" Target="../slideLayouts/slideLayout42.xml"/><Relationship Id="rId6" Type="http://schemas.openxmlformats.org/officeDocument/2006/relationships/slideLayout" Target="../slideLayouts/slideLayout29.xml"/><Relationship Id="rId18" Type="http://schemas.openxmlformats.org/officeDocument/2006/relationships/slideLayout" Target="../slideLayouts/slideLayout41.xml"/><Relationship Id="rId7" Type="http://schemas.openxmlformats.org/officeDocument/2006/relationships/slideLayout" Target="../slideLayouts/slideLayout30.xml"/><Relationship Id="rId8"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39181ba8852_1_51"/>
          <p:cNvSpPr txBox="1"/>
          <p:nvPr>
            <p:ph type="title"/>
          </p:nvPr>
        </p:nvSpPr>
        <p:spPr>
          <a:xfrm>
            <a:off x="950967" y="593367"/>
            <a:ext cx="10290000" cy="763500"/>
          </a:xfrm>
          <a:prstGeom prst="rect">
            <a:avLst/>
          </a:prstGeom>
          <a:noFill/>
          <a:ln>
            <a:noFill/>
          </a:ln>
        </p:spPr>
        <p:txBody>
          <a:bodyPr anchorCtr="0" anchor="t" bIns="121900" lIns="121900" spcFirstLastPara="1" rIns="121900" wrap="square" tIns="121900">
            <a:noAutofit/>
          </a:bodyPr>
          <a:lstStyle>
            <a:lvl1pPr lvl="0"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1pPr>
            <a:lvl2pPr lvl="1"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2pPr>
            <a:lvl3pPr lvl="2"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3pPr>
            <a:lvl4pPr lvl="3"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4pPr>
            <a:lvl5pPr lvl="4"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5pPr>
            <a:lvl6pPr lvl="5"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6pPr>
            <a:lvl7pPr lvl="6"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7pPr>
            <a:lvl8pPr lvl="7"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8pPr>
            <a:lvl9pPr lvl="8" rt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9pPr>
          </a:lstStyle>
          <a:p/>
        </p:txBody>
      </p:sp>
      <p:sp>
        <p:nvSpPr>
          <p:cNvPr id="7" name="Google Shape;7;g39181ba8852_1_51"/>
          <p:cNvSpPr txBox="1"/>
          <p:nvPr>
            <p:ph idx="1" type="body"/>
          </p:nvPr>
        </p:nvSpPr>
        <p:spPr>
          <a:xfrm>
            <a:off x="950967" y="1536633"/>
            <a:ext cx="10290000" cy="4555200"/>
          </a:xfrm>
          <a:prstGeom prst="rect">
            <a:avLst/>
          </a:prstGeom>
          <a:noFill/>
          <a:ln>
            <a:noFill/>
          </a:ln>
        </p:spPr>
        <p:txBody>
          <a:bodyPr anchorCtr="0" anchor="t" bIns="121900" lIns="121900" spcFirstLastPara="1" rIns="121900" wrap="square" tIns="121900">
            <a:noAutofit/>
          </a:bodyPr>
          <a:lstStyle>
            <a:lvl1pPr indent="-330200" lvl="0" marL="457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1pPr>
            <a:lvl2pPr indent="-330200" lvl="1" marL="9144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2pPr>
            <a:lvl3pPr indent="-330200" lvl="2" marL="13716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3pPr>
            <a:lvl4pPr indent="-330200" lvl="3" marL="18288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4pPr>
            <a:lvl5pPr indent="-330200" lvl="4" marL="22860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5pPr>
            <a:lvl6pPr indent="-330200" lvl="5" marL="27432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6pPr>
            <a:lvl7pPr indent="-330200" lvl="6" marL="32004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7pPr>
            <a:lvl8pPr indent="-330200" lvl="7" marL="36576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8pPr>
            <a:lvl9pPr indent="-330200" lvl="8" marL="4114800">
              <a:lnSpc>
                <a:spcPct val="100000"/>
              </a:lnSpc>
              <a:spcBef>
                <a:spcPts val="2100"/>
              </a:spcBef>
              <a:spcAft>
                <a:spcPts val="2100"/>
              </a:spcAft>
              <a:buClr>
                <a:schemeClr val="dk1"/>
              </a:buClr>
              <a:buSzPts val="1600"/>
              <a:buFont typeface="Open Sans"/>
              <a:buChar char="■"/>
              <a:defRPr sz="16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99">
          <p15:clr>
            <a:srgbClr val="EA4335"/>
          </p15:clr>
        </p15:guide>
        <p15:guide id="2" pos="7081">
          <p15:clr>
            <a:srgbClr val="EA4335"/>
          </p15:clr>
        </p15:guide>
        <p15:guide id="3" orient="horz" pos="453">
          <p15:clr>
            <a:srgbClr val="EA4335"/>
          </p15:clr>
        </p15:guide>
        <p15:guide id="4" orient="horz" pos="3867">
          <p15:clr>
            <a:srgbClr val="EA4335"/>
          </p15:clr>
        </p15:guide>
        <p15:guide id="5" orient="horz" pos="2160">
          <p15:clr>
            <a:srgbClr val="E46962"/>
          </p15:clr>
        </p15:guide>
        <p15:guide id="6" pos="3840">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81" name="Shape 581"/>
        <p:cNvGrpSpPr/>
        <p:nvPr/>
      </p:nvGrpSpPr>
      <p:grpSpPr>
        <a:xfrm>
          <a:off x="0" y="0"/>
          <a:ext cx="0" cy="0"/>
          <a:chOff x="0" y="0"/>
          <a:chExt cx="0" cy="0"/>
        </a:xfrm>
      </p:grpSpPr>
      <p:sp>
        <p:nvSpPr>
          <p:cNvPr id="582" name="Google Shape;582;g39181ba8852_1_1592"/>
          <p:cNvSpPr txBox="1"/>
          <p:nvPr>
            <p:ph type="title"/>
          </p:nvPr>
        </p:nvSpPr>
        <p:spPr>
          <a:xfrm>
            <a:off x="950967" y="593367"/>
            <a:ext cx="10290000" cy="763500"/>
          </a:xfrm>
          <a:prstGeom prst="rect">
            <a:avLst/>
          </a:prstGeom>
          <a:noFill/>
          <a:ln>
            <a:noFill/>
          </a:ln>
        </p:spPr>
        <p:txBody>
          <a:bodyPr anchorCtr="0" anchor="t" bIns="121900" lIns="121900" spcFirstLastPara="1" rIns="121900" wrap="square" tIns="121900">
            <a:noAutofit/>
          </a:bodyPr>
          <a:lstStyle>
            <a:lvl1pPr lvl="0">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1pPr>
            <a:lvl2pPr lvl="1">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2pPr>
            <a:lvl3pPr lvl="2">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3pPr>
            <a:lvl4pPr lvl="3">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4pPr>
            <a:lvl5pPr lvl="4">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5pPr>
            <a:lvl6pPr lvl="5">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6pPr>
            <a:lvl7pPr lvl="6">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7pPr>
            <a:lvl8pPr lvl="7">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8pPr>
            <a:lvl9pPr lvl="8">
              <a:spcBef>
                <a:spcPts val="0"/>
              </a:spcBef>
              <a:spcAft>
                <a:spcPts val="0"/>
              </a:spcAft>
              <a:buClr>
                <a:schemeClr val="dk1"/>
              </a:buClr>
              <a:buSzPts val="4700"/>
              <a:buFont typeface="Epilogue"/>
              <a:buNone/>
              <a:defRPr b="1" sz="4700">
                <a:solidFill>
                  <a:schemeClr val="dk1"/>
                </a:solidFill>
                <a:latin typeface="Epilogue"/>
                <a:ea typeface="Epilogue"/>
                <a:cs typeface="Epilogue"/>
                <a:sym typeface="Epilogue"/>
              </a:defRPr>
            </a:lvl9pPr>
          </a:lstStyle>
          <a:p/>
        </p:txBody>
      </p:sp>
      <p:sp>
        <p:nvSpPr>
          <p:cNvPr id="583" name="Google Shape;583;g39181ba8852_1_1592"/>
          <p:cNvSpPr txBox="1"/>
          <p:nvPr>
            <p:ph idx="1" type="body"/>
          </p:nvPr>
        </p:nvSpPr>
        <p:spPr>
          <a:xfrm>
            <a:off x="950967" y="1536633"/>
            <a:ext cx="10290000" cy="4555200"/>
          </a:xfrm>
          <a:prstGeom prst="rect">
            <a:avLst/>
          </a:prstGeom>
          <a:noFill/>
          <a:ln>
            <a:noFill/>
          </a:ln>
        </p:spPr>
        <p:txBody>
          <a:bodyPr anchorCtr="0" anchor="t" bIns="121900" lIns="121900" spcFirstLastPara="1" rIns="121900" wrap="square" tIns="121900">
            <a:noAutofit/>
          </a:bodyPr>
          <a:lstStyle>
            <a:lvl1pPr indent="-330200" lvl="0" marL="457200">
              <a:lnSpc>
                <a:spcPct val="100000"/>
              </a:lnSpc>
              <a:spcBef>
                <a:spcPts val="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1pPr>
            <a:lvl2pPr indent="-330200" lvl="1" marL="9144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2pPr>
            <a:lvl3pPr indent="-330200" lvl="2" marL="13716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3pPr>
            <a:lvl4pPr indent="-330200" lvl="3" marL="18288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4pPr>
            <a:lvl5pPr indent="-330200" lvl="4" marL="22860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5pPr>
            <a:lvl6pPr indent="-330200" lvl="5" marL="27432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6pPr>
            <a:lvl7pPr indent="-330200" lvl="6" marL="32004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7pPr>
            <a:lvl8pPr indent="-330200" lvl="7" marL="3657600">
              <a:lnSpc>
                <a:spcPct val="100000"/>
              </a:lnSpc>
              <a:spcBef>
                <a:spcPts val="2100"/>
              </a:spcBef>
              <a:spcAft>
                <a:spcPts val="0"/>
              </a:spcAft>
              <a:buClr>
                <a:schemeClr val="dk1"/>
              </a:buClr>
              <a:buSzPts val="1600"/>
              <a:buFont typeface="Open Sans"/>
              <a:buChar char="○"/>
              <a:defRPr sz="1600">
                <a:solidFill>
                  <a:schemeClr val="dk1"/>
                </a:solidFill>
                <a:latin typeface="Open Sans"/>
                <a:ea typeface="Open Sans"/>
                <a:cs typeface="Open Sans"/>
                <a:sym typeface="Open Sans"/>
              </a:defRPr>
            </a:lvl8pPr>
            <a:lvl9pPr indent="-330200" lvl="8" marL="4114800">
              <a:lnSpc>
                <a:spcPct val="100000"/>
              </a:lnSpc>
              <a:spcBef>
                <a:spcPts val="2100"/>
              </a:spcBef>
              <a:spcAft>
                <a:spcPts val="2100"/>
              </a:spcAft>
              <a:buClr>
                <a:schemeClr val="dk1"/>
              </a:buClr>
              <a:buSzPts val="1600"/>
              <a:buFont typeface="Open Sans"/>
              <a:buChar char="■"/>
              <a:defRPr sz="1600">
                <a:solidFill>
                  <a:schemeClr val="dk1"/>
                </a:solidFill>
                <a:latin typeface="Open Sans"/>
                <a:ea typeface="Open Sans"/>
                <a:cs typeface="Open Sans"/>
                <a:sym typeface="Open Sans"/>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99">
          <p15:clr>
            <a:srgbClr val="EA4335"/>
          </p15:clr>
        </p15:guide>
        <p15:guide id="2" pos="7081">
          <p15:clr>
            <a:srgbClr val="EA4335"/>
          </p15:clr>
        </p15:guide>
        <p15:guide id="3" orient="horz" pos="453">
          <p15:clr>
            <a:srgbClr val="EA4335"/>
          </p15:clr>
        </p15:guide>
        <p15:guide id="4" orient="horz" pos="3867">
          <p15:clr>
            <a:srgbClr val="EA4335"/>
          </p15:clr>
        </p15:guide>
        <p15:guide id="5" orient="horz" pos="2160">
          <p15:clr>
            <a:srgbClr val="E46962"/>
          </p15:clr>
        </p15:guide>
        <p15:guide id="6" pos="3840">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hyperlink" Target="https://slidesgo.com/theme/institutional-governance-meeting#search-meetings&amp;position-2&amp;results-661&amp;rs=search"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9.xml"/><Relationship Id="rId3" Type="http://schemas.openxmlformats.org/officeDocument/2006/relationships/image" Target="../media/image8.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0.xml"/><Relationship Id="rId3"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5.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10.png"/><Relationship Id="rId6"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19.png"/><Relationship Id="rId5" Type="http://schemas.openxmlformats.org/officeDocument/2006/relationships/image" Target="../media/image10.png"/><Relationship Id="rId6"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7.xml"/><Relationship Id="rId3"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image" Target="../media/image2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0.xml"/><Relationship Id="rId3"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1.xml"/><Relationship Id="rId3"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34.xml"/><Relationship Id="rId3" Type="http://schemas.openxmlformats.org/officeDocument/2006/relationships/hyperlink" Target="http://drive.google.com/file/d/1u4MESj9Q99vDngUDWzWXB0ajkl6rNbGh/view" TargetMode="External"/><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g39181ba8852_1_1397"/>
          <p:cNvSpPr/>
          <p:nvPr/>
        </p:nvSpPr>
        <p:spPr>
          <a:xfrm>
            <a:off x="2188900" y="6253939"/>
            <a:ext cx="6893668" cy="1052239"/>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6" name="Google Shape;1156;g39181ba8852_1_1397"/>
          <p:cNvSpPr txBox="1"/>
          <p:nvPr>
            <p:ph type="ctrTitle"/>
          </p:nvPr>
        </p:nvSpPr>
        <p:spPr>
          <a:xfrm>
            <a:off x="1369567" y="862000"/>
            <a:ext cx="9452700" cy="1878300"/>
          </a:xfrm>
          <a:prstGeom prst="rect">
            <a:avLst/>
          </a:prstGeom>
        </p:spPr>
        <p:txBody>
          <a:bodyPr anchorCtr="0" anchor="b" bIns="121900" lIns="121900" spcFirstLastPara="1" rIns="121900" wrap="square" tIns="121900">
            <a:noAutofit/>
          </a:bodyPr>
          <a:lstStyle/>
          <a:p>
            <a:pPr indent="0" lvl="0" marL="0" rtl="0" algn="ctr">
              <a:spcBef>
                <a:spcPts val="0"/>
              </a:spcBef>
              <a:spcAft>
                <a:spcPts val="0"/>
              </a:spcAft>
              <a:buNone/>
            </a:pPr>
            <a:r>
              <a:rPr lang="en-US"/>
              <a:t>Who Says?</a:t>
            </a:r>
            <a:endParaRPr b="1" sz="6400">
              <a:latin typeface="Epilogue"/>
              <a:ea typeface="Epilogue"/>
              <a:cs typeface="Epilogue"/>
              <a:sym typeface="Epilogue"/>
            </a:endParaRPr>
          </a:p>
        </p:txBody>
      </p:sp>
      <p:grpSp>
        <p:nvGrpSpPr>
          <p:cNvPr id="1157" name="Google Shape;1157;g39181ba8852_1_1397"/>
          <p:cNvGrpSpPr/>
          <p:nvPr/>
        </p:nvGrpSpPr>
        <p:grpSpPr>
          <a:xfrm>
            <a:off x="7521633" y="3738584"/>
            <a:ext cx="1966354" cy="3162287"/>
            <a:chOff x="5641366" y="2777432"/>
            <a:chExt cx="1474802" cy="2371774"/>
          </a:xfrm>
        </p:grpSpPr>
        <p:sp>
          <p:nvSpPr>
            <p:cNvPr id="1158" name="Google Shape;1158;g39181ba8852_1_1397"/>
            <p:cNvSpPr/>
            <p:nvPr/>
          </p:nvSpPr>
          <p:spPr>
            <a:xfrm flipH="1" rot="-5400000">
              <a:off x="5652875" y="3519635"/>
              <a:ext cx="49349" cy="72368"/>
            </a:xfrm>
            <a:custGeom>
              <a:rect b="b" l="l" r="r" t="t"/>
              <a:pathLst>
                <a:path extrusionOk="0" h="896" w="611">
                  <a:moveTo>
                    <a:pt x="159" y="0"/>
                  </a:moveTo>
                  <a:cubicBezTo>
                    <a:pt x="142" y="0"/>
                    <a:pt x="125" y="3"/>
                    <a:pt x="110" y="8"/>
                  </a:cubicBezTo>
                  <a:cubicBezTo>
                    <a:pt x="23" y="52"/>
                    <a:pt x="1" y="139"/>
                    <a:pt x="23" y="226"/>
                  </a:cubicBezTo>
                  <a:lnTo>
                    <a:pt x="305" y="813"/>
                  </a:lnTo>
                  <a:cubicBezTo>
                    <a:pt x="321" y="860"/>
                    <a:pt x="382" y="896"/>
                    <a:pt x="439" y="896"/>
                  </a:cubicBezTo>
                  <a:cubicBezTo>
                    <a:pt x="461" y="896"/>
                    <a:pt x="483" y="890"/>
                    <a:pt x="501" y="878"/>
                  </a:cubicBezTo>
                  <a:cubicBezTo>
                    <a:pt x="588" y="835"/>
                    <a:pt x="610" y="748"/>
                    <a:pt x="588" y="683"/>
                  </a:cubicBezTo>
                  <a:lnTo>
                    <a:pt x="305" y="95"/>
                  </a:lnTo>
                  <a:cubicBezTo>
                    <a:pt x="272" y="29"/>
                    <a:pt x="214" y="0"/>
                    <a:pt x="159"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59" name="Google Shape;1159;g39181ba8852_1_1397"/>
            <p:cNvSpPr/>
            <p:nvPr/>
          </p:nvSpPr>
          <p:spPr>
            <a:xfrm flipH="1" rot="-5400000">
              <a:off x="5659539" y="3498111"/>
              <a:ext cx="51045" cy="71398"/>
            </a:xfrm>
            <a:custGeom>
              <a:rect b="b" l="l" r="r" t="t"/>
              <a:pathLst>
                <a:path extrusionOk="0" h="884" w="632">
                  <a:moveTo>
                    <a:pt x="182" y="0"/>
                  </a:moveTo>
                  <a:cubicBezTo>
                    <a:pt x="158" y="0"/>
                    <a:pt x="134" y="6"/>
                    <a:pt x="110" y="18"/>
                  </a:cubicBezTo>
                  <a:cubicBezTo>
                    <a:pt x="44" y="40"/>
                    <a:pt x="1" y="127"/>
                    <a:pt x="44" y="214"/>
                  </a:cubicBezTo>
                  <a:lnTo>
                    <a:pt x="306" y="801"/>
                  </a:lnTo>
                  <a:cubicBezTo>
                    <a:pt x="337" y="848"/>
                    <a:pt x="391" y="884"/>
                    <a:pt x="451" y="884"/>
                  </a:cubicBezTo>
                  <a:cubicBezTo>
                    <a:pt x="475" y="884"/>
                    <a:pt x="499" y="879"/>
                    <a:pt x="523" y="866"/>
                  </a:cubicBezTo>
                  <a:cubicBezTo>
                    <a:pt x="588" y="845"/>
                    <a:pt x="632" y="758"/>
                    <a:pt x="588" y="671"/>
                  </a:cubicBezTo>
                  <a:lnTo>
                    <a:pt x="327" y="83"/>
                  </a:lnTo>
                  <a:cubicBezTo>
                    <a:pt x="296" y="36"/>
                    <a:pt x="242" y="0"/>
                    <a:pt x="18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0" name="Google Shape;1160;g39181ba8852_1_1397"/>
            <p:cNvSpPr/>
            <p:nvPr/>
          </p:nvSpPr>
          <p:spPr>
            <a:xfrm flipH="1" rot="-5400000">
              <a:off x="5669230" y="3477920"/>
              <a:ext cx="49268" cy="71398"/>
            </a:xfrm>
            <a:custGeom>
              <a:rect b="b" l="l" r="r" t="t"/>
              <a:pathLst>
                <a:path extrusionOk="0" h="884" w="610">
                  <a:moveTo>
                    <a:pt x="168" y="0"/>
                  </a:moveTo>
                  <a:cubicBezTo>
                    <a:pt x="148" y="0"/>
                    <a:pt x="128" y="5"/>
                    <a:pt x="109" y="18"/>
                  </a:cubicBezTo>
                  <a:lnTo>
                    <a:pt x="88" y="18"/>
                  </a:lnTo>
                  <a:cubicBezTo>
                    <a:pt x="22" y="39"/>
                    <a:pt x="1" y="126"/>
                    <a:pt x="22" y="213"/>
                  </a:cubicBezTo>
                  <a:lnTo>
                    <a:pt x="305" y="801"/>
                  </a:lnTo>
                  <a:cubicBezTo>
                    <a:pt x="321" y="848"/>
                    <a:pt x="370" y="884"/>
                    <a:pt x="430" y="884"/>
                  </a:cubicBezTo>
                  <a:cubicBezTo>
                    <a:pt x="452" y="884"/>
                    <a:pt x="477" y="878"/>
                    <a:pt x="501" y="866"/>
                  </a:cubicBezTo>
                  <a:cubicBezTo>
                    <a:pt x="566" y="844"/>
                    <a:pt x="610" y="757"/>
                    <a:pt x="566" y="670"/>
                  </a:cubicBezTo>
                  <a:lnTo>
                    <a:pt x="305" y="83"/>
                  </a:lnTo>
                  <a:cubicBezTo>
                    <a:pt x="274" y="36"/>
                    <a:pt x="220" y="0"/>
                    <a:pt x="168"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1" name="Google Shape;1161;g39181ba8852_1_1397"/>
            <p:cNvSpPr/>
            <p:nvPr/>
          </p:nvSpPr>
          <p:spPr>
            <a:xfrm flipH="1" rot="-5400000">
              <a:off x="5679609" y="3458415"/>
              <a:ext cx="49268" cy="71802"/>
            </a:xfrm>
            <a:custGeom>
              <a:rect b="b" l="l" r="r" t="t"/>
              <a:pathLst>
                <a:path extrusionOk="0" h="889" w="610">
                  <a:moveTo>
                    <a:pt x="179" y="0"/>
                  </a:moveTo>
                  <a:cubicBezTo>
                    <a:pt x="155" y="0"/>
                    <a:pt x="131" y="8"/>
                    <a:pt x="109" y="22"/>
                  </a:cubicBezTo>
                  <a:cubicBezTo>
                    <a:pt x="22" y="44"/>
                    <a:pt x="0" y="131"/>
                    <a:pt x="22" y="218"/>
                  </a:cubicBezTo>
                  <a:lnTo>
                    <a:pt x="305" y="805"/>
                  </a:lnTo>
                  <a:cubicBezTo>
                    <a:pt x="321" y="852"/>
                    <a:pt x="381" y="888"/>
                    <a:pt x="439" y="888"/>
                  </a:cubicBezTo>
                  <a:cubicBezTo>
                    <a:pt x="461" y="888"/>
                    <a:pt x="482" y="883"/>
                    <a:pt x="501" y="871"/>
                  </a:cubicBezTo>
                  <a:cubicBezTo>
                    <a:pt x="588" y="849"/>
                    <a:pt x="609" y="740"/>
                    <a:pt x="566" y="675"/>
                  </a:cubicBezTo>
                  <a:lnTo>
                    <a:pt x="305" y="87"/>
                  </a:lnTo>
                  <a:cubicBezTo>
                    <a:pt x="276" y="29"/>
                    <a:pt x="228" y="0"/>
                    <a:pt x="179"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2" name="Google Shape;1162;g39181ba8852_1_1397"/>
            <p:cNvSpPr/>
            <p:nvPr/>
          </p:nvSpPr>
          <p:spPr>
            <a:xfrm flipH="1" rot="-5400000">
              <a:off x="5667494" y="3453003"/>
              <a:ext cx="144170" cy="181081"/>
            </a:xfrm>
            <a:custGeom>
              <a:rect b="b" l="l" r="r" t="t"/>
              <a:pathLst>
                <a:path extrusionOk="0" h="2242" w="1785">
                  <a:moveTo>
                    <a:pt x="1044" y="0"/>
                  </a:moveTo>
                  <a:cubicBezTo>
                    <a:pt x="1044" y="0"/>
                    <a:pt x="653" y="283"/>
                    <a:pt x="500" y="392"/>
                  </a:cubicBezTo>
                  <a:cubicBezTo>
                    <a:pt x="450" y="428"/>
                    <a:pt x="377" y="440"/>
                    <a:pt x="303" y="440"/>
                  </a:cubicBezTo>
                  <a:cubicBezTo>
                    <a:pt x="155" y="440"/>
                    <a:pt x="0" y="392"/>
                    <a:pt x="0" y="392"/>
                  </a:cubicBezTo>
                  <a:lnTo>
                    <a:pt x="0" y="392"/>
                  </a:lnTo>
                  <a:cubicBezTo>
                    <a:pt x="0" y="392"/>
                    <a:pt x="196" y="1175"/>
                    <a:pt x="305" y="1371"/>
                  </a:cubicBezTo>
                  <a:cubicBezTo>
                    <a:pt x="413" y="1545"/>
                    <a:pt x="1218" y="2241"/>
                    <a:pt x="1218" y="2241"/>
                  </a:cubicBezTo>
                  <a:lnTo>
                    <a:pt x="1784" y="1480"/>
                  </a:lnTo>
                  <a:cubicBezTo>
                    <a:pt x="1784" y="1480"/>
                    <a:pt x="1741" y="1153"/>
                    <a:pt x="1610" y="849"/>
                  </a:cubicBezTo>
                  <a:cubicBezTo>
                    <a:pt x="1501" y="544"/>
                    <a:pt x="1044" y="0"/>
                    <a:pt x="1044"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3" name="Google Shape;1163;g39181ba8852_1_1397"/>
            <p:cNvSpPr/>
            <p:nvPr/>
          </p:nvSpPr>
          <p:spPr>
            <a:xfrm flipH="1">
              <a:off x="5687328" y="4860709"/>
              <a:ext cx="418376" cy="184796"/>
            </a:xfrm>
            <a:custGeom>
              <a:rect b="b" l="l" r="r" t="t"/>
              <a:pathLst>
                <a:path extrusionOk="0" h="2288" w="5180">
                  <a:moveTo>
                    <a:pt x="600" y="1"/>
                  </a:moveTo>
                  <a:cubicBezTo>
                    <a:pt x="448" y="1"/>
                    <a:pt x="339" y="7"/>
                    <a:pt x="327" y="25"/>
                  </a:cubicBezTo>
                  <a:cubicBezTo>
                    <a:pt x="153" y="264"/>
                    <a:pt x="44" y="765"/>
                    <a:pt x="23" y="982"/>
                  </a:cubicBezTo>
                  <a:cubicBezTo>
                    <a:pt x="1" y="1244"/>
                    <a:pt x="153" y="1831"/>
                    <a:pt x="327" y="1831"/>
                  </a:cubicBezTo>
                  <a:cubicBezTo>
                    <a:pt x="849" y="1831"/>
                    <a:pt x="1459" y="1853"/>
                    <a:pt x="1981" y="1918"/>
                  </a:cubicBezTo>
                  <a:cubicBezTo>
                    <a:pt x="2525" y="1983"/>
                    <a:pt x="2721" y="2288"/>
                    <a:pt x="4070" y="2288"/>
                  </a:cubicBezTo>
                  <a:cubicBezTo>
                    <a:pt x="4461" y="2288"/>
                    <a:pt x="5179" y="2266"/>
                    <a:pt x="5157" y="2114"/>
                  </a:cubicBezTo>
                  <a:cubicBezTo>
                    <a:pt x="5136" y="1940"/>
                    <a:pt x="3852" y="1657"/>
                    <a:pt x="3439" y="1265"/>
                  </a:cubicBezTo>
                  <a:cubicBezTo>
                    <a:pt x="2416" y="286"/>
                    <a:pt x="1720" y="47"/>
                    <a:pt x="1720" y="47"/>
                  </a:cubicBezTo>
                  <a:cubicBezTo>
                    <a:pt x="1720" y="47"/>
                    <a:pt x="1006" y="1"/>
                    <a:pt x="60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4" name="Google Shape;1164;g39181ba8852_1_1397"/>
            <p:cNvSpPr/>
            <p:nvPr/>
          </p:nvSpPr>
          <p:spPr>
            <a:xfrm flipH="1">
              <a:off x="5973811" y="5008510"/>
              <a:ext cx="109036" cy="19465"/>
            </a:xfrm>
            <a:custGeom>
              <a:rect b="b" l="l" r="r" t="t"/>
              <a:pathLst>
                <a:path extrusionOk="0" h="241" w="1350">
                  <a:moveTo>
                    <a:pt x="1" y="1"/>
                  </a:moveTo>
                  <a:lnTo>
                    <a:pt x="1" y="240"/>
                  </a:lnTo>
                  <a:lnTo>
                    <a:pt x="1350" y="240"/>
                  </a:lnTo>
                  <a:lnTo>
                    <a:pt x="1350"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5" name="Google Shape;1165;g39181ba8852_1_1397"/>
            <p:cNvSpPr/>
            <p:nvPr/>
          </p:nvSpPr>
          <p:spPr>
            <a:xfrm flipH="1">
              <a:off x="5903528" y="3943612"/>
              <a:ext cx="1029866" cy="988271"/>
            </a:xfrm>
            <a:custGeom>
              <a:rect b="b" l="l" r="r" t="t"/>
              <a:pathLst>
                <a:path extrusionOk="0" h="12236" w="12751">
                  <a:moveTo>
                    <a:pt x="2546" y="1"/>
                  </a:moveTo>
                  <a:cubicBezTo>
                    <a:pt x="2546" y="1"/>
                    <a:pt x="1" y="1132"/>
                    <a:pt x="2307" y="3134"/>
                  </a:cubicBezTo>
                  <a:cubicBezTo>
                    <a:pt x="2720" y="3482"/>
                    <a:pt x="8639" y="3765"/>
                    <a:pt x="8639" y="3765"/>
                  </a:cubicBezTo>
                  <a:cubicBezTo>
                    <a:pt x="8639" y="3765"/>
                    <a:pt x="8922" y="4918"/>
                    <a:pt x="8878" y="5679"/>
                  </a:cubicBezTo>
                  <a:cubicBezTo>
                    <a:pt x="8835" y="6441"/>
                    <a:pt x="10227" y="12207"/>
                    <a:pt x="10227" y="12207"/>
                  </a:cubicBezTo>
                  <a:cubicBezTo>
                    <a:pt x="10227" y="12207"/>
                    <a:pt x="10372" y="12236"/>
                    <a:pt x="10740" y="12236"/>
                  </a:cubicBezTo>
                  <a:cubicBezTo>
                    <a:pt x="10923" y="12236"/>
                    <a:pt x="11163" y="12229"/>
                    <a:pt x="11467" y="12207"/>
                  </a:cubicBezTo>
                  <a:cubicBezTo>
                    <a:pt x="12381" y="12120"/>
                    <a:pt x="12751" y="11793"/>
                    <a:pt x="12751" y="11793"/>
                  </a:cubicBezTo>
                  <a:cubicBezTo>
                    <a:pt x="12751" y="11793"/>
                    <a:pt x="11315" y="2807"/>
                    <a:pt x="11097" y="2590"/>
                  </a:cubicBezTo>
                  <a:cubicBezTo>
                    <a:pt x="10902" y="2350"/>
                    <a:pt x="5810" y="675"/>
                    <a:pt x="5810" y="675"/>
                  </a:cubicBezTo>
                  <a:lnTo>
                    <a:pt x="5832" y="218"/>
                  </a:lnTo>
                  <a:lnTo>
                    <a:pt x="2546"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6" name="Google Shape;1166;g39181ba8852_1_1397"/>
            <p:cNvSpPr/>
            <p:nvPr/>
          </p:nvSpPr>
          <p:spPr>
            <a:xfrm flipH="1">
              <a:off x="6119671" y="3283592"/>
              <a:ext cx="344473" cy="465382"/>
            </a:xfrm>
            <a:custGeom>
              <a:rect b="b" l="l" r="r" t="t"/>
              <a:pathLst>
                <a:path extrusionOk="0" h="5762" w="4265">
                  <a:moveTo>
                    <a:pt x="1178" y="0"/>
                  </a:moveTo>
                  <a:cubicBezTo>
                    <a:pt x="1057" y="0"/>
                    <a:pt x="926" y="24"/>
                    <a:pt x="783" y="79"/>
                  </a:cubicBezTo>
                  <a:cubicBezTo>
                    <a:pt x="0" y="361"/>
                    <a:pt x="22" y="992"/>
                    <a:pt x="348" y="1710"/>
                  </a:cubicBezTo>
                  <a:cubicBezTo>
                    <a:pt x="653" y="2407"/>
                    <a:pt x="2763" y="5670"/>
                    <a:pt x="3264" y="5757"/>
                  </a:cubicBezTo>
                  <a:cubicBezTo>
                    <a:pt x="3278" y="5760"/>
                    <a:pt x="3293" y="5761"/>
                    <a:pt x="3310" y="5761"/>
                  </a:cubicBezTo>
                  <a:cubicBezTo>
                    <a:pt x="3588" y="5761"/>
                    <a:pt x="4265" y="5432"/>
                    <a:pt x="4265" y="5083"/>
                  </a:cubicBezTo>
                  <a:cubicBezTo>
                    <a:pt x="4265" y="4713"/>
                    <a:pt x="2850" y="1689"/>
                    <a:pt x="2502" y="1145"/>
                  </a:cubicBezTo>
                  <a:cubicBezTo>
                    <a:pt x="2190" y="704"/>
                    <a:pt x="1832" y="0"/>
                    <a:pt x="117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7" name="Google Shape;1167;g39181ba8852_1_1397"/>
            <p:cNvSpPr/>
            <p:nvPr/>
          </p:nvSpPr>
          <p:spPr>
            <a:xfrm flipH="1">
              <a:off x="6120846" y="3283592"/>
              <a:ext cx="344473" cy="465382"/>
            </a:xfrm>
            <a:custGeom>
              <a:rect b="b" l="l" r="r" t="t"/>
              <a:pathLst>
                <a:path extrusionOk="0" h="5762" w="4265">
                  <a:moveTo>
                    <a:pt x="1178" y="0"/>
                  </a:moveTo>
                  <a:cubicBezTo>
                    <a:pt x="1057" y="0"/>
                    <a:pt x="926" y="24"/>
                    <a:pt x="783" y="79"/>
                  </a:cubicBezTo>
                  <a:cubicBezTo>
                    <a:pt x="0" y="361"/>
                    <a:pt x="22" y="992"/>
                    <a:pt x="348" y="1710"/>
                  </a:cubicBezTo>
                  <a:cubicBezTo>
                    <a:pt x="653" y="2407"/>
                    <a:pt x="2763" y="5670"/>
                    <a:pt x="3264" y="5757"/>
                  </a:cubicBezTo>
                  <a:cubicBezTo>
                    <a:pt x="3278" y="5760"/>
                    <a:pt x="3293" y="5761"/>
                    <a:pt x="3310" y="5761"/>
                  </a:cubicBezTo>
                  <a:cubicBezTo>
                    <a:pt x="3588" y="5761"/>
                    <a:pt x="4265" y="5432"/>
                    <a:pt x="4265" y="5083"/>
                  </a:cubicBezTo>
                  <a:cubicBezTo>
                    <a:pt x="4265" y="4713"/>
                    <a:pt x="2850" y="1689"/>
                    <a:pt x="2502" y="1145"/>
                  </a:cubicBezTo>
                  <a:cubicBezTo>
                    <a:pt x="2190" y="704"/>
                    <a:pt x="1832" y="0"/>
                    <a:pt x="1178"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8" name="Google Shape;1168;g39181ba8852_1_1397"/>
            <p:cNvSpPr/>
            <p:nvPr/>
          </p:nvSpPr>
          <p:spPr>
            <a:xfrm flipH="1">
              <a:off x="6298886" y="2973613"/>
              <a:ext cx="613429" cy="1258358"/>
            </a:xfrm>
            <a:custGeom>
              <a:rect b="b" l="l" r="r" t="t"/>
              <a:pathLst>
                <a:path extrusionOk="0" h="15580" w="7595">
                  <a:moveTo>
                    <a:pt x="4962" y="0"/>
                  </a:moveTo>
                  <a:cubicBezTo>
                    <a:pt x="4962" y="0"/>
                    <a:pt x="4287" y="2154"/>
                    <a:pt x="4048" y="2350"/>
                  </a:cubicBezTo>
                  <a:cubicBezTo>
                    <a:pt x="3613" y="2742"/>
                    <a:pt x="2547" y="2872"/>
                    <a:pt x="2111" y="3394"/>
                  </a:cubicBezTo>
                  <a:cubicBezTo>
                    <a:pt x="1567" y="4025"/>
                    <a:pt x="1937" y="7441"/>
                    <a:pt x="1872" y="8595"/>
                  </a:cubicBezTo>
                  <a:cubicBezTo>
                    <a:pt x="1828" y="9748"/>
                    <a:pt x="936" y="11989"/>
                    <a:pt x="458" y="13011"/>
                  </a:cubicBezTo>
                  <a:cubicBezTo>
                    <a:pt x="1" y="14034"/>
                    <a:pt x="2938" y="15535"/>
                    <a:pt x="3047" y="15579"/>
                  </a:cubicBezTo>
                  <a:cubicBezTo>
                    <a:pt x="3049" y="15579"/>
                    <a:pt x="3052" y="15579"/>
                    <a:pt x="3055" y="15579"/>
                  </a:cubicBezTo>
                  <a:cubicBezTo>
                    <a:pt x="3230" y="15579"/>
                    <a:pt x="4793" y="14943"/>
                    <a:pt x="5092" y="14643"/>
                  </a:cubicBezTo>
                  <a:cubicBezTo>
                    <a:pt x="5397" y="14360"/>
                    <a:pt x="5680" y="11532"/>
                    <a:pt x="5876" y="10836"/>
                  </a:cubicBezTo>
                  <a:cubicBezTo>
                    <a:pt x="6071" y="10118"/>
                    <a:pt x="6898" y="7724"/>
                    <a:pt x="6985" y="7572"/>
                  </a:cubicBezTo>
                  <a:cubicBezTo>
                    <a:pt x="7486" y="6571"/>
                    <a:pt x="7442" y="5657"/>
                    <a:pt x="7464" y="5418"/>
                  </a:cubicBezTo>
                  <a:cubicBezTo>
                    <a:pt x="7486" y="5179"/>
                    <a:pt x="7594" y="4809"/>
                    <a:pt x="7529" y="4635"/>
                  </a:cubicBezTo>
                  <a:cubicBezTo>
                    <a:pt x="7377" y="4286"/>
                    <a:pt x="6224" y="3568"/>
                    <a:pt x="6245" y="3416"/>
                  </a:cubicBezTo>
                  <a:cubicBezTo>
                    <a:pt x="6267" y="3264"/>
                    <a:pt x="6637" y="1219"/>
                    <a:pt x="6637" y="1219"/>
                  </a:cubicBezTo>
                  <a:lnTo>
                    <a:pt x="4962"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69" name="Google Shape;1169;g39181ba8852_1_1397"/>
            <p:cNvSpPr/>
            <p:nvPr/>
          </p:nvSpPr>
          <p:spPr>
            <a:xfrm flipH="1">
              <a:off x="6216271" y="5092911"/>
              <a:ext cx="109036" cy="21161"/>
            </a:xfrm>
            <a:custGeom>
              <a:rect b="b" l="l" r="r" t="t"/>
              <a:pathLst>
                <a:path extrusionOk="0" h="262" w="1350">
                  <a:moveTo>
                    <a:pt x="0" y="0"/>
                  </a:moveTo>
                  <a:lnTo>
                    <a:pt x="0" y="261"/>
                  </a:lnTo>
                  <a:lnTo>
                    <a:pt x="1349" y="261"/>
                  </a:lnTo>
                  <a:lnTo>
                    <a:pt x="1349"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0" name="Google Shape;1170;g39181ba8852_1_1397"/>
            <p:cNvSpPr/>
            <p:nvPr/>
          </p:nvSpPr>
          <p:spPr>
            <a:xfrm flipH="1">
              <a:off x="5929869" y="4940748"/>
              <a:ext cx="418295" cy="190934"/>
            </a:xfrm>
            <a:custGeom>
              <a:rect b="b" l="l" r="r" t="t"/>
              <a:pathLst>
                <a:path extrusionOk="0" h="2364" w="5179">
                  <a:moveTo>
                    <a:pt x="488" y="1"/>
                  </a:moveTo>
                  <a:cubicBezTo>
                    <a:pt x="396" y="1"/>
                    <a:pt x="335" y="4"/>
                    <a:pt x="327" y="13"/>
                  </a:cubicBezTo>
                  <a:cubicBezTo>
                    <a:pt x="152" y="274"/>
                    <a:pt x="44" y="775"/>
                    <a:pt x="22" y="1014"/>
                  </a:cubicBezTo>
                  <a:cubicBezTo>
                    <a:pt x="0" y="1297"/>
                    <a:pt x="152" y="1884"/>
                    <a:pt x="327" y="1884"/>
                  </a:cubicBezTo>
                  <a:cubicBezTo>
                    <a:pt x="849" y="1884"/>
                    <a:pt x="1458" y="1906"/>
                    <a:pt x="1980" y="1971"/>
                  </a:cubicBezTo>
                  <a:cubicBezTo>
                    <a:pt x="2524" y="2058"/>
                    <a:pt x="2720" y="2363"/>
                    <a:pt x="4069" y="2363"/>
                  </a:cubicBezTo>
                  <a:cubicBezTo>
                    <a:pt x="4461" y="2363"/>
                    <a:pt x="5179" y="2341"/>
                    <a:pt x="5157" y="2167"/>
                  </a:cubicBezTo>
                  <a:cubicBezTo>
                    <a:pt x="5135" y="1993"/>
                    <a:pt x="3851" y="1689"/>
                    <a:pt x="3438" y="1297"/>
                  </a:cubicBezTo>
                  <a:cubicBezTo>
                    <a:pt x="2415" y="296"/>
                    <a:pt x="1719" y="57"/>
                    <a:pt x="1719" y="57"/>
                  </a:cubicBezTo>
                  <a:cubicBezTo>
                    <a:pt x="1719" y="57"/>
                    <a:pt x="856" y="1"/>
                    <a:pt x="48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1" name="Google Shape;1171;g39181ba8852_1_1397"/>
            <p:cNvSpPr/>
            <p:nvPr/>
          </p:nvSpPr>
          <p:spPr>
            <a:xfrm flipH="1">
              <a:off x="6297109" y="3163332"/>
              <a:ext cx="574742" cy="850239"/>
            </a:xfrm>
            <a:custGeom>
              <a:rect b="b" l="l" r="r" t="t"/>
              <a:pathLst>
                <a:path extrusionOk="0" h="10527" w="7116">
                  <a:moveTo>
                    <a:pt x="3547" y="1"/>
                  </a:moveTo>
                  <a:cubicBezTo>
                    <a:pt x="3547" y="1"/>
                    <a:pt x="2698" y="414"/>
                    <a:pt x="2263" y="501"/>
                  </a:cubicBezTo>
                  <a:cubicBezTo>
                    <a:pt x="1806" y="588"/>
                    <a:pt x="1436" y="850"/>
                    <a:pt x="1327" y="1394"/>
                  </a:cubicBezTo>
                  <a:cubicBezTo>
                    <a:pt x="1197" y="1916"/>
                    <a:pt x="1132" y="6224"/>
                    <a:pt x="1088" y="6463"/>
                  </a:cubicBezTo>
                  <a:cubicBezTo>
                    <a:pt x="958" y="7595"/>
                    <a:pt x="0" y="9313"/>
                    <a:pt x="196" y="9596"/>
                  </a:cubicBezTo>
                  <a:cubicBezTo>
                    <a:pt x="240" y="9683"/>
                    <a:pt x="1676" y="9901"/>
                    <a:pt x="3003" y="10336"/>
                  </a:cubicBezTo>
                  <a:cubicBezTo>
                    <a:pt x="3459" y="10482"/>
                    <a:pt x="3874" y="10527"/>
                    <a:pt x="4209" y="10527"/>
                  </a:cubicBezTo>
                  <a:cubicBezTo>
                    <a:pt x="4722" y="10527"/>
                    <a:pt x="5048" y="10423"/>
                    <a:pt x="5048" y="10423"/>
                  </a:cubicBezTo>
                  <a:cubicBezTo>
                    <a:pt x="5048" y="10423"/>
                    <a:pt x="5396" y="8639"/>
                    <a:pt x="5679" y="7877"/>
                  </a:cubicBezTo>
                  <a:cubicBezTo>
                    <a:pt x="6027" y="6985"/>
                    <a:pt x="6201" y="6267"/>
                    <a:pt x="6397" y="5723"/>
                  </a:cubicBezTo>
                  <a:cubicBezTo>
                    <a:pt x="6745" y="4831"/>
                    <a:pt x="7006" y="3765"/>
                    <a:pt x="7028" y="3504"/>
                  </a:cubicBezTo>
                  <a:cubicBezTo>
                    <a:pt x="7028" y="3265"/>
                    <a:pt x="7115" y="2286"/>
                    <a:pt x="7028" y="1937"/>
                  </a:cubicBezTo>
                  <a:cubicBezTo>
                    <a:pt x="6941" y="1611"/>
                    <a:pt x="5744" y="1067"/>
                    <a:pt x="5744" y="1067"/>
                  </a:cubicBezTo>
                  <a:lnTo>
                    <a:pt x="5353" y="1937"/>
                  </a:lnTo>
                  <a:lnTo>
                    <a:pt x="3547"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2" name="Google Shape;1172;g39181ba8852_1_1397"/>
            <p:cNvSpPr/>
            <p:nvPr/>
          </p:nvSpPr>
          <p:spPr>
            <a:xfrm flipH="1">
              <a:off x="6337574" y="3202019"/>
              <a:ext cx="534277" cy="808483"/>
            </a:xfrm>
            <a:custGeom>
              <a:rect b="b" l="l" r="r" t="t"/>
              <a:pathLst>
                <a:path extrusionOk="0" h="10010" w="6615">
                  <a:moveTo>
                    <a:pt x="2307" y="1"/>
                  </a:moveTo>
                  <a:cubicBezTo>
                    <a:pt x="2285" y="1"/>
                    <a:pt x="2263" y="22"/>
                    <a:pt x="2263" y="22"/>
                  </a:cubicBezTo>
                  <a:cubicBezTo>
                    <a:pt x="1806" y="109"/>
                    <a:pt x="1436" y="371"/>
                    <a:pt x="1327" y="915"/>
                  </a:cubicBezTo>
                  <a:cubicBezTo>
                    <a:pt x="1197" y="1437"/>
                    <a:pt x="1132" y="5745"/>
                    <a:pt x="1088" y="5984"/>
                  </a:cubicBezTo>
                  <a:cubicBezTo>
                    <a:pt x="958" y="7116"/>
                    <a:pt x="0" y="8834"/>
                    <a:pt x="196" y="9117"/>
                  </a:cubicBezTo>
                  <a:cubicBezTo>
                    <a:pt x="240" y="9183"/>
                    <a:pt x="1393" y="9378"/>
                    <a:pt x="2589" y="9727"/>
                  </a:cubicBezTo>
                  <a:lnTo>
                    <a:pt x="4787" y="10009"/>
                  </a:lnTo>
                  <a:cubicBezTo>
                    <a:pt x="4939" y="9988"/>
                    <a:pt x="5048" y="9944"/>
                    <a:pt x="5048" y="9944"/>
                  </a:cubicBezTo>
                  <a:cubicBezTo>
                    <a:pt x="5048" y="9944"/>
                    <a:pt x="5396" y="8160"/>
                    <a:pt x="5679" y="7398"/>
                  </a:cubicBezTo>
                  <a:cubicBezTo>
                    <a:pt x="5875" y="6898"/>
                    <a:pt x="6506" y="5049"/>
                    <a:pt x="6615" y="4657"/>
                  </a:cubicBezTo>
                  <a:lnTo>
                    <a:pt x="6615" y="4657"/>
                  </a:lnTo>
                  <a:cubicBezTo>
                    <a:pt x="6615" y="4657"/>
                    <a:pt x="6214" y="5363"/>
                    <a:pt x="5752" y="5363"/>
                  </a:cubicBezTo>
                  <a:cubicBezTo>
                    <a:pt x="5721" y="5363"/>
                    <a:pt x="5689" y="5360"/>
                    <a:pt x="5657" y="5353"/>
                  </a:cubicBezTo>
                  <a:cubicBezTo>
                    <a:pt x="5244" y="5266"/>
                    <a:pt x="5157" y="5375"/>
                    <a:pt x="4504" y="3482"/>
                  </a:cubicBezTo>
                  <a:cubicBezTo>
                    <a:pt x="3358" y="151"/>
                    <a:pt x="2523" y="109"/>
                    <a:pt x="2482" y="109"/>
                  </a:cubicBezTo>
                  <a:cubicBezTo>
                    <a:pt x="2481" y="109"/>
                    <a:pt x="2481" y="109"/>
                    <a:pt x="2481" y="109"/>
                  </a:cubicBezTo>
                  <a:lnTo>
                    <a:pt x="230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3" name="Google Shape;1173;g39181ba8852_1_1397"/>
            <p:cNvSpPr/>
            <p:nvPr/>
          </p:nvSpPr>
          <p:spPr>
            <a:xfrm flipH="1">
              <a:off x="6089779" y="3936585"/>
              <a:ext cx="796125" cy="1059831"/>
            </a:xfrm>
            <a:custGeom>
              <a:rect b="b" l="l" r="r" t="t"/>
              <a:pathLst>
                <a:path extrusionOk="0" h="13122" w="9857">
                  <a:moveTo>
                    <a:pt x="348" y="1"/>
                  </a:moveTo>
                  <a:cubicBezTo>
                    <a:pt x="348" y="1"/>
                    <a:pt x="0" y="1175"/>
                    <a:pt x="131" y="2133"/>
                  </a:cubicBezTo>
                  <a:cubicBezTo>
                    <a:pt x="261" y="3112"/>
                    <a:pt x="501" y="4200"/>
                    <a:pt x="2742" y="4396"/>
                  </a:cubicBezTo>
                  <a:cubicBezTo>
                    <a:pt x="5005" y="4613"/>
                    <a:pt x="6419" y="4744"/>
                    <a:pt x="6484" y="4744"/>
                  </a:cubicBezTo>
                  <a:cubicBezTo>
                    <a:pt x="6549" y="4744"/>
                    <a:pt x="6310" y="6680"/>
                    <a:pt x="6419" y="8029"/>
                  </a:cubicBezTo>
                  <a:cubicBezTo>
                    <a:pt x="6506" y="9400"/>
                    <a:pt x="6658" y="12968"/>
                    <a:pt x="6658" y="12968"/>
                  </a:cubicBezTo>
                  <a:cubicBezTo>
                    <a:pt x="6658" y="12968"/>
                    <a:pt x="7137" y="13099"/>
                    <a:pt x="8051" y="13121"/>
                  </a:cubicBezTo>
                  <a:cubicBezTo>
                    <a:pt x="8079" y="13121"/>
                    <a:pt x="8108" y="13122"/>
                    <a:pt x="8135" y="13122"/>
                  </a:cubicBezTo>
                  <a:cubicBezTo>
                    <a:pt x="8961" y="13122"/>
                    <a:pt x="9226" y="12816"/>
                    <a:pt x="9226" y="12816"/>
                  </a:cubicBezTo>
                  <a:cubicBezTo>
                    <a:pt x="9226" y="12816"/>
                    <a:pt x="9857" y="4352"/>
                    <a:pt x="9639" y="3656"/>
                  </a:cubicBezTo>
                  <a:cubicBezTo>
                    <a:pt x="9269" y="2481"/>
                    <a:pt x="5483" y="1502"/>
                    <a:pt x="5331" y="1284"/>
                  </a:cubicBezTo>
                  <a:cubicBezTo>
                    <a:pt x="5222" y="1110"/>
                    <a:pt x="5244" y="327"/>
                    <a:pt x="5244" y="327"/>
                  </a:cubicBezTo>
                  <a:lnTo>
                    <a:pt x="34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4" name="Google Shape;1174;g39181ba8852_1_1397"/>
            <p:cNvSpPr/>
            <p:nvPr/>
          </p:nvSpPr>
          <p:spPr>
            <a:xfrm flipH="1">
              <a:off x="6453558" y="3210257"/>
              <a:ext cx="312893" cy="522243"/>
            </a:xfrm>
            <a:custGeom>
              <a:rect b="b" l="l" r="r" t="t"/>
              <a:pathLst>
                <a:path extrusionOk="0" h="6466" w="3874">
                  <a:moveTo>
                    <a:pt x="1107" y="0"/>
                  </a:moveTo>
                  <a:cubicBezTo>
                    <a:pt x="1066" y="0"/>
                    <a:pt x="1024" y="2"/>
                    <a:pt x="980" y="7"/>
                  </a:cubicBezTo>
                  <a:cubicBezTo>
                    <a:pt x="153" y="94"/>
                    <a:pt x="1" y="834"/>
                    <a:pt x="153" y="1661"/>
                  </a:cubicBezTo>
                  <a:cubicBezTo>
                    <a:pt x="305" y="2510"/>
                    <a:pt x="1720" y="6165"/>
                    <a:pt x="1959" y="6296"/>
                  </a:cubicBezTo>
                  <a:cubicBezTo>
                    <a:pt x="2083" y="6370"/>
                    <a:pt x="2638" y="6466"/>
                    <a:pt x="3105" y="6466"/>
                  </a:cubicBezTo>
                  <a:cubicBezTo>
                    <a:pt x="3457" y="6466"/>
                    <a:pt x="3759" y="6411"/>
                    <a:pt x="3787" y="6252"/>
                  </a:cubicBezTo>
                  <a:cubicBezTo>
                    <a:pt x="3874" y="5860"/>
                    <a:pt x="2633" y="2357"/>
                    <a:pt x="2394" y="1683"/>
                  </a:cubicBezTo>
                  <a:cubicBezTo>
                    <a:pt x="2145" y="1039"/>
                    <a:pt x="1955" y="0"/>
                    <a:pt x="1107"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5" name="Google Shape;1175;g39181ba8852_1_1397"/>
            <p:cNvSpPr/>
            <p:nvPr/>
          </p:nvSpPr>
          <p:spPr>
            <a:xfrm flipH="1">
              <a:off x="6392017" y="3005192"/>
              <a:ext cx="175831" cy="179385"/>
            </a:xfrm>
            <a:custGeom>
              <a:rect b="b" l="l" r="r" t="t"/>
              <a:pathLst>
                <a:path extrusionOk="0" h="2221" w="2177">
                  <a:moveTo>
                    <a:pt x="588" y="1"/>
                  </a:moveTo>
                  <a:lnTo>
                    <a:pt x="0" y="1567"/>
                  </a:lnTo>
                  <a:lnTo>
                    <a:pt x="436" y="2068"/>
                  </a:lnTo>
                  <a:lnTo>
                    <a:pt x="2133" y="2220"/>
                  </a:lnTo>
                  <a:lnTo>
                    <a:pt x="2176" y="1915"/>
                  </a:lnTo>
                  <a:lnTo>
                    <a:pt x="784" y="110"/>
                  </a:lnTo>
                  <a:lnTo>
                    <a:pt x="588"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6" name="Google Shape;1176;g39181ba8852_1_1397"/>
            <p:cNvSpPr/>
            <p:nvPr/>
          </p:nvSpPr>
          <p:spPr>
            <a:xfrm flipH="1">
              <a:off x="6290087" y="2787609"/>
              <a:ext cx="349804" cy="384534"/>
            </a:xfrm>
            <a:custGeom>
              <a:rect b="b" l="l" r="r" t="t"/>
              <a:pathLst>
                <a:path extrusionOk="0" h="4761" w="4331">
                  <a:moveTo>
                    <a:pt x="2143" y="1"/>
                  </a:moveTo>
                  <a:cubicBezTo>
                    <a:pt x="1634" y="1"/>
                    <a:pt x="1124" y="173"/>
                    <a:pt x="784" y="650"/>
                  </a:cubicBezTo>
                  <a:cubicBezTo>
                    <a:pt x="0" y="1737"/>
                    <a:pt x="370" y="2804"/>
                    <a:pt x="784" y="3456"/>
                  </a:cubicBezTo>
                  <a:cubicBezTo>
                    <a:pt x="1132" y="3978"/>
                    <a:pt x="1458" y="4261"/>
                    <a:pt x="2089" y="4544"/>
                  </a:cubicBezTo>
                  <a:cubicBezTo>
                    <a:pt x="2198" y="4599"/>
                    <a:pt x="3040" y="4760"/>
                    <a:pt x="3451" y="4760"/>
                  </a:cubicBezTo>
                  <a:cubicBezTo>
                    <a:pt x="3531" y="4760"/>
                    <a:pt x="3595" y="4754"/>
                    <a:pt x="3634" y="4740"/>
                  </a:cubicBezTo>
                  <a:cubicBezTo>
                    <a:pt x="3786" y="4675"/>
                    <a:pt x="3895" y="3478"/>
                    <a:pt x="3960" y="3478"/>
                  </a:cubicBezTo>
                  <a:cubicBezTo>
                    <a:pt x="4004" y="3478"/>
                    <a:pt x="4134" y="3413"/>
                    <a:pt x="4134" y="3304"/>
                  </a:cubicBezTo>
                  <a:cubicBezTo>
                    <a:pt x="4134" y="3173"/>
                    <a:pt x="3982" y="2303"/>
                    <a:pt x="4026" y="2216"/>
                  </a:cubicBezTo>
                  <a:cubicBezTo>
                    <a:pt x="4047" y="2129"/>
                    <a:pt x="4330" y="1128"/>
                    <a:pt x="3699" y="541"/>
                  </a:cubicBezTo>
                  <a:cubicBezTo>
                    <a:pt x="3398" y="264"/>
                    <a:pt x="2772" y="1"/>
                    <a:pt x="214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7" name="Google Shape;1177;g39181ba8852_1_1397"/>
            <p:cNvSpPr/>
            <p:nvPr/>
          </p:nvSpPr>
          <p:spPr>
            <a:xfrm flipH="1">
              <a:off x="6314721" y="2777432"/>
              <a:ext cx="324928" cy="335104"/>
            </a:xfrm>
            <a:custGeom>
              <a:rect b="b" l="l" r="r" t="t"/>
              <a:pathLst>
                <a:path extrusionOk="0" h="4149" w="4023">
                  <a:moveTo>
                    <a:pt x="2337" y="0"/>
                  </a:moveTo>
                  <a:cubicBezTo>
                    <a:pt x="1870" y="0"/>
                    <a:pt x="812" y="240"/>
                    <a:pt x="432" y="1341"/>
                  </a:cubicBezTo>
                  <a:cubicBezTo>
                    <a:pt x="0" y="2595"/>
                    <a:pt x="920" y="4148"/>
                    <a:pt x="1210" y="4148"/>
                  </a:cubicBezTo>
                  <a:cubicBezTo>
                    <a:pt x="1212" y="4148"/>
                    <a:pt x="1214" y="4148"/>
                    <a:pt x="1216" y="4148"/>
                  </a:cubicBezTo>
                  <a:cubicBezTo>
                    <a:pt x="1325" y="4126"/>
                    <a:pt x="1673" y="3517"/>
                    <a:pt x="1325" y="2407"/>
                  </a:cubicBezTo>
                  <a:cubicBezTo>
                    <a:pt x="1323" y="2400"/>
                    <a:pt x="1325" y="2397"/>
                    <a:pt x="1330" y="2397"/>
                  </a:cubicBezTo>
                  <a:cubicBezTo>
                    <a:pt x="1400" y="2397"/>
                    <a:pt x="2038" y="3005"/>
                    <a:pt x="2174" y="3005"/>
                  </a:cubicBezTo>
                  <a:cubicBezTo>
                    <a:pt x="2184" y="3005"/>
                    <a:pt x="2191" y="3002"/>
                    <a:pt x="2195" y="2995"/>
                  </a:cubicBezTo>
                  <a:cubicBezTo>
                    <a:pt x="2260" y="2930"/>
                    <a:pt x="1781" y="1972"/>
                    <a:pt x="2021" y="1733"/>
                  </a:cubicBezTo>
                  <a:cubicBezTo>
                    <a:pt x="2576" y="1211"/>
                    <a:pt x="3076" y="1080"/>
                    <a:pt x="3438" y="1080"/>
                  </a:cubicBezTo>
                  <a:cubicBezTo>
                    <a:pt x="3800" y="1080"/>
                    <a:pt x="4023" y="1211"/>
                    <a:pt x="4023" y="1211"/>
                  </a:cubicBezTo>
                  <a:cubicBezTo>
                    <a:pt x="3783" y="145"/>
                    <a:pt x="2826" y="79"/>
                    <a:pt x="2500" y="14"/>
                  </a:cubicBezTo>
                  <a:cubicBezTo>
                    <a:pt x="2461" y="6"/>
                    <a:pt x="2405" y="0"/>
                    <a:pt x="233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8" name="Google Shape;1178;g39181ba8852_1_1397"/>
            <p:cNvSpPr/>
            <p:nvPr/>
          </p:nvSpPr>
          <p:spPr>
            <a:xfrm flipH="1">
              <a:off x="6476419" y="2959640"/>
              <a:ext cx="66795" cy="104513"/>
            </a:xfrm>
            <a:custGeom>
              <a:rect b="b" l="l" r="r" t="t"/>
              <a:pathLst>
                <a:path extrusionOk="0" h="1294" w="827">
                  <a:moveTo>
                    <a:pt x="348" y="1"/>
                  </a:moveTo>
                  <a:cubicBezTo>
                    <a:pt x="314" y="1"/>
                    <a:pt x="278" y="8"/>
                    <a:pt x="239" y="21"/>
                  </a:cubicBezTo>
                  <a:cubicBezTo>
                    <a:pt x="65" y="64"/>
                    <a:pt x="0" y="412"/>
                    <a:pt x="109" y="761"/>
                  </a:cubicBezTo>
                  <a:cubicBezTo>
                    <a:pt x="206" y="1070"/>
                    <a:pt x="405" y="1294"/>
                    <a:pt x="586" y="1294"/>
                  </a:cubicBezTo>
                  <a:cubicBezTo>
                    <a:pt x="609" y="1294"/>
                    <a:pt x="631" y="1290"/>
                    <a:pt x="653" y="1283"/>
                  </a:cubicBezTo>
                  <a:cubicBezTo>
                    <a:pt x="827" y="1239"/>
                    <a:pt x="783" y="761"/>
                    <a:pt x="675" y="412"/>
                  </a:cubicBezTo>
                  <a:cubicBezTo>
                    <a:pt x="587" y="116"/>
                    <a:pt x="486" y="1"/>
                    <a:pt x="348"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79" name="Google Shape;1179;g39181ba8852_1_1397"/>
            <p:cNvSpPr/>
            <p:nvPr/>
          </p:nvSpPr>
          <p:spPr>
            <a:xfrm flipH="1">
              <a:off x="6437733" y="3279393"/>
              <a:ext cx="35215" cy="40465"/>
            </a:xfrm>
            <a:custGeom>
              <a:rect b="b" l="l" r="r" t="t"/>
              <a:pathLst>
                <a:path extrusionOk="0" h="501" w="436">
                  <a:moveTo>
                    <a:pt x="436" y="0"/>
                  </a:moveTo>
                  <a:lnTo>
                    <a:pt x="0" y="44"/>
                  </a:lnTo>
                  <a:lnTo>
                    <a:pt x="414" y="500"/>
                  </a:lnTo>
                  <a:lnTo>
                    <a:pt x="436"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0" name="Google Shape;1180;g39181ba8852_1_1397"/>
            <p:cNvSpPr/>
            <p:nvPr/>
          </p:nvSpPr>
          <p:spPr>
            <a:xfrm flipH="1" rot="-5400000">
              <a:off x="5912580" y="3406439"/>
              <a:ext cx="247875" cy="504393"/>
            </a:xfrm>
            <a:custGeom>
              <a:rect b="b" l="l" r="r" t="t"/>
              <a:pathLst>
                <a:path extrusionOk="0" h="6245" w="3069">
                  <a:moveTo>
                    <a:pt x="958" y="0"/>
                  </a:moveTo>
                  <a:lnTo>
                    <a:pt x="0" y="262"/>
                  </a:lnTo>
                  <a:cubicBezTo>
                    <a:pt x="0" y="262"/>
                    <a:pt x="958" y="4961"/>
                    <a:pt x="1023" y="5201"/>
                  </a:cubicBezTo>
                  <a:cubicBezTo>
                    <a:pt x="1103" y="5420"/>
                    <a:pt x="1256" y="6244"/>
                    <a:pt x="1970" y="6244"/>
                  </a:cubicBezTo>
                  <a:cubicBezTo>
                    <a:pt x="2034" y="6244"/>
                    <a:pt x="2103" y="6238"/>
                    <a:pt x="2176" y="6223"/>
                  </a:cubicBezTo>
                  <a:cubicBezTo>
                    <a:pt x="3068" y="6049"/>
                    <a:pt x="2655" y="4156"/>
                    <a:pt x="2350" y="3308"/>
                  </a:cubicBezTo>
                  <a:cubicBezTo>
                    <a:pt x="2067" y="2437"/>
                    <a:pt x="958" y="0"/>
                    <a:pt x="95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1" name="Google Shape;1181;g39181ba8852_1_1397"/>
            <p:cNvSpPr/>
            <p:nvPr/>
          </p:nvSpPr>
          <p:spPr>
            <a:xfrm flipH="1">
              <a:off x="6414876" y="3281089"/>
              <a:ext cx="24715" cy="38768"/>
            </a:xfrm>
            <a:custGeom>
              <a:rect b="b" l="l" r="r" t="t"/>
              <a:pathLst>
                <a:path extrusionOk="0" h="480" w="306">
                  <a:moveTo>
                    <a:pt x="175" y="1"/>
                  </a:moveTo>
                  <a:lnTo>
                    <a:pt x="1" y="479"/>
                  </a:lnTo>
                  <a:lnTo>
                    <a:pt x="305" y="262"/>
                  </a:lnTo>
                  <a:lnTo>
                    <a:pt x="175"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2" name="Google Shape;1182;g39181ba8852_1_1397"/>
            <p:cNvSpPr/>
            <p:nvPr/>
          </p:nvSpPr>
          <p:spPr>
            <a:xfrm flipH="1">
              <a:off x="6411403" y="3302169"/>
              <a:ext cx="49268" cy="47572"/>
            </a:xfrm>
            <a:custGeom>
              <a:rect b="b" l="l" r="r" t="t"/>
              <a:pathLst>
                <a:path extrusionOk="0" h="589" w="610">
                  <a:moveTo>
                    <a:pt x="1" y="1"/>
                  </a:moveTo>
                  <a:lnTo>
                    <a:pt x="175" y="588"/>
                  </a:lnTo>
                  <a:lnTo>
                    <a:pt x="501" y="588"/>
                  </a:lnTo>
                  <a:lnTo>
                    <a:pt x="610"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3" name="Google Shape;1183;g39181ba8852_1_1397"/>
            <p:cNvSpPr/>
            <p:nvPr/>
          </p:nvSpPr>
          <p:spPr>
            <a:xfrm flipH="1">
              <a:off x="6400822" y="3349659"/>
              <a:ext cx="73902" cy="681920"/>
            </a:xfrm>
            <a:custGeom>
              <a:rect b="b" l="l" r="r" t="t"/>
              <a:pathLst>
                <a:path extrusionOk="0" h="8443" w="915">
                  <a:moveTo>
                    <a:pt x="349" y="0"/>
                  </a:moveTo>
                  <a:cubicBezTo>
                    <a:pt x="349" y="0"/>
                    <a:pt x="479" y="1610"/>
                    <a:pt x="349" y="2807"/>
                  </a:cubicBezTo>
                  <a:cubicBezTo>
                    <a:pt x="196" y="4004"/>
                    <a:pt x="1" y="7550"/>
                    <a:pt x="1" y="7550"/>
                  </a:cubicBezTo>
                  <a:lnTo>
                    <a:pt x="436" y="8442"/>
                  </a:lnTo>
                  <a:lnTo>
                    <a:pt x="914" y="7594"/>
                  </a:lnTo>
                  <a:cubicBezTo>
                    <a:pt x="914" y="7594"/>
                    <a:pt x="806" y="4113"/>
                    <a:pt x="827" y="2785"/>
                  </a:cubicBezTo>
                  <a:cubicBezTo>
                    <a:pt x="871" y="1480"/>
                    <a:pt x="675" y="0"/>
                    <a:pt x="67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4" name="Google Shape;1184;g39181ba8852_1_1397"/>
            <p:cNvSpPr/>
            <p:nvPr/>
          </p:nvSpPr>
          <p:spPr>
            <a:xfrm flipH="1">
              <a:off x="6437730" y="3131752"/>
              <a:ext cx="165250" cy="189884"/>
            </a:xfrm>
            <a:custGeom>
              <a:rect b="b" l="l" r="r" t="t"/>
              <a:pathLst>
                <a:path extrusionOk="0" h="2351" w="2046">
                  <a:moveTo>
                    <a:pt x="435" y="0"/>
                  </a:moveTo>
                  <a:lnTo>
                    <a:pt x="0" y="436"/>
                  </a:lnTo>
                  <a:lnTo>
                    <a:pt x="1697" y="2350"/>
                  </a:lnTo>
                  <a:lnTo>
                    <a:pt x="2046" y="1828"/>
                  </a:lnTo>
                  <a:lnTo>
                    <a:pt x="435"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5" name="Google Shape;1185;g39181ba8852_1_1397"/>
            <p:cNvSpPr/>
            <p:nvPr/>
          </p:nvSpPr>
          <p:spPr>
            <a:xfrm flipH="1">
              <a:off x="6384992" y="3228429"/>
              <a:ext cx="40545" cy="91429"/>
            </a:xfrm>
            <a:custGeom>
              <a:rect b="b" l="l" r="r" t="t"/>
              <a:pathLst>
                <a:path extrusionOk="0" h="1132" w="502">
                  <a:moveTo>
                    <a:pt x="262" y="0"/>
                  </a:moveTo>
                  <a:lnTo>
                    <a:pt x="1" y="653"/>
                  </a:lnTo>
                  <a:lnTo>
                    <a:pt x="175" y="1131"/>
                  </a:lnTo>
                  <a:lnTo>
                    <a:pt x="501" y="348"/>
                  </a:lnTo>
                  <a:lnTo>
                    <a:pt x="262"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6" name="Google Shape;1186;g39181ba8852_1_1397"/>
            <p:cNvSpPr/>
            <p:nvPr/>
          </p:nvSpPr>
          <p:spPr>
            <a:xfrm flipH="1">
              <a:off x="6107310" y="3626040"/>
              <a:ext cx="516750" cy="145462"/>
            </a:xfrm>
            <a:custGeom>
              <a:rect b="b" l="l" r="r" t="t"/>
              <a:pathLst>
                <a:path extrusionOk="0" h="1801" w="6398">
                  <a:moveTo>
                    <a:pt x="1135" y="1"/>
                  </a:moveTo>
                  <a:cubicBezTo>
                    <a:pt x="761" y="1"/>
                    <a:pt x="208" y="104"/>
                    <a:pt x="109" y="799"/>
                  </a:cubicBezTo>
                  <a:cubicBezTo>
                    <a:pt x="0" y="1691"/>
                    <a:pt x="1850" y="1800"/>
                    <a:pt x="2763" y="1800"/>
                  </a:cubicBezTo>
                  <a:cubicBezTo>
                    <a:pt x="3677" y="1800"/>
                    <a:pt x="6332" y="1561"/>
                    <a:pt x="6332" y="1561"/>
                  </a:cubicBezTo>
                  <a:lnTo>
                    <a:pt x="6397" y="560"/>
                  </a:lnTo>
                  <a:cubicBezTo>
                    <a:pt x="6397" y="560"/>
                    <a:pt x="1676" y="16"/>
                    <a:pt x="1414" y="16"/>
                  </a:cubicBezTo>
                  <a:cubicBezTo>
                    <a:pt x="1352" y="11"/>
                    <a:pt x="1252" y="1"/>
                    <a:pt x="1135"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7" name="Google Shape;1187;g39181ba8852_1_1397"/>
            <p:cNvSpPr/>
            <p:nvPr/>
          </p:nvSpPr>
          <p:spPr>
            <a:xfrm flipH="1">
              <a:off x="5940375" y="3708098"/>
              <a:ext cx="77456" cy="26492"/>
            </a:xfrm>
            <a:custGeom>
              <a:rect b="b" l="l" r="r" t="t"/>
              <a:pathLst>
                <a:path extrusionOk="0" h="328" w="959">
                  <a:moveTo>
                    <a:pt x="153" y="1"/>
                  </a:moveTo>
                  <a:cubicBezTo>
                    <a:pt x="66" y="1"/>
                    <a:pt x="1" y="66"/>
                    <a:pt x="1" y="153"/>
                  </a:cubicBezTo>
                  <a:cubicBezTo>
                    <a:pt x="1" y="240"/>
                    <a:pt x="66" y="306"/>
                    <a:pt x="131" y="306"/>
                  </a:cubicBezTo>
                  <a:lnTo>
                    <a:pt x="784" y="327"/>
                  </a:lnTo>
                  <a:cubicBezTo>
                    <a:pt x="871" y="327"/>
                    <a:pt x="936" y="262"/>
                    <a:pt x="936" y="175"/>
                  </a:cubicBezTo>
                  <a:cubicBezTo>
                    <a:pt x="958" y="88"/>
                    <a:pt x="871" y="23"/>
                    <a:pt x="806" y="23"/>
                  </a:cubicBezTo>
                  <a:lnTo>
                    <a:pt x="153" y="1"/>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8" name="Google Shape;1188;g39181ba8852_1_1397"/>
            <p:cNvSpPr/>
            <p:nvPr/>
          </p:nvSpPr>
          <p:spPr>
            <a:xfrm flipH="1">
              <a:off x="5940375" y="3685322"/>
              <a:ext cx="77456" cy="26411"/>
            </a:xfrm>
            <a:custGeom>
              <a:rect b="b" l="l" r="r" t="t"/>
              <a:pathLst>
                <a:path extrusionOk="0" h="327" w="959">
                  <a:moveTo>
                    <a:pt x="175" y="0"/>
                  </a:moveTo>
                  <a:cubicBezTo>
                    <a:pt x="88" y="0"/>
                    <a:pt x="22" y="65"/>
                    <a:pt x="1" y="152"/>
                  </a:cubicBezTo>
                  <a:cubicBezTo>
                    <a:pt x="1" y="239"/>
                    <a:pt x="66" y="305"/>
                    <a:pt x="153" y="305"/>
                  </a:cubicBezTo>
                  <a:lnTo>
                    <a:pt x="806" y="327"/>
                  </a:lnTo>
                  <a:cubicBezTo>
                    <a:pt x="893" y="327"/>
                    <a:pt x="958" y="261"/>
                    <a:pt x="958" y="174"/>
                  </a:cubicBezTo>
                  <a:cubicBezTo>
                    <a:pt x="958" y="87"/>
                    <a:pt x="893" y="22"/>
                    <a:pt x="806" y="22"/>
                  </a:cubicBezTo>
                  <a:lnTo>
                    <a:pt x="175"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89" name="Google Shape;1189;g39181ba8852_1_1397"/>
            <p:cNvSpPr/>
            <p:nvPr/>
          </p:nvSpPr>
          <p:spPr>
            <a:xfrm flipH="1">
              <a:off x="5940375" y="3664242"/>
              <a:ext cx="77456" cy="26411"/>
            </a:xfrm>
            <a:custGeom>
              <a:rect b="b" l="l" r="r" t="t"/>
              <a:pathLst>
                <a:path extrusionOk="0" h="327" w="959">
                  <a:moveTo>
                    <a:pt x="153" y="0"/>
                  </a:moveTo>
                  <a:cubicBezTo>
                    <a:pt x="66" y="0"/>
                    <a:pt x="1" y="65"/>
                    <a:pt x="1" y="152"/>
                  </a:cubicBezTo>
                  <a:cubicBezTo>
                    <a:pt x="1" y="218"/>
                    <a:pt x="66" y="305"/>
                    <a:pt x="153" y="305"/>
                  </a:cubicBezTo>
                  <a:lnTo>
                    <a:pt x="806" y="326"/>
                  </a:lnTo>
                  <a:cubicBezTo>
                    <a:pt x="893" y="326"/>
                    <a:pt x="958" y="261"/>
                    <a:pt x="958" y="174"/>
                  </a:cubicBezTo>
                  <a:cubicBezTo>
                    <a:pt x="958" y="87"/>
                    <a:pt x="893" y="22"/>
                    <a:pt x="806" y="22"/>
                  </a:cubicBezTo>
                  <a:lnTo>
                    <a:pt x="153"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0" name="Google Shape;1190;g39181ba8852_1_1397"/>
            <p:cNvSpPr/>
            <p:nvPr/>
          </p:nvSpPr>
          <p:spPr>
            <a:xfrm flipH="1">
              <a:off x="5947399" y="3653500"/>
              <a:ext cx="179385" cy="114609"/>
            </a:xfrm>
            <a:custGeom>
              <a:rect b="b" l="l" r="r" t="t"/>
              <a:pathLst>
                <a:path extrusionOk="0" h="1419" w="2221">
                  <a:moveTo>
                    <a:pt x="1255" y="1"/>
                  </a:moveTo>
                  <a:cubicBezTo>
                    <a:pt x="1241" y="1"/>
                    <a:pt x="1229" y="1"/>
                    <a:pt x="1219" y="2"/>
                  </a:cubicBezTo>
                  <a:cubicBezTo>
                    <a:pt x="1002" y="24"/>
                    <a:pt x="1" y="438"/>
                    <a:pt x="1" y="438"/>
                  </a:cubicBezTo>
                  <a:lnTo>
                    <a:pt x="436" y="1286"/>
                  </a:lnTo>
                  <a:cubicBezTo>
                    <a:pt x="436" y="1286"/>
                    <a:pt x="740" y="1395"/>
                    <a:pt x="1089" y="1417"/>
                  </a:cubicBezTo>
                  <a:cubicBezTo>
                    <a:pt x="1110" y="1418"/>
                    <a:pt x="1134" y="1419"/>
                    <a:pt x="1159" y="1419"/>
                  </a:cubicBezTo>
                  <a:cubicBezTo>
                    <a:pt x="1505" y="1419"/>
                    <a:pt x="2111" y="1286"/>
                    <a:pt x="2111" y="1286"/>
                  </a:cubicBezTo>
                  <a:cubicBezTo>
                    <a:pt x="2111" y="1286"/>
                    <a:pt x="2002" y="808"/>
                    <a:pt x="1981" y="612"/>
                  </a:cubicBezTo>
                  <a:cubicBezTo>
                    <a:pt x="1959" y="438"/>
                    <a:pt x="2220" y="177"/>
                    <a:pt x="2220" y="177"/>
                  </a:cubicBezTo>
                  <a:cubicBezTo>
                    <a:pt x="2220" y="177"/>
                    <a:pt x="1498" y="1"/>
                    <a:pt x="125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1" name="Google Shape;1191;g39181ba8852_1_1397"/>
            <p:cNvSpPr/>
            <p:nvPr/>
          </p:nvSpPr>
          <p:spPr>
            <a:xfrm flipH="1">
              <a:off x="6088015" y="3664242"/>
              <a:ext cx="73902" cy="98456"/>
            </a:xfrm>
            <a:custGeom>
              <a:rect b="b" l="l" r="r" t="t"/>
              <a:pathLst>
                <a:path extrusionOk="0" h="1219" w="915">
                  <a:moveTo>
                    <a:pt x="22" y="0"/>
                  </a:moveTo>
                  <a:lnTo>
                    <a:pt x="1" y="1218"/>
                  </a:lnTo>
                  <a:lnTo>
                    <a:pt x="893" y="1218"/>
                  </a:lnTo>
                  <a:lnTo>
                    <a:pt x="914"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2" name="Google Shape;1192;g39181ba8852_1_1397"/>
            <p:cNvSpPr/>
            <p:nvPr/>
          </p:nvSpPr>
          <p:spPr>
            <a:xfrm flipH="1" rot="-5400000">
              <a:off x="5755327" y="3533810"/>
              <a:ext cx="116063" cy="96679"/>
            </a:xfrm>
            <a:custGeom>
              <a:rect b="b" l="l" r="r" t="t"/>
              <a:pathLst>
                <a:path extrusionOk="0" h="1197" w="1437">
                  <a:moveTo>
                    <a:pt x="1197" y="0"/>
                  </a:moveTo>
                  <a:lnTo>
                    <a:pt x="1" y="326"/>
                  </a:lnTo>
                  <a:lnTo>
                    <a:pt x="262" y="1197"/>
                  </a:lnTo>
                  <a:lnTo>
                    <a:pt x="1437" y="849"/>
                  </a:lnTo>
                  <a:lnTo>
                    <a:pt x="1197"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3" name="Google Shape;1193;g39181ba8852_1_1397"/>
            <p:cNvSpPr/>
            <p:nvPr/>
          </p:nvSpPr>
          <p:spPr>
            <a:xfrm flipH="1">
              <a:off x="6646835" y="4309158"/>
              <a:ext cx="98536" cy="701223"/>
            </a:xfrm>
            <a:custGeom>
              <a:rect b="b" l="l" r="r" t="t"/>
              <a:pathLst>
                <a:path extrusionOk="0" h="8682" w="1220">
                  <a:moveTo>
                    <a:pt x="1" y="0"/>
                  </a:moveTo>
                  <a:lnTo>
                    <a:pt x="1" y="8682"/>
                  </a:lnTo>
                  <a:lnTo>
                    <a:pt x="1219" y="8682"/>
                  </a:lnTo>
                  <a:lnTo>
                    <a:pt x="1219"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4" name="Google Shape;1194;g39181ba8852_1_1397"/>
            <p:cNvSpPr/>
            <p:nvPr/>
          </p:nvSpPr>
          <p:spPr>
            <a:xfrm flipH="1">
              <a:off x="6931536" y="4121135"/>
              <a:ext cx="54599" cy="195134"/>
            </a:xfrm>
            <a:custGeom>
              <a:rect b="b" l="l" r="r" t="t"/>
              <a:pathLst>
                <a:path extrusionOk="0" h="2416" w="676">
                  <a:moveTo>
                    <a:pt x="1" y="0"/>
                  </a:moveTo>
                  <a:lnTo>
                    <a:pt x="1" y="2415"/>
                  </a:lnTo>
                  <a:lnTo>
                    <a:pt x="675" y="2415"/>
                  </a:lnTo>
                  <a:lnTo>
                    <a:pt x="675"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5" name="Google Shape;1195;g39181ba8852_1_1397"/>
            <p:cNvSpPr/>
            <p:nvPr/>
          </p:nvSpPr>
          <p:spPr>
            <a:xfrm flipH="1">
              <a:off x="6335795" y="4235338"/>
              <a:ext cx="650340" cy="142393"/>
            </a:xfrm>
            <a:custGeom>
              <a:rect b="b" l="l" r="r" t="t"/>
              <a:pathLst>
                <a:path extrusionOk="0" h="1763" w="8052">
                  <a:moveTo>
                    <a:pt x="632" y="0"/>
                  </a:moveTo>
                  <a:cubicBezTo>
                    <a:pt x="284" y="0"/>
                    <a:pt x="1" y="283"/>
                    <a:pt x="1" y="631"/>
                  </a:cubicBezTo>
                  <a:lnTo>
                    <a:pt x="1" y="1132"/>
                  </a:lnTo>
                  <a:cubicBezTo>
                    <a:pt x="1" y="1480"/>
                    <a:pt x="284" y="1763"/>
                    <a:pt x="632" y="1763"/>
                  </a:cubicBezTo>
                  <a:lnTo>
                    <a:pt x="7421" y="1763"/>
                  </a:lnTo>
                  <a:cubicBezTo>
                    <a:pt x="7769" y="1763"/>
                    <a:pt x="8051" y="1480"/>
                    <a:pt x="8051" y="1132"/>
                  </a:cubicBezTo>
                  <a:lnTo>
                    <a:pt x="8051" y="631"/>
                  </a:lnTo>
                  <a:cubicBezTo>
                    <a:pt x="8051" y="283"/>
                    <a:pt x="7769" y="0"/>
                    <a:pt x="742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6" name="Google Shape;1196;g39181ba8852_1_1397"/>
            <p:cNvSpPr/>
            <p:nvPr/>
          </p:nvSpPr>
          <p:spPr>
            <a:xfrm flipH="1">
              <a:off x="6917480" y="3319291"/>
              <a:ext cx="198688" cy="865343"/>
            </a:xfrm>
            <a:custGeom>
              <a:rect b="b" l="l" r="r" t="t"/>
              <a:pathLst>
                <a:path extrusionOk="0" h="10714" w="2460">
                  <a:moveTo>
                    <a:pt x="775" y="1"/>
                  </a:moveTo>
                  <a:cubicBezTo>
                    <a:pt x="749" y="1"/>
                    <a:pt x="723" y="3"/>
                    <a:pt x="697" y="6"/>
                  </a:cubicBezTo>
                  <a:lnTo>
                    <a:pt x="501" y="28"/>
                  </a:lnTo>
                  <a:cubicBezTo>
                    <a:pt x="218" y="72"/>
                    <a:pt x="1" y="333"/>
                    <a:pt x="44" y="616"/>
                  </a:cubicBezTo>
                  <a:lnTo>
                    <a:pt x="1176" y="10233"/>
                  </a:lnTo>
                  <a:cubicBezTo>
                    <a:pt x="1196" y="10522"/>
                    <a:pt x="1452" y="10713"/>
                    <a:pt x="1720" y="10713"/>
                  </a:cubicBezTo>
                  <a:cubicBezTo>
                    <a:pt x="1735" y="10713"/>
                    <a:pt x="1749" y="10713"/>
                    <a:pt x="1763" y="10711"/>
                  </a:cubicBezTo>
                  <a:lnTo>
                    <a:pt x="1959" y="10690"/>
                  </a:lnTo>
                  <a:cubicBezTo>
                    <a:pt x="2264" y="10646"/>
                    <a:pt x="2460" y="10385"/>
                    <a:pt x="2438" y="10080"/>
                  </a:cubicBezTo>
                  <a:lnTo>
                    <a:pt x="1306" y="463"/>
                  </a:lnTo>
                  <a:cubicBezTo>
                    <a:pt x="1267" y="205"/>
                    <a:pt x="1045" y="1"/>
                    <a:pt x="775"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7" name="Google Shape;1197;g39181ba8852_1_1397"/>
            <p:cNvSpPr/>
            <p:nvPr/>
          </p:nvSpPr>
          <p:spPr>
            <a:xfrm flipH="1">
              <a:off x="6938562" y="3344086"/>
              <a:ext cx="124867" cy="798468"/>
            </a:xfrm>
            <a:custGeom>
              <a:rect b="b" l="l" r="r" t="t"/>
              <a:pathLst>
                <a:path extrusionOk="0" h="9886" w="1546">
                  <a:moveTo>
                    <a:pt x="230" y="1"/>
                  </a:moveTo>
                  <a:cubicBezTo>
                    <a:pt x="219" y="1"/>
                    <a:pt x="208" y="2"/>
                    <a:pt x="196" y="4"/>
                  </a:cubicBezTo>
                  <a:cubicBezTo>
                    <a:pt x="88" y="26"/>
                    <a:pt x="1" y="113"/>
                    <a:pt x="22" y="222"/>
                  </a:cubicBezTo>
                  <a:lnTo>
                    <a:pt x="1132" y="9708"/>
                  </a:lnTo>
                  <a:cubicBezTo>
                    <a:pt x="1152" y="9806"/>
                    <a:pt x="1223" y="9886"/>
                    <a:pt x="1332" y="9886"/>
                  </a:cubicBezTo>
                  <a:cubicBezTo>
                    <a:pt x="1345" y="9886"/>
                    <a:pt x="1358" y="9885"/>
                    <a:pt x="1371" y="9882"/>
                  </a:cubicBezTo>
                  <a:cubicBezTo>
                    <a:pt x="1480" y="9882"/>
                    <a:pt x="1545" y="9773"/>
                    <a:pt x="1545" y="9665"/>
                  </a:cubicBezTo>
                  <a:lnTo>
                    <a:pt x="436" y="178"/>
                  </a:lnTo>
                  <a:cubicBezTo>
                    <a:pt x="416" y="81"/>
                    <a:pt x="327" y="1"/>
                    <a:pt x="230"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8" name="Google Shape;1198;g39181ba8852_1_1397"/>
            <p:cNvSpPr/>
            <p:nvPr/>
          </p:nvSpPr>
          <p:spPr>
            <a:xfrm flipH="1">
              <a:off x="6384991" y="5033144"/>
              <a:ext cx="116063" cy="116063"/>
            </a:xfrm>
            <a:custGeom>
              <a:rect b="b" l="l" r="r" t="t"/>
              <a:pathLst>
                <a:path extrusionOk="0" h="1437" w="1437">
                  <a:moveTo>
                    <a:pt x="718" y="1"/>
                  </a:moveTo>
                  <a:cubicBezTo>
                    <a:pt x="327" y="1"/>
                    <a:pt x="0" y="327"/>
                    <a:pt x="0" y="719"/>
                  </a:cubicBezTo>
                  <a:cubicBezTo>
                    <a:pt x="0" y="1110"/>
                    <a:pt x="327" y="1437"/>
                    <a:pt x="718" y="1437"/>
                  </a:cubicBezTo>
                  <a:cubicBezTo>
                    <a:pt x="1110" y="1437"/>
                    <a:pt x="1436" y="1110"/>
                    <a:pt x="1436" y="719"/>
                  </a:cubicBezTo>
                  <a:cubicBezTo>
                    <a:pt x="1436" y="327"/>
                    <a:pt x="1110" y="1"/>
                    <a:pt x="71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199" name="Google Shape;1199;g39181ba8852_1_1397"/>
            <p:cNvSpPr/>
            <p:nvPr/>
          </p:nvSpPr>
          <p:spPr>
            <a:xfrm flipH="1">
              <a:off x="6905205" y="5033144"/>
              <a:ext cx="114286" cy="116063"/>
            </a:xfrm>
            <a:custGeom>
              <a:rect b="b" l="l" r="r" t="t"/>
              <a:pathLst>
                <a:path extrusionOk="0" h="1437" w="1415">
                  <a:moveTo>
                    <a:pt x="697" y="1"/>
                  </a:moveTo>
                  <a:cubicBezTo>
                    <a:pt x="305" y="1"/>
                    <a:pt x="1" y="327"/>
                    <a:pt x="1" y="719"/>
                  </a:cubicBezTo>
                  <a:cubicBezTo>
                    <a:pt x="1" y="1110"/>
                    <a:pt x="305" y="1437"/>
                    <a:pt x="697" y="1437"/>
                  </a:cubicBezTo>
                  <a:cubicBezTo>
                    <a:pt x="1088" y="1437"/>
                    <a:pt x="1415" y="1110"/>
                    <a:pt x="1415" y="719"/>
                  </a:cubicBezTo>
                  <a:cubicBezTo>
                    <a:pt x="1415" y="327"/>
                    <a:pt x="1088" y="1"/>
                    <a:pt x="69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0" name="Google Shape;1200;g39181ba8852_1_1397"/>
            <p:cNvSpPr/>
            <p:nvPr/>
          </p:nvSpPr>
          <p:spPr>
            <a:xfrm flipH="1">
              <a:off x="6353401" y="5010287"/>
              <a:ext cx="685393" cy="47572"/>
            </a:xfrm>
            <a:custGeom>
              <a:rect b="b" l="l" r="r" t="t"/>
              <a:pathLst>
                <a:path extrusionOk="0" h="589" w="8486">
                  <a:moveTo>
                    <a:pt x="609" y="1"/>
                  </a:moveTo>
                  <a:cubicBezTo>
                    <a:pt x="261" y="1"/>
                    <a:pt x="0" y="262"/>
                    <a:pt x="0" y="588"/>
                  </a:cubicBezTo>
                  <a:lnTo>
                    <a:pt x="8486" y="588"/>
                  </a:lnTo>
                  <a:cubicBezTo>
                    <a:pt x="8486" y="262"/>
                    <a:pt x="8203" y="1"/>
                    <a:pt x="787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1" name="Google Shape;1201;g39181ba8852_1_1397"/>
            <p:cNvSpPr/>
            <p:nvPr/>
          </p:nvSpPr>
          <p:spPr>
            <a:xfrm flipH="1">
              <a:off x="6704826" y="4370621"/>
              <a:ext cx="24715" cy="639759"/>
            </a:xfrm>
            <a:custGeom>
              <a:rect b="b" l="l" r="r" t="t"/>
              <a:pathLst>
                <a:path extrusionOk="0" h="7921" w="306">
                  <a:moveTo>
                    <a:pt x="1" y="1"/>
                  </a:moveTo>
                  <a:lnTo>
                    <a:pt x="1" y="7921"/>
                  </a:lnTo>
                  <a:lnTo>
                    <a:pt x="305" y="7921"/>
                  </a:lnTo>
                  <a:lnTo>
                    <a:pt x="305"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2" name="Google Shape;1202;g39181ba8852_1_1397"/>
            <p:cNvSpPr/>
            <p:nvPr/>
          </p:nvSpPr>
          <p:spPr>
            <a:xfrm flipH="1">
              <a:off x="5940375" y="3730961"/>
              <a:ext cx="77456" cy="26492"/>
            </a:xfrm>
            <a:custGeom>
              <a:rect b="b" l="l" r="r" t="t"/>
              <a:pathLst>
                <a:path extrusionOk="0" h="328" w="959">
                  <a:moveTo>
                    <a:pt x="153" y="1"/>
                  </a:moveTo>
                  <a:cubicBezTo>
                    <a:pt x="66" y="1"/>
                    <a:pt x="1" y="66"/>
                    <a:pt x="1" y="153"/>
                  </a:cubicBezTo>
                  <a:cubicBezTo>
                    <a:pt x="1" y="240"/>
                    <a:pt x="66" y="306"/>
                    <a:pt x="131" y="306"/>
                  </a:cubicBezTo>
                  <a:lnTo>
                    <a:pt x="784" y="327"/>
                  </a:lnTo>
                  <a:cubicBezTo>
                    <a:pt x="871" y="327"/>
                    <a:pt x="936" y="262"/>
                    <a:pt x="936" y="175"/>
                  </a:cubicBezTo>
                  <a:cubicBezTo>
                    <a:pt x="958" y="88"/>
                    <a:pt x="871" y="23"/>
                    <a:pt x="806" y="23"/>
                  </a:cubicBezTo>
                  <a:lnTo>
                    <a:pt x="153" y="1"/>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03" name="Google Shape;1203;g39181ba8852_1_1397"/>
          <p:cNvGrpSpPr/>
          <p:nvPr/>
        </p:nvGrpSpPr>
        <p:grpSpPr>
          <a:xfrm>
            <a:off x="4759324" y="3617438"/>
            <a:ext cx="1457417" cy="3234975"/>
            <a:chOff x="3685460" y="2686571"/>
            <a:chExt cx="1093090" cy="2426292"/>
          </a:xfrm>
        </p:grpSpPr>
        <p:sp>
          <p:nvSpPr>
            <p:cNvPr id="1204" name="Google Shape;1204;g39181ba8852_1_1397"/>
            <p:cNvSpPr/>
            <p:nvPr/>
          </p:nvSpPr>
          <p:spPr>
            <a:xfrm>
              <a:off x="4165211" y="3291669"/>
              <a:ext cx="321697" cy="1339125"/>
            </a:xfrm>
            <a:custGeom>
              <a:rect b="b" l="l" r="r" t="t"/>
              <a:pathLst>
                <a:path extrusionOk="0" h="16580" w="3983">
                  <a:moveTo>
                    <a:pt x="2394" y="0"/>
                  </a:moveTo>
                  <a:cubicBezTo>
                    <a:pt x="2394" y="0"/>
                    <a:pt x="1806" y="1436"/>
                    <a:pt x="1567" y="2415"/>
                  </a:cubicBezTo>
                  <a:cubicBezTo>
                    <a:pt x="1328" y="3373"/>
                    <a:pt x="1045" y="8399"/>
                    <a:pt x="979" y="8856"/>
                  </a:cubicBezTo>
                  <a:cubicBezTo>
                    <a:pt x="892" y="9335"/>
                    <a:pt x="588" y="10771"/>
                    <a:pt x="370" y="12185"/>
                  </a:cubicBezTo>
                  <a:cubicBezTo>
                    <a:pt x="131" y="13621"/>
                    <a:pt x="0" y="16471"/>
                    <a:pt x="0" y="16471"/>
                  </a:cubicBezTo>
                  <a:lnTo>
                    <a:pt x="610" y="16580"/>
                  </a:lnTo>
                  <a:cubicBezTo>
                    <a:pt x="653" y="16254"/>
                    <a:pt x="1784" y="9574"/>
                    <a:pt x="1806" y="9335"/>
                  </a:cubicBezTo>
                  <a:cubicBezTo>
                    <a:pt x="1850" y="9095"/>
                    <a:pt x="2307" y="4722"/>
                    <a:pt x="2459" y="4091"/>
                  </a:cubicBezTo>
                  <a:cubicBezTo>
                    <a:pt x="2611" y="3438"/>
                    <a:pt x="3982" y="44"/>
                    <a:pt x="3982" y="44"/>
                  </a:cubicBezTo>
                  <a:lnTo>
                    <a:pt x="2394" y="0"/>
                  </a:lnTo>
                  <a:close/>
                </a:path>
              </a:pathLst>
            </a:custGeom>
            <a:solidFill>
              <a:srgbClr val="00866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5" name="Google Shape;1205;g39181ba8852_1_1397"/>
            <p:cNvSpPr/>
            <p:nvPr/>
          </p:nvSpPr>
          <p:spPr>
            <a:xfrm>
              <a:off x="4123051" y="4210704"/>
              <a:ext cx="98456" cy="699527"/>
            </a:xfrm>
            <a:custGeom>
              <a:rect b="b" l="l" r="r" t="t"/>
              <a:pathLst>
                <a:path extrusionOk="0" h="8661" w="1219">
                  <a:moveTo>
                    <a:pt x="0" y="1"/>
                  </a:moveTo>
                  <a:lnTo>
                    <a:pt x="0" y="8661"/>
                  </a:lnTo>
                  <a:lnTo>
                    <a:pt x="1219" y="8661"/>
                  </a:lnTo>
                  <a:lnTo>
                    <a:pt x="1219"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6" name="Google Shape;1206;g39181ba8852_1_1397"/>
            <p:cNvSpPr/>
            <p:nvPr/>
          </p:nvSpPr>
          <p:spPr>
            <a:xfrm>
              <a:off x="4367287" y="4934771"/>
              <a:ext cx="114286" cy="114286"/>
            </a:xfrm>
            <a:custGeom>
              <a:rect b="b" l="l" r="r" t="t"/>
              <a:pathLst>
                <a:path extrusionOk="0" h="1415" w="1415">
                  <a:moveTo>
                    <a:pt x="718" y="0"/>
                  </a:moveTo>
                  <a:cubicBezTo>
                    <a:pt x="327" y="0"/>
                    <a:pt x="0" y="327"/>
                    <a:pt x="0" y="718"/>
                  </a:cubicBezTo>
                  <a:cubicBezTo>
                    <a:pt x="0" y="1110"/>
                    <a:pt x="327" y="1414"/>
                    <a:pt x="718" y="1414"/>
                  </a:cubicBezTo>
                  <a:cubicBezTo>
                    <a:pt x="1110" y="1414"/>
                    <a:pt x="1415" y="1110"/>
                    <a:pt x="1415" y="718"/>
                  </a:cubicBezTo>
                  <a:cubicBezTo>
                    <a:pt x="1415" y="327"/>
                    <a:pt x="1110" y="0"/>
                    <a:pt x="71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7" name="Google Shape;1207;g39181ba8852_1_1397"/>
            <p:cNvSpPr/>
            <p:nvPr/>
          </p:nvSpPr>
          <p:spPr>
            <a:xfrm>
              <a:off x="3847154" y="4934771"/>
              <a:ext cx="116063" cy="114286"/>
            </a:xfrm>
            <a:custGeom>
              <a:rect b="b" l="l" r="r" t="t"/>
              <a:pathLst>
                <a:path extrusionOk="0" h="1415" w="1437">
                  <a:moveTo>
                    <a:pt x="718" y="0"/>
                  </a:moveTo>
                  <a:cubicBezTo>
                    <a:pt x="326" y="0"/>
                    <a:pt x="0" y="327"/>
                    <a:pt x="0" y="718"/>
                  </a:cubicBezTo>
                  <a:cubicBezTo>
                    <a:pt x="0" y="1110"/>
                    <a:pt x="326" y="1414"/>
                    <a:pt x="718" y="1414"/>
                  </a:cubicBezTo>
                  <a:cubicBezTo>
                    <a:pt x="1110" y="1414"/>
                    <a:pt x="1436" y="1110"/>
                    <a:pt x="1436" y="718"/>
                  </a:cubicBezTo>
                  <a:cubicBezTo>
                    <a:pt x="1436" y="327"/>
                    <a:pt x="1110" y="0"/>
                    <a:pt x="71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8" name="Google Shape;1208;g39181ba8852_1_1397"/>
            <p:cNvSpPr/>
            <p:nvPr/>
          </p:nvSpPr>
          <p:spPr>
            <a:xfrm>
              <a:off x="3829547" y="4910137"/>
              <a:ext cx="683697" cy="49268"/>
            </a:xfrm>
            <a:custGeom>
              <a:rect b="b" l="l" r="r" t="t"/>
              <a:pathLst>
                <a:path extrusionOk="0" h="610" w="8465">
                  <a:moveTo>
                    <a:pt x="588" y="1"/>
                  </a:moveTo>
                  <a:cubicBezTo>
                    <a:pt x="262" y="1"/>
                    <a:pt x="0" y="283"/>
                    <a:pt x="0" y="610"/>
                  </a:cubicBezTo>
                  <a:lnTo>
                    <a:pt x="8464" y="610"/>
                  </a:lnTo>
                  <a:cubicBezTo>
                    <a:pt x="8464" y="283"/>
                    <a:pt x="8203" y="1"/>
                    <a:pt x="787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09" name="Google Shape;1209;g39181ba8852_1_1397"/>
            <p:cNvSpPr/>
            <p:nvPr/>
          </p:nvSpPr>
          <p:spPr>
            <a:xfrm>
              <a:off x="4138800" y="4272248"/>
              <a:ext cx="24715" cy="637982"/>
            </a:xfrm>
            <a:custGeom>
              <a:rect b="b" l="l" r="r" t="t"/>
              <a:pathLst>
                <a:path extrusionOk="0" h="7899" w="306">
                  <a:moveTo>
                    <a:pt x="1" y="0"/>
                  </a:moveTo>
                  <a:lnTo>
                    <a:pt x="1" y="7899"/>
                  </a:lnTo>
                  <a:lnTo>
                    <a:pt x="306" y="7899"/>
                  </a:lnTo>
                  <a:lnTo>
                    <a:pt x="306"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0" name="Google Shape;1210;g39181ba8852_1_1397"/>
            <p:cNvSpPr/>
            <p:nvPr/>
          </p:nvSpPr>
          <p:spPr>
            <a:xfrm>
              <a:off x="3794414" y="4143992"/>
              <a:ext cx="755741" cy="140616"/>
            </a:xfrm>
            <a:custGeom>
              <a:rect b="b" l="l" r="r" t="t"/>
              <a:pathLst>
                <a:path extrusionOk="0" h="1741" w="9357">
                  <a:moveTo>
                    <a:pt x="675" y="0"/>
                  </a:moveTo>
                  <a:cubicBezTo>
                    <a:pt x="305" y="0"/>
                    <a:pt x="0" y="305"/>
                    <a:pt x="0" y="675"/>
                  </a:cubicBezTo>
                  <a:lnTo>
                    <a:pt x="0" y="1066"/>
                  </a:lnTo>
                  <a:cubicBezTo>
                    <a:pt x="0" y="1436"/>
                    <a:pt x="305" y="1741"/>
                    <a:pt x="675" y="1741"/>
                  </a:cubicBezTo>
                  <a:lnTo>
                    <a:pt x="8660" y="1741"/>
                  </a:lnTo>
                  <a:cubicBezTo>
                    <a:pt x="9052" y="1741"/>
                    <a:pt x="9356" y="1436"/>
                    <a:pt x="9356" y="1066"/>
                  </a:cubicBezTo>
                  <a:lnTo>
                    <a:pt x="9356" y="675"/>
                  </a:lnTo>
                  <a:cubicBezTo>
                    <a:pt x="9356" y="305"/>
                    <a:pt x="9052" y="0"/>
                    <a:pt x="866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1" name="Google Shape;1211;g39181ba8852_1_1397"/>
            <p:cNvSpPr/>
            <p:nvPr/>
          </p:nvSpPr>
          <p:spPr>
            <a:xfrm>
              <a:off x="3810244" y="3194992"/>
              <a:ext cx="588795" cy="871724"/>
            </a:xfrm>
            <a:custGeom>
              <a:rect b="b" l="l" r="r" t="t"/>
              <a:pathLst>
                <a:path extrusionOk="0" h="10793" w="7290">
                  <a:moveTo>
                    <a:pt x="3634" y="1"/>
                  </a:moveTo>
                  <a:cubicBezTo>
                    <a:pt x="1632" y="1"/>
                    <a:pt x="0" y="1654"/>
                    <a:pt x="0" y="3656"/>
                  </a:cubicBezTo>
                  <a:lnTo>
                    <a:pt x="0" y="9139"/>
                  </a:lnTo>
                  <a:cubicBezTo>
                    <a:pt x="0" y="10053"/>
                    <a:pt x="740" y="10793"/>
                    <a:pt x="1654" y="10793"/>
                  </a:cubicBezTo>
                  <a:lnTo>
                    <a:pt x="5614" y="10793"/>
                  </a:lnTo>
                  <a:cubicBezTo>
                    <a:pt x="6528" y="10793"/>
                    <a:pt x="7289" y="10053"/>
                    <a:pt x="7289" y="9139"/>
                  </a:cubicBezTo>
                  <a:lnTo>
                    <a:pt x="7289" y="3656"/>
                  </a:lnTo>
                  <a:cubicBezTo>
                    <a:pt x="7289" y="1654"/>
                    <a:pt x="5635" y="1"/>
                    <a:pt x="36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2" name="Google Shape;1212;g39181ba8852_1_1397"/>
            <p:cNvSpPr/>
            <p:nvPr/>
          </p:nvSpPr>
          <p:spPr>
            <a:xfrm>
              <a:off x="3915643" y="3251205"/>
              <a:ext cx="458759" cy="769795"/>
            </a:xfrm>
            <a:custGeom>
              <a:rect b="b" l="l" r="r" t="t"/>
              <a:pathLst>
                <a:path extrusionOk="0" h="9531" w="5680">
                  <a:moveTo>
                    <a:pt x="2829" y="1"/>
                  </a:moveTo>
                  <a:cubicBezTo>
                    <a:pt x="1263" y="1"/>
                    <a:pt x="1" y="1285"/>
                    <a:pt x="1" y="2851"/>
                  </a:cubicBezTo>
                  <a:lnTo>
                    <a:pt x="1" y="8225"/>
                  </a:lnTo>
                  <a:cubicBezTo>
                    <a:pt x="1" y="8943"/>
                    <a:pt x="566" y="9531"/>
                    <a:pt x="1284" y="9531"/>
                  </a:cubicBezTo>
                  <a:lnTo>
                    <a:pt x="4374" y="9531"/>
                  </a:lnTo>
                  <a:cubicBezTo>
                    <a:pt x="5092" y="9531"/>
                    <a:pt x="5679" y="8943"/>
                    <a:pt x="5679" y="8225"/>
                  </a:cubicBezTo>
                  <a:lnTo>
                    <a:pt x="5679" y="2851"/>
                  </a:lnTo>
                  <a:cubicBezTo>
                    <a:pt x="5679" y="1285"/>
                    <a:pt x="4396" y="1"/>
                    <a:pt x="282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3" name="Google Shape;1213;g39181ba8852_1_1397"/>
            <p:cNvSpPr/>
            <p:nvPr/>
          </p:nvSpPr>
          <p:spPr>
            <a:xfrm>
              <a:off x="3956107" y="2791405"/>
              <a:ext cx="219688" cy="339547"/>
            </a:xfrm>
            <a:custGeom>
              <a:rect b="b" l="l" r="r" t="t"/>
              <a:pathLst>
                <a:path extrusionOk="0" h="4204" w="2720">
                  <a:moveTo>
                    <a:pt x="1093" y="1"/>
                  </a:moveTo>
                  <a:cubicBezTo>
                    <a:pt x="927" y="1"/>
                    <a:pt x="752" y="62"/>
                    <a:pt x="588" y="233"/>
                  </a:cubicBezTo>
                  <a:cubicBezTo>
                    <a:pt x="0" y="820"/>
                    <a:pt x="196" y="1908"/>
                    <a:pt x="566" y="2213"/>
                  </a:cubicBezTo>
                  <a:cubicBezTo>
                    <a:pt x="914" y="2517"/>
                    <a:pt x="1654" y="3953"/>
                    <a:pt x="1567" y="3997"/>
                  </a:cubicBezTo>
                  <a:cubicBezTo>
                    <a:pt x="1471" y="4016"/>
                    <a:pt x="1594" y="4204"/>
                    <a:pt x="1789" y="4204"/>
                  </a:cubicBezTo>
                  <a:cubicBezTo>
                    <a:pt x="1815" y="4204"/>
                    <a:pt x="1843" y="4200"/>
                    <a:pt x="1871" y="4193"/>
                  </a:cubicBezTo>
                  <a:cubicBezTo>
                    <a:pt x="2089" y="4127"/>
                    <a:pt x="2720" y="3736"/>
                    <a:pt x="2393" y="3018"/>
                  </a:cubicBezTo>
                  <a:cubicBezTo>
                    <a:pt x="2045" y="2300"/>
                    <a:pt x="2154" y="1690"/>
                    <a:pt x="2154" y="1690"/>
                  </a:cubicBezTo>
                  <a:lnTo>
                    <a:pt x="1893" y="407"/>
                  </a:lnTo>
                  <a:cubicBezTo>
                    <a:pt x="1893" y="407"/>
                    <a:pt x="1521" y="1"/>
                    <a:pt x="1093"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4" name="Google Shape;1214;g39181ba8852_1_1397"/>
            <p:cNvSpPr/>
            <p:nvPr/>
          </p:nvSpPr>
          <p:spPr>
            <a:xfrm>
              <a:off x="4351457" y="3201050"/>
              <a:ext cx="328724" cy="530562"/>
            </a:xfrm>
            <a:custGeom>
              <a:rect b="b" l="l" r="r" t="t"/>
              <a:pathLst>
                <a:path extrusionOk="0" h="6569" w="4070">
                  <a:moveTo>
                    <a:pt x="1035" y="1"/>
                  </a:moveTo>
                  <a:cubicBezTo>
                    <a:pt x="1009" y="1"/>
                    <a:pt x="983" y="5"/>
                    <a:pt x="958" y="13"/>
                  </a:cubicBezTo>
                  <a:cubicBezTo>
                    <a:pt x="1" y="317"/>
                    <a:pt x="479" y="1819"/>
                    <a:pt x="1219" y="3537"/>
                  </a:cubicBezTo>
                  <a:cubicBezTo>
                    <a:pt x="2071" y="5492"/>
                    <a:pt x="2457" y="6569"/>
                    <a:pt x="3038" y="6569"/>
                  </a:cubicBezTo>
                  <a:cubicBezTo>
                    <a:pt x="3110" y="6569"/>
                    <a:pt x="3185" y="6552"/>
                    <a:pt x="3264" y="6518"/>
                  </a:cubicBezTo>
                  <a:cubicBezTo>
                    <a:pt x="4069" y="6192"/>
                    <a:pt x="3417" y="5430"/>
                    <a:pt x="2655" y="2754"/>
                  </a:cubicBezTo>
                  <a:cubicBezTo>
                    <a:pt x="2243" y="1290"/>
                    <a:pt x="1517" y="1"/>
                    <a:pt x="1035"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5" name="Google Shape;1215;g39181ba8852_1_1397"/>
            <p:cNvSpPr/>
            <p:nvPr/>
          </p:nvSpPr>
          <p:spPr>
            <a:xfrm>
              <a:off x="4191540" y="3955403"/>
              <a:ext cx="281232" cy="365473"/>
            </a:xfrm>
            <a:custGeom>
              <a:rect b="b" l="l" r="r" t="t"/>
              <a:pathLst>
                <a:path extrusionOk="0" h="4525" w="3482">
                  <a:moveTo>
                    <a:pt x="1549" y="1"/>
                  </a:moveTo>
                  <a:cubicBezTo>
                    <a:pt x="1146" y="1"/>
                    <a:pt x="794" y="50"/>
                    <a:pt x="653" y="137"/>
                  </a:cubicBezTo>
                  <a:cubicBezTo>
                    <a:pt x="196" y="464"/>
                    <a:pt x="131" y="986"/>
                    <a:pt x="66" y="1269"/>
                  </a:cubicBezTo>
                  <a:cubicBezTo>
                    <a:pt x="1" y="1552"/>
                    <a:pt x="218" y="4054"/>
                    <a:pt x="284" y="4184"/>
                  </a:cubicBezTo>
                  <a:cubicBezTo>
                    <a:pt x="378" y="4406"/>
                    <a:pt x="723" y="4525"/>
                    <a:pt x="1093" y="4525"/>
                  </a:cubicBezTo>
                  <a:cubicBezTo>
                    <a:pt x="1487" y="4525"/>
                    <a:pt x="1910" y="4389"/>
                    <a:pt x="2089" y="4097"/>
                  </a:cubicBezTo>
                  <a:cubicBezTo>
                    <a:pt x="2176" y="3967"/>
                    <a:pt x="3069" y="2683"/>
                    <a:pt x="3308" y="1791"/>
                  </a:cubicBezTo>
                  <a:cubicBezTo>
                    <a:pt x="3482" y="1138"/>
                    <a:pt x="3482" y="638"/>
                    <a:pt x="3156" y="355"/>
                  </a:cubicBezTo>
                  <a:cubicBezTo>
                    <a:pt x="2857" y="108"/>
                    <a:pt x="2147" y="1"/>
                    <a:pt x="1549"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6" name="Google Shape;1216;g39181ba8852_1_1397"/>
            <p:cNvSpPr/>
            <p:nvPr/>
          </p:nvSpPr>
          <p:spPr>
            <a:xfrm>
              <a:off x="3876956" y="3142252"/>
              <a:ext cx="611652" cy="1040447"/>
            </a:xfrm>
            <a:custGeom>
              <a:rect b="b" l="l" r="r" t="t"/>
              <a:pathLst>
                <a:path extrusionOk="0" h="12882" w="7573">
                  <a:moveTo>
                    <a:pt x="3787" y="1"/>
                  </a:moveTo>
                  <a:cubicBezTo>
                    <a:pt x="3787" y="1"/>
                    <a:pt x="2503" y="44"/>
                    <a:pt x="2046" y="175"/>
                  </a:cubicBezTo>
                  <a:cubicBezTo>
                    <a:pt x="1633" y="306"/>
                    <a:pt x="458" y="523"/>
                    <a:pt x="284" y="936"/>
                  </a:cubicBezTo>
                  <a:cubicBezTo>
                    <a:pt x="1" y="1546"/>
                    <a:pt x="1589" y="3809"/>
                    <a:pt x="1589" y="7790"/>
                  </a:cubicBezTo>
                  <a:cubicBezTo>
                    <a:pt x="1611" y="8552"/>
                    <a:pt x="219" y="10684"/>
                    <a:pt x="393" y="11424"/>
                  </a:cubicBezTo>
                  <a:cubicBezTo>
                    <a:pt x="632" y="12316"/>
                    <a:pt x="3613" y="12882"/>
                    <a:pt x="3613" y="12882"/>
                  </a:cubicBezTo>
                  <a:lnTo>
                    <a:pt x="3961" y="12882"/>
                  </a:lnTo>
                  <a:cubicBezTo>
                    <a:pt x="3961" y="12882"/>
                    <a:pt x="6942" y="12316"/>
                    <a:pt x="7159" y="11424"/>
                  </a:cubicBezTo>
                  <a:cubicBezTo>
                    <a:pt x="7355" y="10684"/>
                    <a:pt x="6006" y="8508"/>
                    <a:pt x="5941" y="7769"/>
                  </a:cubicBezTo>
                  <a:cubicBezTo>
                    <a:pt x="5680" y="5484"/>
                    <a:pt x="7573" y="1546"/>
                    <a:pt x="7290" y="936"/>
                  </a:cubicBezTo>
                  <a:cubicBezTo>
                    <a:pt x="7116" y="523"/>
                    <a:pt x="5941" y="306"/>
                    <a:pt x="5528" y="175"/>
                  </a:cubicBezTo>
                  <a:cubicBezTo>
                    <a:pt x="5071" y="44"/>
                    <a:pt x="3787" y="1"/>
                    <a:pt x="3787"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7" name="Google Shape;1217;g39181ba8852_1_1397"/>
            <p:cNvSpPr/>
            <p:nvPr/>
          </p:nvSpPr>
          <p:spPr>
            <a:xfrm>
              <a:off x="3892787" y="3955403"/>
              <a:ext cx="281313" cy="365473"/>
            </a:xfrm>
            <a:custGeom>
              <a:rect b="b" l="l" r="r" t="t"/>
              <a:pathLst>
                <a:path extrusionOk="0" h="4525" w="3483">
                  <a:moveTo>
                    <a:pt x="1934" y="1"/>
                  </a:moveTo>
                  <a:cubicBezTo>
                    <a:pt x="1336" y="1"/>
                    <a:pt x="626" y="108"/>
                    <a:pt x="327" y="355"/>
                  </a:cubicBezTo>
                  <a:cubicBezTo>
                    <a:pt x="1" y="638"/>
                    <a:pt x="1" y="1138"/>
                    <a:pt x="175" y="1791"/>
                  </a:cubicBezTo>
                  <a:cubicBezTo>
                    <a:pt x="414" y="2683"/>
                    <a:pt x="1306" y="3967"/>
                    <a:pt x="1372" y="4097"/>
                  </a:cubicBezTo>
                  <a:cubicBezTo>
                    <a:pt x="1562" y="4389"/>
                    <a:pt x="1991" y="4525"/>
                    <a:pt x="2388" y="4525"/>
                  </a:cubicBezTo>
                  <a:cubicBezTo>
                    <a:pt x="2760" y="4525"/>
                    <a:pt x="3104" y="4406"/>
                    <a:pt x="3199" y="4184"/>
                  </a:cubicBezTo>
                  <a:cubicBezTo>
                    <a:pt x="3264" y="4054"/>
                    <a:pt x="3482" y="1552"/>
                    <a:pt x="3417" y="1269"/>
                  </a:cubicBezTo>
                  <a:cubicBezTo>
                    <a:pt x="3352" y="986"/>
                    <a:pt x="3286" y="464"/>
                    <a:pt x="2829" y="137"/>
                  </a:cubicBezTo>
                  <a:cubicBezTo>
                    <a:pt x="2689" y="50"/>
                    <a:pt x="2337" y="1"/>
                    <a:pt x="1934"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8" name="Google Shape;1218;g39181ba8852_1_1397"/>
            <p:cNvSpPr/>
            <p:nvPr/>
          </p:nvSpPr>
          <p:spPr>
            <a:xfrm>
              <a:off x="4042204" y="2957783"/>
              <a:ext cx="281232" cy="198607"/>
            </a:xfrm>
            <a:custGeom>
              <a:rect b="b" l="l" r="r" t="t"/>
              <a:pathLst>
                <a:path extrusionOk="0" h="2459" w="3482">
                  <a:moveTo>
                    <a:pt x="914" y="0"/>
                  </a:moveTo>
                  <a:cubicBezTo>
                    <a:pt x="914" y="0"/>
                    <a:pt x="936" y="1284"/>
                    <a:pt x="805" y="1632"/>
                  </a:cubicBezTo>
                  <a:cubicBezTo>
                    <a:pt x="675" y="1959"/>
                    <a:pt x="0" y="2459"/>
                    <a:pt x="0" y="2459"/>
                  </a:cubicBezTo>
                  <a:lnTo>
                    <a:pt x="3482" y="2459"/>
                  </a:lnTo>
                  <a:cubicBezTo>
                    <a:pt x="3482" y="2459"/>
                    <a:pt x="2807" y="1959"/>
                    <a:pt x="2676" y="1632"/>
                  </a:cubicBezTo>
                  <a:cubicBezTo>
                    <a:pt x="2546" y="1284"/>
                    <a:pt x="2568" y="0"/>
                    <a:pt x="2568"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19" name="Google Shape;1219;g39181ba8852_1_1397"/>
            <p:cNvSpPr/>
            <p:nvPr/>
          </p:nvSpPr>
          <p:spPr>
            <a:xfrm>
              <a:off x="3941973" y="4889057"/>
              <a:ext cx="128420" cy="204342"/>
            </a:xfrm>
            <a:custGeom>
              <a:rect b="b" l="l" r="r" t="t"/>
              <a:pathLst>
                <a:path extrusionOk="0" h="2530" w="1590">
                  <a:moveTo>
                    <a:pt x="393" y="0"/>
                  </a:moveTo>
                  <a:cubicBezTo>
                    <a:pt x="393" y="0"/>
                    <a:pt x="1" y="1023"/>
                    <a:pt x="153" y="1676"/>
                  </a:cubicBezTo>
                  <a:cubicBezTo>
                    <a:pt x="175" y="1785"/>
                    <a:pt x="393" y="2437"/>
                    <a:pt x="610" y="2524"/>
                  </a:cubicBezTo>
                  <a:cubicBezTo>
                    <a:pt x="622" y="2528"/>
                    <a:pt x="634" y="2529"/>
                    <a:pt x="646" y="2529"/>
                  </a:cubicBezTo>
                  <a:cubicBezTo>
                    <a:pt x="879" y="2529"/>
                    <a:pt x="1335" y="1987"/>
                    <a:pt x="1459" y="1719"/>
                  </a:cubicBezTo>
                  <a:cubicBezTo>
                    <a:pt x="1589" y="1436"/>
                    <a:pt x="1524" y="936"/>
                    <a:pt x="1524" y="936"/>
                  </a:cubicBezTo>
                  <a:lnTo>
                    <a:pt x="393"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0" name="Google Shape;1220;g39181ba8852_1_1397"/>
            <p:cNvSpPr/>
            <p:nvPr/>
          </p:nvSpPr>
          <p:spPr>
            <a:xfrm>
              <a:off x="3982437" y="4129292"/>
              <a:ext cx="460536" cy="755338"/>
            </a:xfrm>
            <a:custGeom>
              <a:rect b="b" l="l" r="r" t="t"/>
              <a:pathLst>
                <a:path extrusionOk="0" h="9352" w="5702">
                  <a:moveTo>
                    <a:pt x="4292" y="1"/>
                  </a:moveTo>
                  <a:cubicBezTo>
                    <a:pt x="3833" y="1"/>
                    <a:pt x="3438" y="485"/>
                    <a:pt x="2785" y="1944"/>
                  </a:cubicBezTo>
                  <a:cubicBezTo>
                    <a:pt x="1937" y="3816"/>
                    <a:pt x="0" y="9016"/>
                    <a:pt x="153" y="9125"/>
                  </a:cubicBezTo>
                  <a:cubicBezTo>
                    <a:pt x="252" y="9199"/>
                    <a:pt x="514" y="9351"/>
                    <a:pt x="761" y="9351"/>
                  </a:cubicBezTo>
                  <a:cubicBezTo>
                    <a:pt x="948" y="9351"/>
                    <a:pt x="1125" y="9265"/>
                    <a:pt x="1219" y="8994"/>
                  </a:cubicBezTo>
                  <a:cubicBezTo>
                    <a:pt x="1349" y="8559"/>
                    <a:pt x="1698" y="8102"/>
                    <a:pt x="2329" y="7275"/>
                  </a:cubicBezTo>
                  <a:cubicBezTo>
                    <a:pt x="3460" y="5796"/>
                    <a:pt x="4657" y="4011"/>
                    <a:pt x="4831" y="3642"/>
                  </a:cubicBezTo>
                  <a:cubicBezTo>
                    <a:pt x="5092" y="3032"/>
                    <a:pt x="5701" y="574"/>
                    <a:pt x="4678" y="95"/>
                  </a:cubicBezTo>
                  <a:cubicBezTo>
                    <a:pt x="4541" y="35"/>
                    <a:pt x="4414" y="1"/>
                    <a:pt x="4292"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1" name="Google Shape;1221;g39181ba8852_1_1397"/>
            <p:cNvSpPr/>
            <p:nvPr/>
          </p:nvSpPr>
          <p:spPr>
            <a:xfrm>
              <a:off x="3963134" y="4820487"/>
              <a:ext cx="117759" cy="208299"/>
            </a:xfrm>
            <a:custGeom>
              <a:rect b="b" l="l" r="r" t="t"/>
              <a:pathLst>
                <a:path extrusionOk="0" h="2579" w="1458">
                  <a:moveTo>
                    <a:pt x="544" y="1"/>
                  </a:moveTo>
                  <a:cubicBezTo>
                    <a:pt x="544" y="1"/>
                    <a:pt x="348" y="393"/>
                    <a:pt x="174" y="741"/>
                  </a:cubicBezTo>
                  <a:cubicBezTo>
                    <a:pt x="0" y="1067"/>
                    <a:pt x="0" y="2307"/>
                    <a:pt x="566" y="2568"/>
                  </a:cubicBezTo>
                  <a:cubicBezTo>
                    <a:pt x="581" y="2575"/>
                    <a:pt x="598" y="2578"/>
                    <a:pt x="616" y="2578"/>
                  </a:cubicBezTo>
                  <a:cubicBezTo>
                    <a:pt x="822" y="2578"/>
                    <a:pt x="1158" y="2143"/>
                    <a:pt x="1219" y="2003"/>
                  </a:cubicBezTo>
                  <a:cubicBezTo>
                    <a:pt x="1284" y="1872"/>
                    <a:pt x="1458" y="436"/>
                    <a:pt x="1458" y="436"/>
                  </a:cubicBezTo>
                  <a:lnTo>
                    <a:pt x="544" y="1"/>
                  </a:ln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2" name="Google Shape;1222;g39181ba8852_1_1397"/>
            <p:cNvSpPr/>
            <p:nvPr/>
          </p:nvSpPr>
          <p:spPr>
            <a:xfrm>
              <a:off x="3931474" y="4095936"/>
              <a:ext cx="226795" cy="822294"/>
            </a:xfrm>
            <a:custGeom>
              <a:rect b="b" l="l" r="r" t="t"/>
              <a:pathLst>
                <a:path extrusionOk="0" h="10181" w="2808">
                  <a:moveTo>
                    <a:pt x="1812" y="0"/>
                  </a:moveTo>
                  <a:cubicBezTo>
                    <a:pt x="763" y="0"/>
                    <a:pt x="107" y="2226"/>
                    <a:pt x="44" y="2880"/>
                  </a:cubicBezTo>
                  <a:cubicBezTo>
                    <a:pt x="0" y="3249"/>
                    <a:pt x="131" y="5338"/>
                    <a:pt x="262" y="6927"/>
                  </a:cubicBezTo>
                  <a:cubicBezTo>
                    <a:pt x="370" y="8189"/>
                    <a:pt x="457" y="9146"/>
                    <a:pt x="370" y="9581"/>
                  </a:cubicBezTo>
                  <a:cubicBezTo>
                    <a:pt x="270" y="10100"/>
                    <a:pt x="684" y="10181"/>
                    <a:pt x="970" y="10181"/>
                  </a:cubicBezTo>
                  <a:cubicBezTo>
                    <a:pt x="1056" y="10181"/>
                    <a:pt x="1130" y="10174"/>
                    <a:pt x="1175" y="10169"/>
                  </a:cubicBezTo>
                  <a:cubicBezTo>
                    <a:pt x="1371" y="10169"/>
                    <a:pt x="2350" y="4686"/>
                    <a:pt x="2590" y="2640"/>
                  </a:cubicBezTo>
                  <a:cubicBezTo>
                    <a:pt x="2807" y="595"/>
                    <a:pt x="2611" y="116"/>
                    <a:pt x="1915" y="8"/>
                  </a:cubicBezTo>
                  <a:cubicBezTo>
                    <a:pt x="1880" y="3"/>
                    <a:pt x="1846" y="0"/>
                    <a:pt x="1812"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3" name="Google Shape;1223;g39181ba8852_1_1397"/>
            <p:cNvSpPr/>
            <p:nvPr/>
          </p:nvSpPr>
          <p:spPr>
            <a:xfrm>
              <a:off x="3891091" y="4948824"/>
              <a:ext cx="145866" cy="164039"/>
            </a:xfrm>
            <a:custGeom>
              <a:rect b="b" l="l" r="r" t="t"/>
              <a:pathLst>
                <a:path extrusionOk="0" h="2031" w="1806">
                  <a:moveTo>
                    <a:pt x="1806" y="0"/>
                  </a:moveTo>
                  <a:lnTo>
                    <a:pt x="348" y="174"/>
                  </a:lnTo>
                  <a:cubicBezTo>
                    <a:pt x="348" y="174"/>
                    <a:pt x="65" y="566"/>
                    <a:pt x="22" y="892"/>
                  </a:cubicBezTo>
                  <a:cubicBezTo>
                    <a:pt x="0" y="1197"/>
                    <a:pt x="109" y="1958"/>
                    <a:pt x="348" y="2024"/>
                  </a:cubicBezTo>
                  <a:cubicBezTo>
                    <a:pt x="363" y="2028"/>
                    <a:pt x="378" y="2030"/>
                    <a:pt x="395" y="2030"/>
                  </a:cubicBezTo>
                  <a:cubicBezTo>
                    <a:pt x="633" y="2030"/>
                    <a:pt x="1094" y="1628"/>
                    <a:pt x="1175" y="1567"/>
                  </a:cubicBezTo>
                  <a:cubicBezTo>
                    <a:pt x="1632" y="1088"/>
                    <a:pt x="1806" y="0"/>
                    <a:pt x="1806"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4" name="Google Shape;1224;g39181ba8852_1_1397"/>
            <p:cNvSpPr/>
            <p:nvPr/>
          </p:nvSpPr>
          <p:spPr>
            <a:xfrm>
              <a:off x="3912170" y="4860951"/>
              <a:ext cx="130116" cy="186977"/>
            </a:xfrm>
            <a:custGeom>
              <a:rect b="b" l="l" r="r" t="t"/>
              <a:pathLst>
                <a:path extrusionOk="0" h="2315" w="1611">
                  <a:moveTo>
                    <a:pt x="631" y="0"/>
                  </a:moveTo>
                  <a:cubicBezTo>
                    <a:pt x="631" y="0"/>
                    <a:pt x="44" y="1306"/>
                    <a:pt x="22" y="1480"/>
                  </a:cubicBezTo>
                  <a:cubicBezTo>
                    <a:pt x="0" y="1632"/>
                    <a:pt x="87" y="2285"/>
                    <a:pt x="305" y="2307"/>
                  </a:cubicBezTo>
                  <a:cubicBezTo>
                    <a:pt x="334" y="2312"/>
                    <a:pt x="363" y="2314"/>
                    <a:pt x="393" y="2314"/>
                  </a:cubicBezTo>
                  <a:cubicBezTo>
                    <a:pt x="973" y="2314"/>
                    <a:pt x="1546" y="1330"/>
                    <a:pt x="1567" y="958"/>
                  </a:cubicBezTo>
                  <a:cubicBezTo>
                    <a:pt x="1588" y="566"/>
                    <a:pt x="1610" y="153"/>
                    <a:pt x="1610" y="153"/>
                  </a:cubicBezTo>
                  <a:lnTo>
                    <a:pt x="631"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5" name="Google Shape;1225;g39181ba8852_1_1397"/>
            <p:cNvSpPr/>
            <p:nvPr/>
          </p:nvSpPr>
          <p:spPr>
            <a:xfrm>
              <a:off x="4521954" y="3231821"/>
              <a:ext cx="148612" cy="506331"/>
            </a:xfrm>
            <a:custGeom>
              <a:rect b="b" l="l" r="r" t="t"/>
              <a:pathLst>
                <a:path extrusionOk="0" h="6269" w="1840">
                  <a:moveTo>
                    <a:pt x="1229" y="1"/>
                  </a:moveTo>
                  <a:cubicBezTo>
                    <a:pt x="842" y="1"/>
                    <a:pt x="498" y="2280"/>
                    <a:pt x="218" y="3896"/>
                  </a:cubicBezTo>
                  <a:cubicBezTo>
                    <a:pt x="0" y="5289"/>
                    <a:pt x="414" y="6159"/>
                    <a:pt x="849" y="6246"/>
                  </a:cubicBezTo>
                  <a:cubicBezTo>
                    <a:pt x="915" y="6261"/>
                    <a:pt x="977" y="6269"/>
                    <a:pt x="1035" y="6269"/>
                  </a:cubicBezTo>
                  <a:cubicBezTo>
                    <a:pt x="1719" y="6269"/>
                    <a:pt x="1839" y="5225"/>
                    <a:pt x="1719" y="3700"/>
                  </a:cubicBezTo>
                  <a:cubicBezTo>
                    <a:pt x="1654" y="2634"/>
                    <a:pt x="1567" y="1307"/>
                    <a:pt x="1654" y="546"/>
                  </a:cubicBezTo>
                  <a:cubicBezTo>
                    <a:pt x="1697" y="197"/>
                    <a:pt x="1414" y="23"/>
                    <a:pt x="1240" y="2"/>
                  </a:cubicBezTo>
                  <a:cubicBezTo>
                    <a:pt x="1237" y="1"/>
                    <a:pt x="1233" y="1"/>
                    <a:pt x="122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6" name="Google Shape;1226;g39181ba8852_1_1397"/>
            <p:cNvSpPr/>
            <p:nvPr/>
          </p:nvSpPr>
          <p:spPr>
            <a:xfrm>
              <a:off x="3685460" y="3202826"/>
              <a:ext cx="316366" cy="529996"/>
            </a:xfrm>
            <a:custGeom>
              <a:rect b="b" l="l" r="r" t="t"/>
              <a:pathLst>
                <a:path extrusionOk="0" h="6562" w="3917">
                  <a:moveTo>
                    <a:pt x="2955" y="1"/>
                  </a:moveTo>
                  <a:cubicBezTo>
                    <a:pt x="2513" y="1"/>
                    <a:pt x="1823" y="1288"/>
                    <a:pt x="1328" y="2732"/>
                  </a:cubicBezTo>
                  <a:cubicBezTo>
                    <a:pt x="435" y="5365"/>
                    <a:pt x="0" y="6192"/>
                    <a:pt x="740" y="6518"/>
                  </a:cubicBezTo>
                  <a:cubicBezTo>
                    <a:pt x="807" y="6547"/>
                    <a:pt x="870" y="6562"/>
                    <a:pt x="931" y="6562"/>
                  </a:cubicBezTo>
                  <a:cubicBezTo>
                    <a:pt x="1458" y="6562"/>
                    <a:pt x="1776" y="5468"/>
                    <a:pt x="2655" y="3515"/>
                  </a:cubicBezTo>
                  <a:cubicBezTo>
                    <a:pt x="3416" y="1797"/>
                    <a:pt x="3917" y="295"/>
                    <a:pt x="3025" y="12"/>
                  </a:cubicBezTo>
                  <a:cubicBezTo>
                    <a:pt x="3002" y="5"/>
                    <a:pt x="2979" y="1"/>
                    <a:pt x="2955"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7" name="Google Shape;1227;g39181ba8852_1_1397"/>
            <p:cNvSpPr/>
            <p:nvPr/>
          </p:nvSpPr>
          <p:spPr>
            <a:xfrm>
              <a:off x="3871707" y="3289811"/>
              <a:ext cx="645009" cy="1221528"/>
            </a:xfrm>
            <a:custGeom>
              <a:rect b="b" l="l" r="r" t="t"/>
              <a:pathLst>
                <a:path extrusionOk="0" h="15124" w="7986">
                  <a:moveTo>
                    <a:pt x="4204" y="1"/>
                  </a:moveTo>
                  <a:cubicBezTo>
                    <a:pt x="4188" y="1"/>
                    <a:pt x="4172" y="1"/>
                    <a:pt x="4156" y="2"/>
                  </a:cubicBezTo>
                  <a:cubicBezTo>
                    <a:pt x="3373" y="2"/>
                    <a:pt x="675" y="698"/>
                    <a:pt x="675" y="698"/>
                  </a:cubicBezTo>
                  <a:cubicBezTo>
                    <a:pt x="675" y="698"/>
                    <a:pt x="1002" y="2678"/>
                    <a:pt x="1197" y="2895"/>
                  </a:cubicBezTo>
                  <a:cubicBezTo>
                    <a:pt x="1415" y="3135"/>
                    <a:pt x="1480" y="5398"/>
                    <a:pt x="1480" y="5767"/>
                  </a:cubicBezTo>
                  <a:cubicBezTo>
                    <a:pt x="1480" y="6551"/>
                    <a:pt x="1" y="8487"/>
                    <a:pt x="153" y="10271"/>
                  </a:cubicBezTo>
                  <a:cubicBezTo>
                    <a:pt x="218" y="10794"/>
                    <a:pt x="675" y="10315"/>
                    <a:pt x="632" y="11055"/>
                  </a:cubicBezTo>
                  <a:cubicBezTo>
                    <a:pt x="545" y="12752"/>
                    <a:pt x="501" y="14710"/>
                    <a:pt x="501" y="14710"/>
                  </a:cubicBezTo>
                  <a:cubicBezTo>
                    <a:pt x="501" y="14710"/>
                    <a:pt x="784" y="15123"/>
                    <a:pt x="3395" y="15123"/>
                  </a:cubicBezTo>
                  <a:cubicBezTo>
                    <a:pt x="6441" y="15123"/>
                    <a:pt x="6876" y="14993"/>
                    <a:pt x="6876" y="14993"/>
                  </a:cubicBezTo>
                  <a:cubicBezTo>
                    <a:pt x="6876" y="14993"/>
                    <a:pt x="7986" y="10728"/>
                    <a:pt x="7551" y="9031"/>
                  </a:cubicBezTo>
                  <a:cubicBezTo>
                    <a:pt x="7116" y="7356"/>
                    <a:pt x="6180" y="6747"/>
                    <a:pt x="6180" y="5963"/>
                  </a:cubicBezTo>
                  <a:cubicBezTo>
                    <a:pt x="6180" y="5485"/>
                    <a:pt x="6223" y="3156"/>
                    <a:pt x="6593" y="2743"/>
                  </a:cubicBezTo>
                  <a:cubicBezTo>
                    <a:pt x="6985" y="2330"/>
                    <a:pt x="7094" y="567"/>
                    <a:pt x="7094" y="567"/>
                  </a:cubicBezTo>
                  <a:cubicBezTo>
                    <a:pt x="7094" y="567"/>
                    <a:pt x="5080" y="1"/>
                    <a:pt x="4204" y="1"/>
                  </a:cubicBezTo>
                  <a:close/>
                </a:path>
              </a:pathLst>
            </a:cu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8" name="Google Shape;1228;g39181ba8852_1_1397"/>
            <p:cNvSpPr/>
            <p:nvPr/>
          </p:nvSpPr>
          <p:spPr>
            <a:xfrm>
              <a:off x="4107221" y="2957783"/>
              <a:ext cx="216215" cy="198607"/>
            </a:xfrm>
            <a:custGeom>
              <a:rect b="b" l="l" r="r" t="t"/>
              <a:pathLst>
                <a:path extrusionOk="0" h="2459" w="2677">
                  <a:moveTo>
                    <a:pt x="871" y="0"/>
                  </a:moveTo>
                  <a:lnTo>
                    <a:pt x="109" y="218"/>
                  </a:lnTo>
                  <a:cubicBezTo>
                    <a:pt x="109" y="392"/>
                    <a:pt x="109" y="631"/>
                    <a:pt x="109" y="871"/>
                  </a:cubicBezTo>
                  <a:cubicBezTo>
                    <a:pt x="109" y="871"/>
                    <a:pt x="0" y="1632"/>
                    <a:pt x="0" y="1632"/>
                  </a:cubicBezTo>
                  <a:cubicBezTo>
                    <a:pt x="0" y="1632"/>
                    <a:pt x="1132" y="2046"/>
                    <a:pt x="1328" y="2111"/>
                  </a:cubicBezTo>
                  <a:cubicBezTo>
                    <a:pt x="1545" y="2176"/>
                    <a:pt x="2677" y="2459"/>
                    <a:pt x="2677" y="2459"/>
                  </a:cubicBezTo>
                  <a:cubicBezTo>
                    <a:pt x="2677" y="2459"/>
                    <a:pt x="2002" y="1959"/>
                    <a:pt x="1871" y="1632"/>
                  </a:cubicBezTo>
                  <a:cubicBezTo>
                    <a:pt x="1741" y="1284"/>
                    <a:pt x="1763" y="0"/>
                    <a:pt x="176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29" name="Google Shape;1229;g39181ba8852_1_1397"/>
            <p:cNvSpPr/>
            <p:nvPr/>
          </p:nvSpPr>
          <p:spPr>
            <a:xfrm>
              <a:off x="4028151" y="2696263"/>
              <a:ext cx="316366" cy="352308"/>
            </a:xfrm>
            <a:custGeom>
              <a:rect b="b" l="l" r="r" t="t"/>
              <a:pathLst>
                <a:path extrusionOk="0" h="4362" w="3917">
                  <a:moveTo>
                    <a:pt x="1917" y="1"/>
                  </a:moveTo>
                  <a:cubicBezTo>
                    <a:pt x="1750" y="1"/>
                    <a:pt x="1581" y="28"/>
                    <a:pt x="1414" y="83"/>
                  </a:cubicBezTo>
                  <a:cubicBezTo>
                    <a:pt x="479" y="388"/>
                    <a:pt x="0" y="1454"/>
                    <a:pt x="414" y="2673"/>
                  </a:cubicBezTo>
                  <a:cubicBezTo>
                    <a:pt x="777" y="3744"/>
                    <a:pt x="1881" y="4361"/>
                    <a:pt x="2556" y="4361"/>
                  </a:cubicBezTo>
                  <a:cubicBezTo>
                    <a:pt x="2649" y="4361"/>
                    <a:pt x="2734" y="4350"/>
                    <a:pt x="2807" y="4326"/>
                  </a:cubicBezTo>
                  <a:cubicBezTo>
                    <a:pt x="3416" y="4130"/>
                    <a:pt x="3917" y="2847"/>
                    <a:pt x="3612" y="1585"/>
                  </a:cubicBezTo>
                  <a:cubicBezTo>
                    <a:pt x="3381" y="552"/>
                    <a:pt x="2669" y="1"/>
                    <a:pt x="1917"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0" name="Google Shape;1230;g39181ba8852_1_1397"/>
            <p:cNvSpPr/>
            <p:nvPr/>
          </p:nvSpPr>
          <p:spPr>
            <a:xfrm>
              <a:off x="3989464" y="2686571"/>
              <a:ext cx="251348" cy="294155"/>
            </a:xfrm>
            <a:custGeom>
              <a:rect b="b" l="l" r="r" t="t"/>
              <a:pathLst>
                <a:path extrusionOk="0" h="3642" w="3112">
                  <a:moveTo>
                    <a:pt x="2364" y="0"/>
                  </a:moveTo>
                  <a:cubicBezTo>
                    <a:pt x="1884" y="0"/>
                    <a:pt x="1265" y="219"/>
                    <a:pt x="827" y="1095"/>
                  </a:cubicBezTo>
                  <a:cubicBezTo>
                    <a:pt x="0" y="2706"/>
                    <a:pt x="1371" y="3641"/>
                    <a:pt x="1371" y="3641"/>
                  </a:cubicBezTo>
                  <a:cubicBezTo>
                    <a:pt x="1371" y="3641"/>
                    <a:pt x="1132" y="3119"/>
                    <a:pt x="1132" y="3010"/>
                  </a:cubicBezTo>
                  <a:cubicBezTo>
                    <a:pt x="1067" y="2706"/>
                    <a:pt x="1284" y="1879"/>
                    <a:pt x="1828" y="1748"/>
                  </a:cubicBezTo>
                  <a:cubicBezTo>
                    <a:pt x="2590" y="1574"/>
                    <a:pt x="2894" y="1291"/>
                    <a:pt x="2981" y="921"/>
                  </a:cubicBezTo>
                  <a:cubicBezTo>
                    <a:pt x="3003" y="747"/>
                    <a:pt x="3112" y="312"/>
                    <a:pt x="3090" y="203"/>
                  </a:cubicBezTo>
                  <a:cubicBezTo>
                    <a:pt x="3070" y="154"/>
                    <a:pt x="2766" y="0"/>
                    <a:pt x="236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1" name="Google Shape;1231;g39181ba8852_1_1397"/>
            <p:cNvSpPr/>
            <p:nvPr/>
          </p:nvSpPr>
          <p:spPr>
            <a:xfrm>
              <a:off x="4170218" y="2701512"/>
              <a:ext cx="151439" cy="112267"/>
            </a:xfrm>
            <a:custGeom>
              <a:rect b="b" l="l" r="r" t="t"/>
              <a:pathLst>
                <a:path extrusionOk="0" h="1390" w="1875">
                  <a:moveTo>
                    <a:pt x="618" y="0"/>
                  </a:moveTo>
                  <a:cubicBezTo>
                    <a:pt x="1" y="0"/>
                    <a:pt x="373" y="497"/>
                    <a:pt x="373" y="497"/>
                  </a:cubicBezTo>
                  <a:cubicBezTo>
                    <a:pt x="373" y="497"/>
                    <a:pt x="460" y="1019"/>
                    <a:pt x="917" y="1063"/>
                  </a:cubicBezTo>
                  <a:cubicBezTo>
                    <a:pt x="1396" y="1085"/>
                    <a:pt x="1875" y="1389"/>
                    <a:pt x="1875" y="1389"/>
                  </a:cubicBezTo>
                  <a:cubicBezTo>
                    <a:pt x="1875" y="1389"/>
                    <a:pt x="1766" y="127"/>
                    <a:pt x="852" y="18"/>
                  </a:cubicBezTo>
                  <a:cubicBezTo>
                    <a:pt x="762" y="6"/>
                    <a:pt x="684" y="0"/>
                    <a:pt x="618"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2" name="Google Shape;1232;g39181ba8852_1_1397"/>
            <p:cNvSpPr/>
            <p:nvPr/>
          </p:nvSpPr>
          <p:spPr>
            <a:xfrm>
              <a:off x="3956026" y="3330356"/>
              <a:ext cx="560688" cy="1170402"/>
            </a:xfrm>
            <a:custGeom>
              <a:rect b="b" l="l" r="r" t="t"/>
              <a:pathLst>
                <a:path extrusionOk="0" h="14491" w="6942">
                  <a:moveTo>
                    <a:pt x="5810" y="0"/>
                  </a:moveTo>
                  <a:cubicBezTo>
                    <a:pt x="5810" y="0"/>
                    <a:pt x="5702" y="1654"/>
                    <a:pt x="5332" y="1871"/>
                  </a:cubicBezTo>
                  <a:cubicBezTo>
                    <a:pt x="4987" y="2094"/>
                    <a:pt x="4472" y="2620"/>
                    <a:pt x="3893" y="2620"/>
                  </a:cubicBezTo>
                  <a:cubicBezTo>
                    <a:pt x="3851" y="2620"/>
                    <a:pt x="3808" y="2617"/>
                    <a:pt x="3765" y="2611"/>
                  </a:cubicBezTo>
                  <a:cubicBezTo>
                    <a:pt x="3599" y="2593"/>
                    <a:pt x="3404" y="2587"/>
                    <a:pt x="3208" y="2587"/>
                  </a:cubicBezTo>
                  <a:cubicBezTo>
                    <a:pt x="2684" y="2587"/>
                    <a:pt x="2155" y="2633"/>
                    <a:pt x="2155" y="2633"/>
                  </a:cubicBezTo>
                  <a:lnTo>
                    <a:pt x="1394" y="2829"/>
                  </a:lnTo>
                  <a:cubicBezTo>
                    <a:pt x="1394" y="2829"/>
                    <a:pt x="2873" y="2981"/>
                    <a:pt x="3265" y="3307"/>
                  </a:cubicBezTo>
                  <a:cubicBezTo>
                    <a:pt x="3635" y="3634"/>
                    <a:pt x="4244" y="4613"/>
                    <a:pt x="4222" y="4961"/>
                  </a:cubicBezTo>
                  <a:cubicBezTo>
                    <a:pt x="4179" y="5331"/>
                    <a:pt x="4222" y="6027"/>
                    <a:pt x="4222" y="6027"/>
                  </a:cubicBezTo>
                  <a:cubicBezTo>
                    <a:pt x="4222" y="6027"/>
                    <a:pt x="2640" y="6838"/>
                    <a:pt x="870" y="6838"/>
                  </a:cubicBezTo>
                  <a:cubicBezTo>
                    <a:pt x="784" y="6838"/>
                    <a:pt x="697" y="6836"/>
                    <a:pt x="610" y="6832"/>
                  </a:cubicBezTo>
                  <a:cubicBezTo>
                    <a:pt x="601" y="6831"/>
                    <a:pt x="592" y="6831"/>
                    <a:pt x="584" y="6831"/>
                  </a:cubicBezTo>
                  <a:cubicBezTo>
                    <a:pt x="1" y="6831"/>
                    <a:pt x="3084" y="8371"/>
                    <a:pt x="2634" y="11097"/>
                  </a:cubicBezTo>
                  <a:cubicBezTo>
                    <a:pt x="2603" y="11305"/>
                    <a:pt x="2617" y="11396"/>
                    <a:pt x="2667" y="11396"/>
                  </a:cubicBezTo>
                  <a:cubicBezTo>
                    <a:pt x="2824" y="11396"/>
                    <a:pt x="3329" y="10479"/>
                    <a:pt x="3809" y="9487"/>
                  </a:cubicBezTo>
                  <a:cubicBezTo>
                    <a:pt x="3975" y="9154"/>
                    <a:pt x="4369" y="8966"/>
                    <a:pt x="4768" y="8966"/>
                  </a:cubicBezTo>
                  <a:cubicBezTo>
                    <a:pt x="5206" y="8966"/>
                    <a:pt x="5651" y="9192"/>
                    <a:pt x="5810" y="9704"/>
                  </a:cubicBezTo>
                  <a:cubicBezTo>
                    <a:pt x="6223" y="11201"/>
                    <a:pt x="5424" y="14491"/>
                    <a:pt x="5828" y="14491"/>
                  </a:cubicBezTo>
                  <a:cubicBezTo>
                    <a:pt x="5830" y="14491"/>
                    <a:pt x="5831" y="14491"/>
                    <a:pt x="5832" y="14491"/>
                  </a:cubicBezTo>
                  <a:cubicBezTo>
                    <a:pt x="5832" y="14491"/>
                    <a:pt x="6942" y="10292"/>
                    <a:pt x="6507" y="8529"/>
                  </a:cubicBezTo>
                  <a:cubicBezTo>
                    <a:pt x="6093" y="6854"/>
                    <a:pt x="5136" y="6245"/>
                    <a:pt x="5136" y="5461"/>
                  </a:cubicBezTo>
                  <a:cubicBezTo>
                    <a:pt x="5136" y="4983"/>
                    <a:pt x="5179" y="2654"/>
                    <a:pt x="5549" y="2241"/>
                  </a:cubicBezTo>
                  <a:cubicBezTo>
                    <a:pt x="5941" y="1828"/>
                    <a:pt x="6050" y="65"/>
                    <a:pt x="6050" y="65"/>
                  </a:cubicBezTo>
                  <a:cubicBezTo>
                    <a:pt x="6050" y="65"/>
                    <a:pt x="5963" y="44"/>
                    <a:pt x="5810"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3" name="Google Shape;1233;g39181ba8852_1_1397"/>
            <p:cNvSpPr/>
            <p:nvPr/>
          </p:nvSpPr>
          <p:spPr>
            <a:xfrm>
              <a:off x="4337404" y="3170439"/>
              <a:ext cx="179304" cy="165250"/>
            </a:xfrm>
            <a:custGeom>
              <a:rect b="b" l="l" r="r" t="t"/>
              <a:pathLst>
                <a:path extrusionOk="0" h="2046" w="2220">
                  <a:moveTo>
                    <a:pt x="457" y="0"/>
                  </a:moveTo>
                  <a:lnTo>
                    <a:pt x="1" y="1719"/>
                  </a:lnTo>
                  <a:lnTo>
                    <a:pt x="1328" y="2045"/>
                  </a:lnTo>
                  <a:lnTo>
                    <a:pt x="2220" y="1480"/>
                  </a:lnTo>
                  <a:cubicBezTo>
                    <a:pt x="2220" y="1480"/>
                    <a:pt x="2024" y="675"/>
                    <a:pt x="1350" y="261"/>
                  </a:cubicBezTo>
                  <a:cubicBezTo>
                    <a:pt x="1176" y="174"/>
                    <a:pt x="457" y="0"/>
                    <a:pt x="457" y="0"/>
                  </a:cubicBezTo>
                  <a:close/>
                </a:path>
              </a:pathLst>
            </a:cu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4" name="Google Shape;1234;g39181ba8852_1_1397"/>
            <p:cNvSpPr/>
            <p:nvPr/>
          </p:nvSpPr>
          <p:spPr>
            <a:xfrm>
              <a:off x="3820743" y="3159859"/>
              <a:ext cx="225018" cy="217991"/>
            </a:xfrm>
            <a:custGeom>
              <a:rect b="b" l="l" r="r" t="t"/>
              <a:pathLst>
                <a:path extrusionOk="0" h="2699" w="2786">
                  <a:moveTo>
                    <a:pt x="2329" y="0"/>
                  </a:moveTo>
                  <a:cubicBezTo>
                    <a:pt x="2329" y="0"/>
                    <a:pt x="1154" y="218"/>
                    <a:pt x="871" y="501"/>
                  </a:cubicBezTo>
                  <a:cubicBezTo>
                    <a:pt x="479" y="893"/>
                    <a:pt x="1" y="2242"/>
                    <a:pt x="1" y="2242"/>
                  </a:cubicBezTo>
                  <a:lnTo>
                    <a:pt x="1371" y="2698"/>
                  </a:lnTo>
                  <a:lnTo>
                    <a:pt x="2786" y="1980"/>
                  </a:lnTo>
                  <a:lnTo>
                    <a:pt x="2329" y="0"/>
                  </a:lnTo>
                  <a:close/>
                </a:path>
              </a:pathLst>
            </a:cu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5" name="Google Shape;1235;g39181ba8852_1_1397"/>
            <p:cNvSpPr/>
            <p:nvPr/>
          </p:nvSpPr>
          <p:spPr>
            <a:xfrm>
              <a:off x="3711871" y="3631694"/>
              <a:ext cx="516670" cy="136336"/>
            </a:xfrm>
            <a:custGeom>
              <a:rect b="b" l="l" r="r" t="t"/>
              <a:pathLst>
                <a:path extrusionOk="0" h="1688" w="6397">
                  <a:moveTo>
                    <a:pt x="1113" y="1"/>
                  </a:moveTo>
                  <a:cubicBezTo>
                    <a:pt x="469" y="1"/>
                    <a:pt x="79" y="180"/>
                    <a:pt x="43" y="686"/>
                  </a:cubicBezTo>
                  <a:cubicBezTo>
                    <a:pt x="1" y="1300"/>
                    <a:pt x="1010" y="1688"/>
                    <a:pt x="2509" y="1688"/>
                  </a:cubicBezTo>
                  <a:cubicBezTo>
                    <a:pt x="2550" y="1688"/>
                    <a:pt x="2591" y="1687"/>
                    <a:pt x="2632" y="1687"/>
                  </a:cubicBezTo>
                  <a:cubicBezTo>
                    <a:pt x="4438" y="1665"/>
                    <a:pt x="6353" y="1621"/>
                    <a:pt x="6375" y="1252"/>
                  </a:cubicBezTo>
                  <a:cubicBezTo>
                    <a:pt x="6397" y="708"/>
                    <a:pt x="4852" y="621"/>
                    <a:pt x="3111" y="272"/>
                  </a:cubicBezTo>
                  <a:cubicBezTo>
                    <a:pt x="2315" y="117"/>
                    <a:pt x="1631" y="1"/>
                    <a:pt x="1113"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6" name="Google Shape;1236;g39181ba8852_1_1397"/>
            <p:cNvSpPr/>
            <p:nvPr/>
          </p:nvSpPr>
          <p:spPr>
            <a:xfrm>
              <a:off x="4135327" y="3679911"/>
              <a:ext cx="247875" cy="85210"/>
            </a:xfrm>
            <a:custGeom>
              <a:rect b="b" l="l" r="r" t="t"/>
              <a:pathLst>
                <a:path extrusionOk="0" h="1055" w="3069">
                  <a:moveTo>
                    <a:pt x="1359" y="0"/>
                  </a:moveTo>
                  <a:cubicBezTo>
                    <a:pt x="976" y="0"/>
                    <a:pt x="305" y="198"/>
                    <a:pt x="305" y="198"/>
                  </a:cubicBezTo>
                  <a:lnTo>
                    <a:pt x="0" y="937"/>
                  </a:lnTo>
                  <a:cubicBezTo>
                    <a:pt x="0" y="937"/>
                    <a:pt x="467" y="1054"/>
                    <a:pt x="729" y="1054"/>
                  </a:cubicBezTo>
                  <a:cubicBezTo>
                    <a:pt x="767" y="1054"/>
                    <a:pt x="800" y="1052"/>
                    <a:pt x="827" y="1046"/>
                  </a:cubicBezTo>
                  <a:cubicBezTo>
                    <a:pt x="1024" y="1010"/>
                    <a:pt x="1398" y="769"/>
                    <a:pt x="1802" y="769"/>
                  </a:cubicBezTo>
                  <a:cubicBezTo>
                    <a:pt x="1890" y="769"/>
                    <a:pt x="1979" y="780"/>
                    <a:pt x="2067" y="807"/>
                  </a:cubicBezTo>
                  <a:cubicBezTo>
                    <a:pt x="2363" y="885"/>
                    <a:pt x="2725" y="951"/>
                    <a:pt x="2915" y="951"/>
                  </a:cubicBezTo>
                  <a:cubicBezTo>
                    <a:pt x="2991" y="951"/>
                    <a:pt x="3040" y="941"/>
                    <a:pt x="3047" y="916"/>
                  </a:cubicBezTo>
                  <a:cubicBezTo>
                    <a:pt x="3068" y="850"/>
                    <a:pt x="1763" y="24"/>
                    <a:pt x="1415" y="2"/>
                  </a:cubicBezTo>
                  <a:cubicBezTo>
                    <a:pt x="1397" y="1"/>
                    <a:pt x="1379" y="0"/>
                    <a:pt x="1359"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7" name="Google Shape;1237;g39181ba8852_1_1397"/>
            <p:cNvSpPr/>
            <p:nvPr/>
          </p:nvSpPr>
          <p:spPr>
            <a:xfrm>
              <a:off x="4599247" y="3193861"/>
              <a:ext cx="107259" cy="97244"/>
            </a:xfrm>
            <a:custGeom>
              <a:rect b="b" l="l" r="r" t="t"/>
              <a:pathLst>
                <a:path extrusionOk="0" h="1204" w="1328">
                  <a:moveTo>
                    <a:pt x="760" y="1"/>
                  </a:moveTo>
                  <a:cubicBezTo>
                    <a:pt x="630" y="1"/>
                    <a:pt x="498" y="50"/>
                    <a:pt x="392" y="145"/>
                  </a:cubicBezTo>
                  <a:lnTo>
                    <a:pt x="218" y="297"/>
                  </a:lnTo>
                  <a:cubicBezTo>
                    <a:pt x="22" y="493"/>
                    <a:pt x="1" y="841"/>
                    <a:pt x="196" y="1037"/>
                  </a:cubicBezTo>
                  <a:cubicBezTo>
                    <a:pt x="308" y="1149"/>
                    <a:pt x="448" y="1203"/>
                    <a:pt x="585" y="1203"/>
                  </a:cubicBezTo>
                  <a:cubicBezTo>
                    <a:pt x="715" y="1203"/>
                    <a:pt x="841" y="1154"/>
                    <a:pt x="936" y="1059"/>
                  </a:cubicBezTo>
                  <a:lnTo>
                    <a:pt x="1110" y="885"/>
                  </a:lnTo>
                  <a:cubicBezTo>
                    <a:pt x="1306" y="689"/>
                    <a:pt x="1328" y="363"/>
                    <a:pt x="1132" y="167"/>
                  </a:cubicBezTo>
                  <a:cubicBezTo>
                    <a:pt x="1031" y="55"/>
                    <a:pt x="897" y="1"/>
                    <a:pt x="76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8" name="Google Shape;1238;g39181ba8852_1_1397"/>
            <p:cNvSpPr/>
            <p:nvPr/>
          </p:nvSpPr>
          <p:spPr>
            <a:xfrm>
              <a:off x="4657237" y="3129733"/>
              <a:ext cx="121313" cy="156770"/>
            </a:xfrm>
            <a:custGeom>
              <a:rect b="b" l="l" r="r" t="t"/>
              <a:pathLst>
                <a:path extrusionOk="0" h="1941" w="1502">
                  <a:moveTo>
                    <a:pt x="1421" y="0"/>
                  </a:moveTo>
                  <a:cubicBezTo>
                    <a:pt x="1364" y="0"/>
                    <a:pt x="1239" y="90"/>
                    <a:pt x="1219" y="286"/>
                  </a:cubicBezTo>
                  <a:cubicBezTo>
                    <a:pt x="1199" y="482"/>
                    <a:pt x="1145" y="731"/>
                    <a:pt x="1134" y="731"/>
                  </a:cubicBezTo>
                  <a:cubicBezTo>
                    <a:pt x="1133" y="731"/>
                    <a:pt x="1132" y="728"/>
                    <a:pt x="1132" y="722"/>
                  </a:cubicBezTo>
                  <a:cubicBezTo>
                    <a:pt x="1132" y="678"/>
                    <a:pt x="1001" y="417"/>
                    <a:pt x="936" y="330"/>
                  </a:cubicBezTo>
                  <a:cubicBezTo>
                    <a:pt x="920" y="306"/>
                    <a:pt x="901" y="297"/>
                    <a:pt x="882" y="297"/>
                  </a:cubicBezTo>
                  <a:cubicBezTo>
                    <a:pt x="848" y="297"/>
                    <a:pt x="811" y="324"/>
                    <a:pt x="784" y="352"/>
                  </a:cubicBezTo>
                  <a:cubicBezTo>
                    <a:pt x="762" y="373"/>
                    <a:pt x="762" y="569"/>
                    <a:pt x="762" y="569"/>
                  </a:cubicBezTo>
                  <a:cubicBezTo>
                    <a:pt x="762" y="569"/>
                    <a:pt x="665" y="541"/>
                    <a:pt x="614" y="541"/>
                  </a:cubicBezTo>
                  <a:cubicBezTo>
                    <a:pt x="602" y="541"/>
                    <a:pt x="592" y="543"/>
                    <a:pt x="588" y="548"/>
                  </a:cubicBezTo>
                  <a:cubicBezTo>
                    <a:pt x="523" y="613"/>
                    <a:pt x="566" y="765"/>
                    <a:pt x="566" y="830"/>
                  </a:cubicBezTo>
                  <a:cubicBezTo>
                    <a:pt x="566" y="837"/>
                    <a:pt x="563" y="839"/>
                    <a:pt x="559" y="839"/>
                  </a:cubicBezTo>
                  <a:cubicBezTo>
                    <a:pt x="535" y="839"/>
                    <a:pt x="464" y="778"/>
                    <a:pt x="430" y="778"/>
                  </a:cubicBezTo>
                  <a:cubicBezTo>
                    <a:pt x="423" y="778"/>
                    <a:pt x="417" y="781"/>
                    <a:pt x="414" y="787"/>
                  </a:cubicBezTo>
                  <a:cubicBezTo>
                    <a:pt x="283" y="917"/>
                    <a:pt x="523" y="1287"/>
                    <a:pt x="349" y="1353"/>
                  </a:cubicBezTo>
                  <a:cubicBezTo>
                    <a:pt x="262" y="1396"/>
                    <a:pt x="1" y="1679"/>
                    <a:pt x="109" y="1940"/>
                  </a:cubicBezTo>
                  <a:cubicBezTo>
                    <a:pt x="109" y="1940"/>
                    <a:pt x="370" y="1831"/>
                    <a:pt x="697" y="1635"/>
                  </a:cubicBezTo>
                  <a:cubicBezTo>
                    <a:pt x="719" y="1614"/>
                    <a:pt x="784" y="1592"/>
                    <a:pt x="827" y="1570"/>
                  </a:cubicBezTo>
                  <a:cubicBezTo>
                    <a:pt x="849" y="1570"/>
                    <a:pt x="893" y="1505"/>
                    <a:pt x="914" y="1483"/>
                  </a:cubicBezTo>
                  <a:cubicBezTo>
                    <a:pt x="936" y="1483"/>
                    <a:pt x="980" y="1483"/>
                    <a:pt x="1001" y="1461"/>
                  </a:cubicBezTo>
                  <a:cubicBezTo>
                    <a:pt x="1023" y="1440"/>
                    <a:pt x="1045" y="1374"/>
                    <a:pt x="1088" y="1374"/>
                  </a:cubicBezTo>
                  <a:cubicBezTo>
                    <a:pt x="1110" y="1353"/>
                    <a:pt x="1154" y="1331"/>
                    <a:pt x="1197" y="1309"/>
                  </a:cubicBezTo>
                  <a:cubicBezTo>
                    <a:pt x="1284" y="1266"/>
                    <a:pt x="1241" y="1200"/>
                    <a:pt x="1284" y="1179"/>
                  </a:cubicBezTo>
                  <a:cubicBezTo>
                    <a:pt x="1371" y="1113"/>
                    <a:pt x="1393" y="1091"/>
                    <a:pt x="1393" y="1070"/>
                  </a:cubicBezTo>
                  <a:cubicBezTo>
                    <a:pt x="1458" y="1004"/>
                    <a:pt x="1502" y="548"/>
                    <a:pt x="1480" y="482"/>
                  </a:cubicBezTo>
                  <a:cubicBezTo>
                    <a:pt x="1458" y="417"/>
                    <a:pt x="1480" y="4"/>
                    <a:pt x="1437" y="4"/>
                  </a:cubicBezTo>
                  <a:cubicBezTo>
                    <a:pt x="1432" y="1"/>
                    <a:pt x="1427" y="0"/>
                    <a:pt x="1421"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39" name="Google Shape;1239;g39181ba8852_1_1397"/>
            <p:cNvSpPr/>
            <p:nvPr/>
          </p:nvSpPr>
          <p:spPr>
            <a:xfrm>
              <a:off x="4606274" y="3169712"/>
              <a:ext cx="86179" cy="67522"/>
            </a:xfrm>
            <a:custGeom>
              <a:rect b="b" l="l" r="r" t="t"/>
              <a:pathLst>
                <a:path extrusionOk="0" h="836" w="1067">
                  <a:moveTo>
                    <a:pt x="966" y="0"/>
                  </a:moveTo>
                  <a:cubicBezTo>
                    <a:pt x="915" y="0"/>
                    <a:pt x="734" y="96"/>
                    <a:pt x="697" y="96"/>
                  </a:cubicBezTo>
                  <a:cubicBezTo>
                    <a:pt x="523" y="140"/>
                    <a:pt x="349" y="161"/>
                    <a:pt x="218" y="314"/>
                  </a:cubicBezTo>
                  <a:cubicBezTo>
                    <a:pt x="66" y="488"/>
                    <a:pt x="1" y="836"/>
                    <a:pt x="1" y="836"/>
                  </a:cubicBezTo>
                  <a:cubicBezTo>
                    <a:pt x="1" y="836"/>
                    <a:pt x="175" y="662"/>
                    <a:pt x="196" y="640"/>
                  </a:cubicBezTo>
                  <a:cubicBezTo>
                    <a:pt x="218" y="618"/>
                    <a:pt x="523" y="444"/>
                    <a:pt x="632" y="401"/>
                  </a:cubicBezTo>
                  <a:cubicBezTo>
                    <a:pt x="740" y="335"/>
                    <a:pt x="1067" y="248"/>
                    <a:pt x="980" y="9"/>
                  </a:cubicBezTo>
                  <a:cubicBezTo>
                    <a:pt x="980" y="3"/>
                    <a:pt x="975" y="0"/>
                    <a:pt x="966"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40" name="Google Shape;1240;g39181ba8852_1_1397"/>
          <p:cNvGrpSpPr/>
          <p:nvPr/>
        </p:nvGrpSpPr>
        <p:grpSpPr>
          <a:xfrm>
            <a:off x="2854233" y="3738584"/>
            <a:ext cx="1905072" cy="3162287"/>
            <a:chOff x="2140728" y="2777432"/>
            <a:chExt cx="1428840" cy="2371774"/>
          </a:xfrm>
        </p:grpSpPr>
        <p:sp>
          <p:nvSpPr>
            <p:cNvPr id="1241" name="Google Shape;1241;g39181ba8852_1_1397"/>
            <p:cNvSpPr/>
            <p:nvPr/>
          </p:nvSpPr>
          <p:spPr>
            <a:xfrm>
              <a:off x="2933286" y="3111803"/>
              <a:ext cx="49349" cy="72368"/>
            </a:xfrm>
            <a:custGeom>
              <a:rect b="b" l="l" r="r" t="t"/>
              <a:pathLst>
                <a:path extrusionOk="0" h="896" w="611">
                  <a:moveTo>
                    <a:pt x="159" y="0"/>
                  </a:moveTo>
                  <a:cubicBezTo>
                    <a:pt x="142" y="0"/>
                    <a:pt x="125" y="3"/>
                    <a:pt x="110" y="8"/>
                  </a:cubicBezTo>
                  <a:cubicBezTo>
                    <a:pt x="23" y="52"/>
                    <a:pt x="1" y="139"/>
                    <a:pt x="23" y="226"/>
                  </a:cubicBezTo>
                  <a:lnTo>
                    <a:pt x="305" y="813"/>
                  </a:lnTo>
                  <a:cubicBezTo>
                    <a:pt x="321" y="860"/>
                    <a:pt x="382" y="896"/>
                    <a:pt x="439" y="896"/>
                  </a:cubicBezTo>
                  <a:cubicBezTo>
                    <a:pt x="461" y="896"/>
                    <a:pt x="483" y="890"/>
                    <a:pt x="501" y="878"/>
                  </a:cubicBezTo>
                  <a:cubicBezTo>
                    <a:pt x="588" y="835"/>
                    <a:pt x="610" y="748"/>
                    <a:pt x="588" y="683"/>
                  </a:cubicBezTo>
                  <a:lnTo>
                    <a:pt x="305" y="95"/>
                  </a:lnTo>
                  <a:cubicBezTo>
                    <a:pt x="272" y="29"/>
                    <a:pt x="214" y="0"/>
                    <a:pt x="159"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2" name="Google Shape;1242;g39181ba8852_1_1397"/>
            <p:cNvSpPr/>
            <p:nvPr/>
          </p:nvSpPr>
          <p:spPr>
            <a:xfrm>
              <a:off x="2910429" y="3119799"/>
              <a:ext cx="51045" cy="71398"/>
            </a:xfrm>
            <a:custGeom>
              <a:rect b="b" l="l" r="r" t="t"/>
              <a:pathLst>
                <a:path extrusionOk="0" h="884" w="632">
                  <a:moveTo>
                    <a:pt x="182" y="0"/>
                  </a:moveTo>
                  <a:cubicBezTo>
                    <a:pt x="158" y="0"/>
                    <a:pt x="134" y="6"/>
                    <a:pt x="110" y="18"/>
                  </a:cubicBezTo>
                  <a:cubicBezTo>
                    <a:pt x="44" y="40"/>
                    <a:pt x="1" y="127"/>
                    <a:pt x="44" y="214"/>
                  </a:cubicBezTo>
                  <a:lnTo>
                    <a:pt x="306" y="801"/>
                  </a:lnTo>
                  <a:cubicBezTo>
                    <a:pt x="337" y="848"/>
                    <a:pt x="391" y="884"/>
                    <a:pt x="451" y="884"/>
                  </a:cubicBezTo>
                  <a:cubicBezTo>
                    <a:pt x="475" y="884"/>
                    <a:pt x="499" y="879"/>
                    <a:pt x="523" y="866"/>
                  </a:cubicBezTo>
                  <a:cubicBezTo>
                    <a:pt x="588" y="845"/>
                    <a:pt x="632" y="758"/>
                    <a:pt x="588" y="671"/>
                  </a:cubicBezTo>
                  <a:lnTo>
                    <a:pt x="327" y="83"/>
                  </a:lnTo>
                  <a:cubicBezTo>
                    <a:pt x="296" y="36"/>
                    <a:pt x="242" y="0"/>
                    <a:pt x="182"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3" name="Google Shape;1243;g39181ba8852_1_1397"/>
            <p:cNvSpPr/>
            <p:nvPr/>
          </p:nvSpPr>
          <p:spPr>
            <a:xfrm>
              <a:off x="2891126" y="3128603"/>
              <a:ext cx="49268" cy="71398"/>
            </a:xfrm>
            <a:custGeom>
              <a:rect b="b" l="l" r="r" t="t"/>
              <a:pathLst>
                <a:path extrusionOk="0" h="884" w="610">
                  <a:moveTo>
                    <a:pt x="168" y="0"/>
                  </a:moveTo>
                  <a:cubicBezTo>
                    <a:pt x="148" y="0"/>
                    <a:pt x="128" y="5"/>
                    <a:pt x="109" y="18"/>
                  </a:cubicBezTo>
                  <a:lnTo>
                    <a:pt x="88" y="18"/>
                  </a:lnTo>
                  <a:cubicBezTo>
                    <a:pt x="22" y="39"/>
                    <a:pt x="1" y="126"/>
                    <a:pt x="22" y="213"/>
                  </a:cubicBezTo>
                  <a:lnTo>
                    <a:pt x="305" y="801"/>
                  </a:lnTo>
                  <a:cubicBezTo>
                    <a:pt x="321" y="848"/>
                    <a:pt x="370" y="884"/>
                    <a:pt x="430" y="884"/>
                  </a:cubicBezTo>
                  <a:cubicBezTo>
                    <a:pt x="452" y="884"/>
                    <a:pt x="477" y="878"/>
                    <a:pt x="501" y="866"/>
                  </a:cubicBezTo>
                  <a:cubicBezTo>
                    <a:pt x="566" y="844"/>
                    <a:pt x="610" y="757"/>
                    <a:pt x="566" y="670"/>
                  </a:cubicBezTo>
                  <a:lnTo>
                    <a:pt x="305" y="83"/>
                  </a:lnTo>
                  <a:cubicBezTo>
                    <a:pt x="274" y="36"/>
                    <a:pt x="220" y="0"/>
                    <a:pt x="168"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4" name="Google Shape;1244;g39181ba8852_1_1397"/>
            <p:cNvSpPr/>
            <p:nvPr/>
          </p:nvSpPr>
          <p:spPr>
            <a:xfrm>
              <a:off x="2871823" y="3138779"/>
              <a:ext cx="49268" cy="71802"/>
            </a:xfrm>
            <a:custGeom>
              <a:rect b="b" l="l" r="r" t="t"/>
              <a:pathLst>
                <a:path extrusionOk="0" h="889" w="610">
                  <a:moveTo>
                    <a:pt x="179" y="0"/>
                  </a:moveTo>
                  <a:cubicBezTo>
                    <a:pt x="155" y="0"/>
                    <a:pt x="131" y="8"/>
                    <a:pt x="109" y="22"/>
                  </a:cubicBezTo>
                  <a:cubicBezTo>
                    <a:pt x="22" y="44"/>
                    <a:pt x="0" y="131"/>
                    <a:pt x="22" y="218"/>
                  </a:cubicBezTo>
                  <a:lnTo>
                    <a:pt x="305" y="805"/>
                  </a:lnTo>
                  <a:cubicBezTo>
                    <a:pt x="321" y="852"/>
                    <a:pt x="381" y="888"/>
                    <a:pt x="439" y="888"/>
                  </a:cubicBezTo>
                  <a:cubicBezTo>
                    <a:pt x="461" y="888"/>
                    <a:pt x="482" y="883"/>
                    <a:pt x="501" y="871"/>
                  </a:cubicBezTo>
                  <a:cubicBezTo>
                    <a:pt x="588" y="849"/>
                    <a:pt x="609" y="740"/>
                    <a:pt x="566" y="675"/>
                  </a:cubicBezTo>
                  <a:lnTo>
                    <a:pt x="305" y="87"/>
                  </a:lnTo>
                  <a:cubicBezTo>
                    <a:pt x="276" y="29"/>
                    <a:pt x="228" y="0"/>
                    <a:pt x="179"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5" name="Google Shape;1245;g39181ba8852_1_1397"/>
            <p:cNvSpPr/>
            <p:nvPr/>
          </p:nvSpPr>
          <p:spPr>
            <a:xfrm>
              <a:off x="2873600" y="3119476"/>
              <a:ext cx="144170" cy="181081"/>
            </a:xfrm>
            <a:custGeom>
              <a:rect b="b" l="l" r="r" t="t"/>
              <a:pathLst>
                <a:path extrusionOk="0" h="2242" w="1785">
                  <a:moveTo>
                    <a:pt x="1044" y="0"/>
                  </a:moveTo>
                  <a:cubicBezTo>
                    <a:pt x="1044" y="0"/>
                    <a:pt x="653" y="283"/>
                    <a:pt x="500" y="392"/>
                  </a:cubicBezTo>
                  <a:cubicBezTo>
                    <a:pt x="450" y="428"/>
                    <a:pt x="377" y="440"/>
                    <a:pt x="303" y="440"/>
                  </a:cubicBezTo>
                  <a:cubicBezTo>
                    <a:pt x="155" y="440"/>
                    <a:pt x="0" y="392"/>
                    <a:pt x="0" y="392"/>
                  </a:cubicBezTo>
                  <a:lnTo>
                    <a:pt x="0" y="392"/>
                  </a:lnTo>
                  <a:cubicBezTo>
                    <a:pt x="0" y="392"/>
                    <a:pt x="196" y="1175"/>
                    <a:pt x="305" y="1371"/>
                  </a:cubicBezTo>
                  <a:cubicBezTo>
                    <a:pt x="413" y="1545"/>
                    <a:pt x="1218" y="2241"/>
                    <a:pt x="1218" y="2241"/>
                  </a:cubicBezTo>
                  <a:lnTo>
                    <a:pt x="1784" y="1480"/>
                  </a:lnTo>
                  <a:cubicBezTo>
                    <a:pt x="1784" y="1480"/>
                    <a:pt x="1741" y="1153"/>
                    <a:pt x="1610" y="849"/>
                  </a:cubicBezTo>
                  <a:cubicBezTo>
                    <a:pt x="1501" y="544"/>
                    <a:pt x="1044" y="0"/>
                    <a:pt x="1044" y="0"/>
                  </a:cubicBezTo>
                  <a:close/>
                </a:path>
              </a:pathLst>
            </a:custGeom>
            <a:solidFill>
              <a:srgbClr val="E9CAB7"/>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6" name="Google Shape;1246;g39181ba8852_1_1397"/>
            <p:cNvSpPr/>
            <p:nvPr/>
          </p:nvSpPr>
          <p:spPr>
            <a:xfrm>
              <a:off x="3151193" y="4860709"/>
              <a:ext cx="418376" cy="184796"/>
            </a:xfrm>
            <a:custGeom>
              <a:rect b="b" l="l" r="r" t="t"/>
              <a:pathLst>
                <a:path extrusionOk="0" h="2288" w="5180">
                  <a:moveTo>
                    <a:pt x="600" y="1"/>
                  </a:moveTo>
                  <a:cubicBezTo>
                    <a:pt x="448" y="1"/>
                    <a:pt x="339" y="7"/>
                    <a:pt x="327" y="25"/>
                  </a:cubicBezTo>
                  <a:cubicBezTo>
                    <a:pt x="153" y="264"/>
                    <a:pt x="44" y="765"/>
                    <a:pt x="23" y="982"/>
                  </a:cubicBezTo>
                  <a:cubicBezTo>
                    <a:pt x="1" y="1244"/>
                    <a:pt x="153" y="1831"/>
                    <a:pt x="327" y="1831"/>
                  </a:cubicBezTo>
                  <a:cubicBezTo>
                    <a:pt x="849" y="1831"/>
                    <a:pt x="1459" y="1853"/>
                    <a:pt x="1981" y="1918"/>
                  </a:cubicBezTo>
                  <a:cubicBezTo>
                    <a:pt x="2525" y="1983"/>
                    <a:pt x="2721" y="2288"/>
                    <a:pt x="4070" y="2288"/>
                  </a:cubicBezTo>
                  <a:cubicBezTo>
                    <a:pt x="4461" y="2288"/>
                    <a:pt x="5179" y="2266"/>
                    <a:pt x="5157" y="2114"/>
                  </a:cubicBezTo>
                  <a:cubicBezTo>
                    <a:pt x="5136" y="1940"/>
                    <a:pt x="3852" y="1657"/>
                    <a:pt x="3439" y="1265"/>
                  </a:cubicBezTo>
                  <a:cubicBezTo>
                    <a:pt x="2416" y="286"/>
                    <a:pt x="1720" y="47"/>
                    <a:pt x="1720" y="47"/>
                  </a:cubicBezTo>
                  <a:cubicBezTo>
                    <a:pt x="1720" y="47"/>
                    <a:pt x="1006" y="1"/>
                    <a:pt x="60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7" name="Google Shape;1247;g39181ba8852_1_1397"/>
            <p:cNvSpPr/>
            <p:nvPr/>
          </p:nvSpPr>
          <p:spPr>
            <a:xfrm>
              <a:off x="3174049" y="5008510"/>
              <a:ext cx="109036" cy="19465"/>
            </a:xfrm>
            <a:custGeom>
              <a:rect b="b" l="l" r="r" t="t"/>
              <a:pathLst>
                <a:path extrusionOk="0" h="241" w="1350">
                  <a:moveTo>
                    <a:pt x="1" y="1"/>
                  </a:moveTo>
                  <a:lnTo>
                    <a:pt x="1" y="240"/>
                  </a:lnTo>
                  <a:lnTo>
                    <a:pt x="1350" y="240"/>
                  </a:lnTo>
                  <a:lnTo>
                    <a:pt x="1350"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8" name="Google Shape;1248;g39181ba8852_1_1397"/>
            <p:cNvSpPr/>
            <p:nvPr/>
          </p:nvSpPr>
          <p:spPr>
            <a:xfrm>
              <a:off x="2323502" y="3943612"/>
              <a:ext cx="1029866" cy="988271"/>
            </a:xfrm>
            <a:custGeom>
              <a:rect b="b" l="l" r="r" t="t"/>
              <a:pathLst>
                <a:path extrusionOk="0" h="12236" w="12751">
                  <a:moveTo>
                    <a:pt x="2546" y="1"/>
                  </a:moveTo>
                  <a:cubicBezTo>
                    <a:pt x="2546" y="1"/>
                    <a:pt x="1" y="1132"/>
                    <a:pt x="2307" y="3134"/>
                  </a:cubicBezTo>
                  <a:cubicBezTo>
                    <a:pt x="2720" y="3482"/>
                    <a:pt x="8639" y="3765"/>
                    <a:pt x="8639" y="3765"/>
                  </a:cubicBezTo>
                  <a:cubicBezTo>
                    <a:pt x="8639" y="3765"/>
                    <a:pt x="8922" y="4918"/>
                    <a:pt x="8878" y="5679"/>
                  </a:cubicBezTo>
                  <a:cubicBezTo>
                    <a:pt x="8835" y="6441"/>
                    <a:pt x="10227" y="12207"/>
                    <a:pt x="10227" y="12207"/>
                  </a:cubicBezTo>
                  <a:cubicBezTo>
                    <a:pt x="10227" y="12207"/>
                    <a:pt x="10372" y="12236"/>
                    <a:pt x="10740" y="12236"/>
                  </a:cubicBezTo>
                  <a:cubicBezTo>
                    <a:pt x="10923" y="12236"/>
                    <a:pt x="11163" y="12229"/>
                    <a:pt x="11467" y="12207"/>
                  </a:cubicBezTo>
                  <a:cubicBezTo>
                    <a:pt x="12381" y="12120"/>
                    <a:pt x="12751" y="11793"/>
                    <a:pt x="12751" y="11793"/>
                  </a:cubicBezTo>
                  <a:cubicBezTo>
                    <a:pt x="12751" y="11793"/>
                    <a:pt x="11315" y="2807"/>
                    <a:pt x="11097" y="2590"/>
                  </a:cubicBezTo>
                  <a:cubicBezTo>
                    <a:pt x="10902" y="2350"/>
                    <a:pt x="5810" y="675"/>
                    <a:pt x="5810" y="675"/>
                  </a:cubicBezTo>
                  <a:lnTo>
                    <a:pt x="5832" y="218"/>
                  </a:lnTo>
                  <a:lnTo>
                    <a:pt x="2546"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49" name="Google Shape;1249;g39181ba8852_1_1397"/>
            <p:cNvSpPr/>
            <p:nvPr/>
          </p:nvSpPr>
          <p:spPr>
            <a:xfrm>
              <a:off x="2792753" y="3283592"/>
              <a:ext cx="344473" cy="465382"/>
            </a:xfrm>
            <a:custGeom>
              <a:rect b="b" l="l" r="r" t="t"/>
              <a:pathLst>
                <a:path extrusionOk="0" h="5762" w="4265">
                  <a:moveTo>
                    <a:pt x="1178" y="0"/>
                  </a:moveTo>
                  <a:cubicBezTo>
                    <a:pt x="1057" y="0"/>
                    <a:pt x="926" y="24"/>
                    <a:pt x="783" y="79"/>
                  </a:cubicBezTo>
                  <a:cubicBezTo>
                    <a:pt x="0" y="361"/>
                    <a:pt x="22" y="992"/>
                    <a:pt x="348" y="1710"/>
                  </a:cubicBezTo>
                  <a:cubicBezTo>
                    <a:pt x="653" y="2407"/>
                    <a:pt x="2763" y="5670"/>
                    <a:pt x="3264" y="5757"/>
                  </a:cubicBezTo>
                  <a:cubicBezTo>
                    <a:pt x="3278" y="5760"/>
                    <a:pt x="3293" y="5761"/>
                    <a:pt x="3310" y="5761"/>
                  </a:cubicBezTo>
                  <a:cubicBezTo>
                    <a:pt x="3588" y="5761"/>
                    <a:pt x="4265" y="5432"/>
                    <a:pt x="4265" y="5083"/>
                  </a:cubicBezTo>
                  <a:cubicBezTo>
                    <a:pt x="4265" y="4713"/>
                    <a:pt x="2850" y="1689"/>
                    <a:pt x="2502" y="1145"/>
                  </a:cubicBezTo>
                  <a:cubicBezTo>
                    <a:pt x="2190" y="704"/>
                    <a:pt x="1832" y="0"/>
                    <a:pt x="1178"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0" name="Google Shape;1250;g39181ba8852_1_1397"/>
            <p:cNvSpPr/>
            <p:nvPr/>
          </p:nvSpPr>
          <p:spPr>
            <a:xfrm>
              <a:off x="2344582" y="2973613"/>
              <a:ext cx="613429" cy="1258358"/>
            </a:xfrm>
            <a:custGeom>
              <a:rect b="b" l="l" r="r" t="t"/>
              <a:pathLst>
                <a:path extrusionOk="0" h="15580" w="7595">
                  <a:moveTo>
                    <a:pt x="4962" y="0"/>
                  </a:moveTo>
                  <a:cubicBezTo>
                    <a:pt x="4962" y="0"/>
                    <a:pt x="4287" y="2154"/>
                    <a:pt x="4048" y="2350"/>
                  </a:cubicBezTo>
                  <a:cubicBezTo>
                    <a:pt x="3613" y="2742"/>
                    <a:pt x="2547" y="2872"/>
                    <a:pt x="2111" y="3394"/>
                  </a:cubicBezTo>
                  <a:cubicBezTo>
                    <a:pt x="1567" y="4025"/>
                    <a:pt x="1937" y="7441"/>
                    <a:pt x="1872" y="8595"/>
                  </a:cubicBezTo>
                  <a:cubicBezTo>
                    <a:pt x="1828" y="9748"/>
                    <a:pt x="936" y="11989"/>
                    <a:pt x="458" y="13011"/>
                  </a:cubicBezTo>
                  <a:cubicBezTo>
                    <a:pt x="1" y="14034"/>
                    <a:pt x="2938" y="15535"/>
                    <a:pt x="3047" y="15579"/>
                  </a:cubicBezTo>
                  <a:cubicBezTo>
                    <a:pt x="3049" y="15579"/>
                    <a:pt x="3052" y="15579"/>
                    <a:pt x="3055" y="15579"/>
                  </a:cubicBezTo>
                  <a:cubicBezTo>
                    <a:pt x="3230" y="15579"/>
                    <a:pt x="4793" y="14943"/>
                    <a:pt x="5092" y="14643"/>
                  </a:cubicBezTo>
                  <a:cubicBezTo>
                    <a:pt x="5397" y="14360"/>
                    <a:pt x="5680" y="11532"/>
                    <a:pt x="5876" y="10836"/>
                  </a:cubicBezTo>
                  <a:cubicBezTo>
                    <a:pt x="6071" y="10118"/>
                    <a:pt x="6898" y="7724"/>
                    <a:pt x="6985" y="7572"/>
                  </a:cubicBezTo>
                  <a:cubicBezTo>
                    <a:pt x="7486" y="6571"/>
                    <a:pt x="7442" y="5657"/>
                    <a:pt x="7464" y="5418"/>
                  </a:cubicBezTo>
                  <a:cubicBezTo>
                    <a:pt x="7486" y="5179"/>
                    <a:pt x="7594" y="4809"/>
                    <a:pt x="7529" y="4635"/>
                  </a:cubicBezTo>
                  <a:cubicBezTo>
                    <a:pt x="7377" y="4286"/>
                    <a:pt x="6224" y="3568"/>
                    <a:pt x="6245" y="3416"/>
                  </a:cubicBezTo>
                  <a:cubicBezTo>
                    <a:pt x="6267" y="3264"/>
                    <a:pt x="6637" y="1219"/>
                    <a:pt x="6637" y="1219"/>
                  </a:cubicBezTo>
                  <a:lnTo>
                    <a:pt x="4962" y="0"/>
                  </a:ln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1" name="Google Shape;1251;g39181ba8852_1_1397"/>
            <p:cNvSpPr/>
            <p:nvPr/>
          </p:nvSpPr>
          <p:spPr>
            <a:xfrm>
              <a:off x="2931590" y="5092911"/>
              <a:ext cx="109036" cy="21161"/>
            </a:xfrm>
            <a:custGeom>
              <a:rect b="b" l="l" r="r" t="t"/>
              <a:pathLst>
                <a:path extrusionOk="0" h="262" w="1350">
                  <a:moveTo>
                    <a:pt x="0" y="0"/>
                  </a:moveTo>
                  <a:lnTo>
                    <a:pt x="0" y="261"/>
                  </a:lnTo>
                  <a:lnTo>
                    <a:pt x="1349" y="261"/>
                  </a:lnTo>
                  <a:lnTo>
                    <a:pt x="1349"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2" name="Google Shape;1252;g39181ba8852_1_1397"/>
            <p:cNvSpPr/>
            <p:nvPr/>
          </p:nvSpPr>
          <p:spPr>
            <a:xfrm>
              <a:off x="2908733" y="4940748"/>
              <a:ext cx="418295" cy="190934"/>
            </a:xfrm>
            <a:custGeom>
              <a:rect b="b" l="l" r="r" t="t"/>
              <a:pathLst>
                <a:path extrusionOk="0" h="2364" w="5179">
                  <a:moveTo>
                    <a:pt x="488" y="1"/>
                  </a:moveTo>
                  <a:cubicBezTo>
                    <a:pt x="396" y="1"/>
                    <a:pt x="335" y="4"/>
                    <a:pt x="327" y="13"/>
                  </a:cubicBezTo>
                  <a:cubicBezTo>
                    <a:pt x="152" y="274"/>
                    <a:pt x="44" y="775"/>
                    <a:pt x="22" y="1014"/>
                  </a:cubicBezTo>
                  <a:cubicBezTo>
                    <a:pt x="0" y="1297"/>
                    <a:pt x="152" y="1884"/>
                    <a:pt x="327" y="1884"/>
                  </a:cubicBezTo>
                  <a:cubicBezTo>
                    <a:pt x="849" y="1884"/>
                    <a:pt x="1458" y="1906"/>
                    <a:pt x="1980" y="1971"/>
                  </a:cubicBezTo>
                  <a:cubicBezTo>
                    <a:pt x="2524" y="2058"/>
                    <a:pt x="2720" y="2363"/>
                    <a:pt x="4069" y="2363"/>
                  </a:cubicBezTo>
                  <a:cubicBezTo>
                    <a:pt x="4461" y="2363"/>
                    <a:pt x="5179" y="2341"/>
                    <a:pt x="5157" y="2167"/>
                  </a:cubicBezTo>
                  <a:cubicBezTo>
                    <a:pt x="5135" y="1993"/>
                    <a:pt x="3851" y="1689"/>
                    <a:pt x="3438" y="1297"/>
                  </a:cubicBezTo>
                  <a:cubicBezTo>
                    <a:pt x="2415" y="296"/>
                    <a:pt x="1719" y="57"/>
                    <a:pt x="1719" y="57"/>
                  </a:cubicBezTo>
                  <a:cubicBezTo>
                    <a:pt x="1719" y="57"/>
                    <a:pt x="856" y="1"/>
                    <a:pt x="48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3" name="Google Shape;1253;g39181ba8852_1_1397"/>
            <p:cNvSpPr/>
            <p:nvPr/>
          </p:nvSpPr>
          <p:spPr>
            <a:xfrm>
              <a:off x="2385046" y="3163332"/>
              <a:ext cx="574742" cy="850239"/>
            </a:xfrm>
            <a:custGeom>
              <a:rect b="b" l="l" r="r" t="t"/>
              <a:pathLst>
                <a:path extrusionOk="0" h="10527" w="7116">
                  <a:moveTo>
                    <a:pt x="3547" y="1"/>
                  </a:moveTo>
                  <a:cubicBezTo>
                    <a:pt x="3547" y="1"/>
                    <a:pt x="2698" y="414"/>
                    <a:pt x="2263" y="501"/>
                  </a:cubicBezTo>
                  <a:cubicBezTo>
                    <a:pt x="1806" y="588"/>
                    <a:pt x="1436" y="850"/>
                    <a:pt x="1327" y="1394"/>
                  </a:cubicBezTo>
                  <a:cubicBezTo>
                    <a:pt x="1197" y="1916"/>
                    <a:pt x="1132" y="6224"/>
                    <a:pt x="1088" y="6463"/>
                  </a:cubicBezTo>
                  <a:cubicBezTo>
                    <a:pt x="958" y="7595"/>
                    <a:pt x="0" y="9313"/>
                    <a:pt x="196" y="9596"/>
                  </a:cubicBezTo>
                  <a:cubicBezTo>
                    <a:pt x="240" y="9683"/>
                    <a:pt x="1676" y="9901"/>
                    <a:pt x="3003" y="10336"/>
                  </a:cubicBezTo>
                  <a:cubicBezTo>
                    <a:pt x="3459" y="10482"/>
                    <a:pt x="3874" y="10527"/>
                    <a:pt x="4209" y="10527"/>
                  </a:cubicBezTo>
                  <a:cubicBezTo>
                    <a:pt x="4722" y="10527"/>
                    <a:pt x="5048" y="10423"/>
                    <a:pt x="5048" y="10423"/>
                  </a:cubicBezTo>
                  <a:cubicBezTo>
                    <a:pt x="5048" y="10423"/>
                    <a:pt x="5396" y="8639"/>
                    <a:pt x="5679" y="7877"/>
                  </a:cubicBezTo>
                  <a:cubicBezTo>
                    <a:pt x="6027" y="6985"/>
                    <a:pt x="6201" y="6267"/>
                    <a:pt x="6397" y="5723"/>
                  </a:cubicBezTo>
                  <a:cubicBezTo>
                    <a:pt x="6745" y="4831"/>
                    <a:pt x="7006" y="3765"/>
                    <a:pt x="7028" y="3504"/>
                  </a:cubicBezTo>
                  <a:cubicBezTo>
                    <a:pt x="7028" y="3265"/>
                    <a:pt x="7115" y="2286"/>
                    <a:pt x="7028" y="1937"/>
                  </a:cubicBezTo>
                  <a:cubicBezTo>
                    <a:pt x="6941" y="1611"/>
                    <a:pt x="5744" y="1067"/>
                    <a:pt x="5744" y="1067"/>
                  </a:cubicBezTo>
                  <a:lnTo>
                    <a:pt x="5353" y="1937"/>
                  </a:lnTo>
                  <a:lnTo>
                    <a:pt x="3547"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4" name="Google Shape;1254;g39181ba8852_1_1397"/>
            <p:cNvSpPr/>
            <p:nvPr/>
          </p:nvSpPr>
          <p:spPr>
            <a:xfrm>
              <a:off x="2385046" y="3202019"/>
              <a:ext cx="534277" cy="808483"/>
            </a:xfrm>
            <a:custGeom>
              <a:rect b="b" l="l" r="r" t="t"/>
              <a:pathLst>
                <a:path extrusionOk="0" h="10010" w="6615">
                  <a:moveTo>
                    <a:pt x="2307" y="1"/>
                  </a:moveTo>
                  <a:cubicBezTo>
                    <a:pt x="2285" y="1"/>
                    <a:pt x="2263" y="22"/>
                    <a:pt x="2263" y="22"/>
                  </a:cubicBezTo>
                  <a:cubicBezTo>
                    <a:pt x="1806" y="109"/>
                    <a:pt x="1436" y="371"/>
                    <a:pt x="1327" y="915"/>
                  </a:cubicBezTo>
                  <a:cubicBezTo>
                    <a:pt x="1197" y="1437"/>
                    <a:pt x="1132" y="5745"/>
                    <a:pt x="1088" y="5984"/>
                  </a:cubicBezTo>
                  <a:cubicBezTo>
                    <a:pt x="958" y="7116"/>
                    <a:pt x="0" y="8834"/>
                    <a:pt x="196" y="9117"/>
                  </a:cubicBezTo>
                  <a:cubicBezTo>
                    <a:pt x="240" y="9183"/>
                    <a:pt x="1393" y="9378"/>
                    <a:pt x="2589" y="9727"/>
                  </a:cubicBezTo>
                  <a:lnTo>
                    <a:pt x="4787" y="10009"/>
                  </a:lnTo>
                  <a:cubicBezTo>
                    <a:pt x="4939" y="9988"/>
                    <a:pt x="5048" y="9944"/>
                    <a:pt x="5048" y="9944"/>
                  </a:cubicBezTo>
                  <a:cubicBezTo>
                    <a:pt x="5048" y="9944"/>
                    <a:pt x="5396" y="8160"/>
                    <a:pt x="5679" y="7398"/>
                  </a:cubicBezTo>
                  <a:cubicBezTo>
                    <a:pt x="5875" y="6898"/>
                    <a:pt x="6506" y="5049"/>
                    <a:pt x="6615" y="4657"/>
                  </a:cubicBezTo>
                  <a:lnTo>
                    <a:pt x="6615" y="4657"/>
                  </a:lnTo>
                  <a:cubicBezTo>
                    <a:pt x="6615" y="4657"/>
                    <a:pt x="6214" y="5363"/>
                    <a:pt x="5752" y="5363"/>
                  </a:cubicBezTo>
                  <a:cubicBezTo>
                    <a:pt x="5721" y="5363"/>
                    <a:pt x="5689" y="5360"/>
                    <a:pt x="5657" y="5353"/>
                  </a:cubicBezTo>
                  <a:cubicBezTo>
                    <a:pt x="5244" y="5266"/>
                    <a:pt x="5157" y="5375"/>
                    <a:pt x="4504" y="3482"/>
                  </a:cubicBezTo>
                  <a:cubicBezTo>
                    <a:pt x="3358" y="151"/>
                    <a:pt x="2523" y="109"/>
                    <a:pt x="2482" y="109"/>
                  </a:cubicBezTo>
                  <a:cubicBezTo>
                    <a:pt x="2481" y="109"/>
                    <a:pt x="2481" y="109"/>
                    <a:pt x="2481" y="109"/>
                  </a:cubicBezTo>
                  <a:lnTo>
                    <a:pt x="230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5" name="Google Shape;1255;g39181ba8852_1_1397"/>
            <p:cNvSpPr/>
            <p:nvPr/>
          </p:nvSpPr>
          <p:spPr>
            <a:xfrm>
              <a:off x="2370993" y="3936585"/>
              <a:ext cx="796125" cy="1059831"/>
            </a:xfrm>
            <a:custGeom>
              <a:rect b="b" l="l" r="r" t="t"/>
              <a:pathLst>
                <a:path extrusionOk="0" h="13122" w="9857">
                  <a:moveTo>
                    <a:pt x="348" y="1"/>
                  </a:moveTo>
                  <a:cubicBezTo>
                    <a:pt x="348" y="1"/>
                    <a:pt x="0" y="1175"/>
                    <a:pt x="131" y="2133"/>
                  </a:cubicBezTo>
                  <a:cubicBezTo>
                    <a:pt x="261" y="3112"/>
                    <a:pt x="501" y="4200"/>
                    <a:pt x="2742" y="4396"/>
                  </a:cubicBezTo>
                  <a:cubicBezTo>
                    <a:pt x="5005" y="4613"/>
                    <a:pt x="6419" y="4744"/>
                    <a:pt x="6484" y="4744"/>
                  </a:cubicBezTo>
                  <a:cubicBezTo>
                    <a:pt x="6549" y="4744"/>
                    <a:pt x="6310" y="6680"/>
                    <a:pt x="6419" y="8029"/>
                  </a:cubicBezTo>
                  <a:cubicBezTo>
                    <a:pt x="6506" y="9400"/>
                    <a:pt x="6658" y="12968"/>
                    <a:pt x="6658" y="12968"/>
                  </a:cubicBezTo>
                  <a:cubicBezTo>
                    <a:pt x="6658" y="12968"/>
                    <a:pt x="7137" y="13099"/>
                    <a:pt x="8051" y="13121"/>
                  </a:cubicBezTo>
                  <a:cubicBezTo>
                    <a:pt x="8079" y="13121"/>
                    <a:pt x="8108" y="13122"/>
                    <a:pt x="8135" y="13122"/>
                  </a:cubicBezTo>
                  <a:cubicBezTo>
                    <a:pt x="8961" y="13122"/>
                    <a:pt x="9226" y="12816"/>
                    <a:pt x="9226" y="12816"/>
                  </a:cubicBezTo>
                  <a:cubicBezTo>
                    <a:pt x="9226" y="12816"/>
                    <a:pt x="9857" y="4352"/>
                    <a:pt x="9639" y="3656"/>
                  </a:cubicBezTo>
                  <a:cubicBezTo>
                    <a:pt x="9269" y="2481"/>
                    <a:pt x="5483" y="1502"/>
                    <a:pt x="5331" y="1284"/>
                  </a:cubicBezTo>
                  <a:cubicBezTo>
                    <a:pt x="5222" y="1110"/>
                    <a:pt x="5244" y="327"/>
                    <a:pt x="5244" y="327"/>
                  </a:cubicBezTo>
                  <a:lnTo>
                    <a:pt x="34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6" name="Google Shape;1256;g39181ba8852_1_1397"/>
            <p:cNvSpPr/>
            <p:nvPr/>
          </p:nvSpPr>
          <p:spPr>
            <a:xfrm>
              <a:off x="2490446" y="3210257"/>
              <a:ext cx="312893" cy="522243"/>
            </a:xfrm>
            <a:custGeom>
              <a:rect b="b" l="l" r="r" t="t"/>
              <a:pathLst>
                <a:path extrusionOk="0" h="6466" w="3874">
                  <a:moveTo>
                    <a:pt x="1107" y="0"/>
                  </a:moveTo>
                  <a:cubicBezTo>
                    <a:pt x="1066" y="0"/>
                    <a:pt x="1024" y="2"/>
                    <a:pt x="980" y="7"/>
                  </a:cubicBezTo>
                  <a:cubicBezTo>
                    <a:pt x="153" y="94"/>
                    <a:pt x="1" y="834"/>
                    <a:pt x="153" y="1661"/>
                  </a:cubicBezTo>
                  <a:cubicBezTo>
                    <a:pt x="305" y="2510"/>
                    <a:pt x="1720" y="6165"/>
                    <a:pt x="1959" y="6296"/>
                  </a:cubicBezTo>
                  <a:cubicBezTo>
                    <a:pt x="2083" y="6370"/>
                    <a:pt x="2638" y="6466"/>
                    <a:pt x="3105" y="6466"/>
                  </a:cubicBezTo>
                  <a:cubicBezTo>
                    <a:pt x="3457" y="6466"/>
                    <a:pt x="3759" y="6411"/>
                    <a:pt x="3787" y="6252"/>
                  </a:cubicBezTo>
                  <a:cubicBezTo>
                    <a:pt x="3874" y="5860"/>
                    <a:pt x="2633" y="2357"/>
                    <a:pt x="2394" y="1683"/>
                  </a:cubicBezTo>
                  <a:cubicBezTo>
                    <a:pt x="2145" y="1039"/>
                    <a:pt x="1955" y="0"/>
                    <a:pt x="1107"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7" name="Google Shape;1257;g39181ba8852_1_1397"/>
            <p:cNvSpPr/>
            <p:nvPr/>
          </p:nvSpPr>
          <p:spPr>
            <a:xfrm>
              <a:off x="2689049" y="3005192"/>
              <a:ext cx="175831" cy="179385"/>
            </a:xfrm>
            <a:custGeom>
              <a:rect b="b" l="l" r="r" t="t"/>
              <a:pathLst>
                <a:path extrusionOk="0" h="2221" w="2177">
                  <a:moveTo>
                    <a:pt x="588" y="1"/>
                  </a:moveTo>
                  <a:lnTo>
                    <a:pt x="0" y="1567"/>
                  </a:lnTo>
                  <a:lnTo>
                    <a:pt x="436" y="2068"/>
                  </a:lnTo>
                  <a:lnTo>
                    <a:pt x="2133" y="2220"/>
                  </a:lnTo>
                  <a:lnTo>
                    <a:pt x="2176" y="1915"/>
                  </a:lnTo>
                  <a:lnTo>
                    <a:pt x="784" y="110"/>
                  </a:lnTo>
                  <a:lnTo>
                    <a:pt x="588"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8" name="Google Shape;1258;g39181ba8852_1_1397"/>
            <p:cNvSpPr/>
            <p:nvPr/>
          </p:nvSpPr>
          <p:spPr>
            <a:xfrm>
              <a:off x="2617006" y="2787609"/>
              <a:ext cx="349804" cy="384534"/>
            </a:xfrm>
            <a:custGeom>
              <a:rect b="b" l="l" r="r" t="t"/>
              <a:pathLst>
                <a:path extrusionOk="0" h="4761" w="4331">
                  <a:moveTo>
                    <a:pt x="2143" y="1"/>
                  </a:moveTo>
                  <a:cubicBezTo>
                    <a:pt x="1634" y="1"/>
                    <a:pt x="1124" y="173"/>
                    <a:pt x="784" y="650"/>
                  </a:cubicBezTo>
                  <a:cubicBezTo>
                    <a:pt x="0" y="1737"/>
                    <a:pt x="370" y="2804"/>
                    <a:pt x="784" y="3456"/>
                  </a:cubicBezTo>
                  <a:cubicBezTo>
                    <a:pt x="1132" y="3978"/>
                    <a:pt x="1458" y="4261"/>
                    <a:pt x="2089" y="4544"/>
                  </a:cubicBezTo>
                  <a:cubicBezTo>
                    <a:pt x="2198" y="4599"/>
                    <a:pt x="3040" y="4760"/>
                    <a:pt x="3451" y="4760"/>
                  </a:cubicBezTo>
                  <a:cubicBezTo>
                    <a:pt x="3531" y="4760"/>
                    <a:pt x="3595" y="4754"/>
                    <a:pt x="3634" y="4740"/>
                  </a:cubicBezTo>
                  <a:cubicBezTo>
                    <a:pt x="3786" y="4675"/>
                    <a:pt x="3895" y="3478"/>
                    <a:pt x="3960" y="3478"/>
                  </a:cubicBezTo>
                  <a:cubicBezTo>
                    <a:pt x="4004" y="3478"/>
                    <a:pt x="4134" y="3413"/>
                    <a:pt x="4134" y="3304"/>
                  </a:cubicBezTo>
                  <a:cubicBezTo>
                    <a:pt x="4134" y="3173"/>
                    <a:pt x="3982" y="2303"/>
                    <a:pt x="4026" y="2216"/>
                  </a:cubicBezTo>
                  <a:cubicBezTo>
                    <a:pt x="4047" y="2129"/>
                    <a:pt x="4330" y="1128"/>
                    <a:pt x="3699" y="541"/>
                  </a:cubicBezTo>
                  <a:cubicBezTo>
                    <a:pt x="3398" y="264"/>
                    <a:pt x="2772" y="1"/>
                    <a:pt x="2143"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59" name="Google Shape;1259;g39181ba8852_1_1397"/>
            <p:cNvSpPr/>
            <p:nvPr/>
          </p:nvSpPr>
          <p:spPr>
            <a:xfrm>
              <a:off x="2617248" y="2777432"/>
              <a:ext cx="324928" cy="335104"/>
            </a:xfrm>
            <a:custGeom>
              <a:rect b="b" l="l" r="r" t="t"/>
              <a:pathLst>
                <a:path extrusionOk="0" h="4149" w="4023">
                  <a:moveTo>
                    <a:pt x="2337" y="0"/>
                  </a:moveTo>
                  <a:cubicBezTo>
                    <a:pt x="1870" y="0"/>
                    <a:pt x="812" y="240"/>
                    <a:pt x="432" y="1341"/>
                  </a:cubicBezTo>
                  <a:cubicBezTo>
                    <a:pt x="0" y="2595"/>
                    <a:pt x="920" y="4148"/>
                    <a:pt x="1210" y="4148"/>
                  </a:cubicBezTo>
                  <a:cubicBezTo>
                    <a:pt x="1212" y="4148"/>
                    <a:pt x="1214" y="4148"/>
                    <a:pt x="1216" y="4148"/>
                  </a:cubicBezTo>
                  <a:cubicBezTo>
                    <a:pt x="1325" y="4126"/>
                    <a:pt x="1673" y="3517"/>
                    <a:pt x="1325" y="2407"/>
                  </a:cubicBezTo>
                  <a:cubicBezTo>
                    <a:pt x="1323" y="2400"/>
                    <a:pt x="1325" y="2397"/>
                    <a:pt x="1330" y="2397"/>
                  </a:cubicBezTo>
                  <a:cubicBezTo>
                    <a:pt x="1400" y="2397"/>
                    <a:pt x="2038" y="3005"/>
                    <a:pt x="2174" y="3005"/>
                  </a:cubicBezTo>
                  <a:cubicBezTo>
                    <a:pt x="2184" y="3005"/>
                    <a:pt x="2191" y="3002"/>
                    <a:pt x="2195" y="2995"/>
                  </a:cubicBezTo>
                  <a:cubicBezTo>
                    <a:pt x="2260" y="2930"/>
                    <a:pt x="1781" y="1972"/>
                    <a:pt x="2021" y="1733"/>
                  </a:cubicBezTo>
                  <a:cubicBezTo>
                    <a:pt x="2576" y="1211"/>
                    <a:pt x="3076" y="1080"/>
                    <a:pt x="3438" y="1080"/>
                  </a:cubicBezTo>
                  <a:cubicBezTo>
                    <a:pt x="3800" y="1080"/>
                    <a:pt x="4023" y="1211"/>
                    <a:pt x="4023" y="1211"/>
                  </a:cubicBezTo>
                  <a:cubicBezTo>
                    <a:pt x="3783" y="145"/>
                    <a:pt x="2826" y="79"/>
                    <a:pt x="2500" y="14"/>
                  </a:cubicBezTo>
                  <a:cubicBezTo>
                    <a:pt x="2461" y="6"/>
                    <a:pt x="2405" y="0"/>
                    <a:pt x="2337"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0" name="Google Shape;1260;g39181ba8852_1_1397"/>
            <p:cNvSpPr/>
            <p:nvPr/>
          </p:nvSpPr>
          <p:spPr>
            <a:xfrm>
              <a:off x="2713683" y="2959640"/>
              <a:ext cx="66795" cy="104513"/>
            </a:xfrm>
            <a:custGeom>
              <a:rect b="b" l="l" r="r" t="t"/>
              <a:pathLst>
                <a:path extrusionOk="0" h="1294" w="827">
                  <a:moveTo>
                    <a:pt x="348" y="1"/>
                  </a:moveTo>
                  <a:cubicBezTo>
                    <a:pt x="314" y="1"/>
                    <a:pt x="278" y="8"/>
                    <a:pt x="239" y="21"/>
                  </a:cubicBezTo>
                  <a:cubicBezTo>
                    <a:pt x="65" y="64"/>
                    <a:pt x="0" y="412"/>
                    <a:pt x="109" y="761"/>
                  </a:cubicBezTo>
                  <a:cubicBezTo>
                    <a:pt x="206" y="1070"/>
                    <a:pt x="405" y="1294"/>
                    <a:pt x="586" y="1294"/>
                  </a:cubicBezTo>
                  <a:cubicBezTo>
                    <a:pt x="609" y="1294"/>
                    <a:pt x="631" y="1290"/>
                    <a:pt x="653" y="1283"/>
                  </a:cubicBezTo>
                  <a:cubicBezTo>
                    <a:pt x="827" y="1239"/>
                    <a:pt x="783" y="761"/>
                    <a:pt x="675" y="412"/>
                  </a:cubicBezTo>
                  <a:cubicBezTo>
                    <a:pt x="587" y="116"/>
                    <a:pt x="486" y="1"/>
                    <a:pt x="348"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1" name="Google Shape;1261;g39181ba8852_1_1397"/>
            <p:cNvSpPr/>
            <p:nvPr/>
          </p:nvSpPr>
          <p:spPr>
            <a:xfrm>
              <a:off x="2783949" y="3279393"/>
              <a:ext cx="35215" cy="40465"/>
            </a:xfrm>
            <a:custGeom>
              <a:rect b="b" l="l" r="r" t="t"/>
              <a:pathLst>
                <a:path extrusionOk="0" h="501" w="436">
                  <a:moveTo>
                    <a:pt x="436" y="0"/>
                  </a:moveTo>
                  <a:lnTo>
                    <a:pt x="0" y="44"/>
                  </a:lnTo>
                  <a:lnTo>
                    <a:pt x="414" y="500"/>
                  </a:lnTo>
                  <a:lnTo>
                    <a:pt x="436"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2" name="Google Shape;1262;g39181ba8852_1_1397"/>
            <p:cNvSpPr/>
            <p:nvPr/>
          </p:nvSpPr>
          <p:spPr>
            <a:xfrm>
              <a:off x="2936840" y="3254759"/>
              <a:ext cx="247875" cy="504393"/>
            </a:xfrm>
            <a:custGeom>
              <a:rect b="b" l="l" r="r" t="t"/>
              <a:pathLst>
                <a:path extrusionOk="0" h="6245" w="3069">
                  <a:moveTo>
                    <a:pt x="958" y="0"/>
                  </a:moveTo>
                  <a:lnTo>
                    <a:pt x="0" y="262"/>
                  </a:lnTo>
                  <a:cubicBezTo>
                    <a:pt x="0" y="262"/>
                    <a:pt x="958" y="4961"/>
                    <a:pt x="1023" y="5201"/>
                  </a:cubicBezTo>
                  <a:cubicBezTo>
                    <a:pt x="1103" y="5420"/>
                    <a:pt x="1256" y="6244"/>
                    <a:pt x="1970" y="6244"/>
                  </a:cubicBezTo>
                  <a:cubicBezTo>
                    <a:pt x="2034" y="6244"/>
                    <a:pt x="2103" y="6238"/>
                    <a:pt x="2176" y="6223"/>
                  </a:cubicBezTo>
                  <a:cubicBezTo>
                    <a:pt x="3068" y="6049"/>
                    <a:pt x="2655" y="4156"/>
                    <a:pt x="2350" y="3308"/>
                  </a:cubicBezTo>
                  <a:cubicBezTo>
                    <a:pt x="2067" y="2437"/>
                    <a:pt x="958" y="0"/>
                    <a:pt x="958"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3" name="Google Shape;1263;g39181ba8852_1_1397"/>
            <p:cNvSpPr/>
            <p:nvPr/>
          </p:nvSpPr>
          <p:spPr>
            <a:xfrm>
              <a:off x="2817306" y="3281089"/>
              <a:ext cx="24715" cy="38768"/>
            </a:xfrm>
            <a:custGeom>
              <a:rect b="b" l="l" r="r" t="t"/>
              <a:pathLst>
                <a:path extrusionOk="0" h="480" w="306">
                  <a:moveTo>
                    <a:pt x="175" y="1"/>
                  </a:moveTo>
                  <a:lnTo>
                    <a:pt x="1" y="479"/>
                  </a:lnTo>
                  <a:lnTo>
                    <a:pt x="305" y="262"/>
                  </a:lnTo>
                  <a:lnTo>
                    <a:pt x="175"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4" name="Google Shape;1264;g39181ba8852_1_1397"/>
            <p:cNvSpPr/>
            <p:nvPr/>
          </p:nvSpPr>
          <p:spPr>
            <a:xfrm>
              <a:off x="2386823" y="3936585"/>
              <a:ext cx="409491" cy="72125"/>
            </a:xfrm>
            <a:custGeom>
              <a:rect b="b" l="l" r="r" t="t"/>
              <a:pathLst>
                <a:path extrusionOk="0" h="893" w="5070">
                  <a:moveTo>
                    <a:pt x="152" y="1"/>
                  </a:moveTo>
                  <a:lnTo>
                    <a:pt x="0" y="523"/>
                  </a:lnTo>
                  <a:lnTo>
                    <a:pt x="5070" y="893"/>
                  </a:lnTo>
                  <a:lnTo>
                    <a:pt x="5048" y="327"/>
                  </a:lnTo>
                  <a:lnTo>
                    <a:pt x="152" y="1"/>
                  </a:lnTo>
                  <a:close/>
                </a:path>
              </a:pathLst>
            </a:custGeom>
            <a:solidFill>
              <a:srgbClr val="3B1B1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5" name="Google Shape;1265;g39181ba8852_1_1397"/>
            <p:cNvSpPr/>
            <p:nvPr/>
          </p:nvSpPr>
          <p:spPr>
            <a:xfrm>
              <a:off x="2734763" y="3959442"/>
              <a:ext cx="61545" cy="49268"/>
            </a:xfrm>
            <a:custGeom>
              <a:rect b="b" l="l" r="r" t="t"/>
              <a:pathLst>
                <a:path extrusionOk="0" h="610" w="762">
                  <a:moveTo>
                    <a:pt x="305" y="0"/>
                  </a:moveTo>
                  <a:cubicBezTo>
                    <a:pt x="131" y="0"/>
                    <a:pt x="0" y="131"/>
                    <a:pt x="0" y="305"/>
                  </a:cubicBezTo>
                  <a:cubicBezTo>
                    <a:pt x="0" y="457"/>
                    <a:pt x="131" y="610"/>
                    <a:pt x="305" y="610"/>
                  </a:cubicBezTo>
                  <a:lnTo>
                    <a:pt x="457" y="610"/>
                  </a:lnTo>
                  <a:cubicBezTo>
                    <a:pt x="631" y="610"/>
                    <a:pt x="762" y="457"/>
                    <a:pt x="762" y="305"/>
                  </a:cubicBezTo>
                  <a:cubicBezTo>
                    <a:pt x="762" y="131"/>
                    <a:pt x="631" y="0"/>
                    <a:pt x="457" y="0"/>
                  </a:cubicBezTo>
                  <a:close/>
                </a:path>
              </a:pathLst>
            </a:custGeom>
            <a:solidFill>
              <a:srgbClr val="722C1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6" name="Google Shape;1266;g39181ba8852_1_1397"/>
            <p:cNvSpPr/>
            <p:nvPr/>
          </p:nvSpPr>
          <p:spPr>
            <a:xfrm>
              <a:off x="2796226" y="3302169"/>
              <a:ext cx="49268" cy="47572"/>
            </a:xfrm>
            <a:custGeom>
              <a:rect b="b" l="l" r="r" t="t"/>
              <a:pathLst>
                <a:path extrusionOk="0" h="589" w="610">
                  <a:moveTo>
                    <a:pt x="1" y="1"/>
                  </a:moveTo>
                  <a:lnTo>
                    <a:pt x="175" y="588"/>
                  </a:lnTo>
                  <a:lnTo>
                    <a:pt x="501" y="588"/>
                  </a:lnTo>
                  <a:lnTo>
                    <a:pt x="610"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7" name="Google Shape;1267;g39181ba8852_1_1397"/>
            <p:cNvSpPr/>
            <p:nvPr/>
          </p:nvSpPr>
          <p:spPr>
            <a:xfrm>
              <a:off x="2782173" y="3349659"/>
              <a:ext cx="73902" cy="681920"/>
            </a:xfrm>
            <a:custGeom>
              <a:rect b="b" l="l" r="r" t="t"/>
              <a:pathLst>
                <a:path extrusionOk="0" h="8443" w="915">
                  <a:moveTo>
                    <a:pt x="349" y="0"/>
                  </a:moveTo>
                  <a:cubicBezTo>
                    <a:pt x="349" y="0"/>
                    <a:pt x="479" y="1610"/>
                    <a:pt x="349" y="2807"/>
                  </a:cubicBezTo>
                  <a:cubicBezTo>
                    <a:pt x="196" y="4004"/>
                    <a:pt x="1" y="7550"/>
                    <a:pt x="1" y="7550"/>
                  </a:cubicBezTo>
                  <a:lnTo>
                    <a:pt x="436" y="8442"/>
                  </a:lnTo>
                  <a:lnTo>
                    <a:pt x="914" y="7594"/>
                  </a:lnTo>
                  <a:cubicBezTo>
                    <a:pt x="914" y="7594"/>
                    <a:pt x="806" y="4113"/>
                    <a:pt x="827" y="2785"/>
                  </a:cubicBezTo>
                  <a:cubicBezTo>
                    <a:pt x="871" y="1480"/>
                    <a:pt x="675" y="0"/>
                    <a:pt x="67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8" name="Google Shape;1268;g39181ba8852_1_1397"/>
            <p:cNvSpPr/>
            <p:nvPr/>
          </p:nvSpPr>
          <p:spPr>
            <a:xfrm>
              <a:off x="2653916" y="3131752"/>
              <a:ext cx="165250" cy="189884"/>
            </a:xfrm>
            <a:custGeom>
              <a:rect b="b" l="l" r="r" t="t"/>
              <a:pathLst>
                <a:path extrusionOk="0" h="2351" w="2046">
                  <a:moveTo>
                    <a:pt x="435" y="0"/>
                  </a:moveTo>
                  <a:lnTo>
                    <a:pt x="0" y="436"/>
                  </a:lnTo>
                  <a:lnTo>
                    <a:pt x="1697" y="2350"/>
                  </a:lnTo>
                  <a:lnTo>
                    <a:pt x="2046" y="1828"/>
                  </a:lnTo>
                  <a:lnTo>
                    <a:pt x="435"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69" name="Google Shape;1269;g39181ba8852_1_1397"/>
            <p:cNvSpPr/>
            <p:nvPr/>
          </p:nvSpPr>
          <p:spPr>
            <a:xfrm>
              <a:off x="2831359" y="3228429"/>
              <a:ext cx="40545" cy="91429"/>
            </a:xfrm>
            <a:custGeom>
              <a:rect b="b" l="l" r="r" t="t"/>
              <a:pathLst>
                <a:path extrusionOk="0" h="1132" w="502">
                  <a:moveTo>
                    <a:pt x="262" y="0"/>
                  </a:moveTo>
                  <a:lnTo>
                    <a:pt x="1" y="653"/>
                  </a:lnTo>
                  <a:lnTo>
                    <a:pt x="175" y="1131"/>
                  </a:lnTo>
                  <a:lnTo>
                    <a:pt x="501" y="348"/>
                  </a:lnTo>
                  <a:lnTo>
                    <a:pt x="262"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0" name="Google Shape;1270;g39181ba8852_1_1397"/>
            <p:cNvSpPr/>
            <p:nvPr/>
          </p:nvSpPr>
          <p:spPr>
            <a:xfrm>
              <a:off x="3332189" y="3531705"/>
              <a:ext cx="21161" cy="26088"/>
            </a:xfrm>
            <a:custGeom>
              <a:rect b="b" l="l" r="r" t="t"/>
              <a:pathLst>
                <a:path extrusionOk="0" h="323" w="262">
                  <a:moveTo>
                    <a:pt x="172" y="1"/>
                  </a:moveTo>
                  <a:cubicBezTo>
                    <a:pt x="145" y="1"/>
                    <a:pt x="110" y="21"/>
                    <a:pt x="110" y="53"/>
                  </a:cubicBezTo>
                  <a:lnTo>
                    <a:pt x="23" y="205"/>
                  </a:lnTo>
                  <a:cubicBezTo>
                    <a:pt x="1" y="249"/>
                    <a:pt x="1" y="292"/>
                    <a:pt x="44" y="314"/>
                  </a:cubicBezTo>
                  <a:cubicBezTo>
                    <a:pt x="57" y="320"/>
                    <a:pt x="70" y="323"/>
                    <a:pt x="82" y="323"/>
                  </a:cubicBezTo>
                  <a:cubicBezTo>
                    <a:pt x="112" y="323"/>
                    <a:pt x="138" y="307"/>
                    <a:pt x="153" y="292"/>
                  </a:cubicBezTo>
                  <a:lnTo>
                    <a:pt x="240" y="118"/>
                  </a:lnTo>
                  <a:cubicBezTo>
                    <a:pt x="262" y="74"/>
                    <a:pt x="240" y="31"/>
                    <a:pt x="197" y="9"/>
                  </a:cubicBezTo>
                  <a:cubicBezTo>
                    <a:pt x="191" y="3"/>
                    <a:pt x="182" y="1"/>
                    <a:pt x="172"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1" name="Google Shape;1271;g39181ba8852_1_1397"/>
            <p:cNvSpPr/>
            <p:nvPr/>
          </p:nvSpPr>
          <p:spPr>
            <a:xfrm>
              <a:off x="3235593" y="3544628"/>
              <a:ext cx="114286" cy="209349"/>
            </a:xfrm>
            <a:custGeom>
              <a:rect b="b" l="l" r="r" t="t"/>
              <a:pathLst>
                <a:path extrusionOk="0" h="2592" w="1415">
                  <a:moveTo>
                    <a:pt x="1254" y="1"/>
                  </a:moveTo>
                  <a:cubicBezTo>
                    <a:pt x="1209" y="1"/>
                    <a:pt x="1167" y="25"/>
                    <a:pt x="1153" y="67"/>
                  </a:cubicBezTo>
                  <a:lnTo>
                    <a:pt x="131" y="2156"/>
                  </a:lnTo>
                  <a:cubicBezTo>
                    <a:pt x="109" y="2221"/>
                    <a:pt x="0" y="2547"/>
                    <a:pt x="65" y="2591"/>
                  </a:cubicBezTo>
                  <a:cubicBezTo>
                    <a:pt x="69" y="2592"/>
                    <a:pt x="73" y="2592"/>
                    <a:pt x="76" y="2592"/>
                  </a:cubicBezTo>
                  <a:cubicBezTo>
                    <a:pt x="168" y="2592"/>
                    <a:pt x="349" y="2348"/>
                    <a:pt x="370" y="2264"/>
                  </a:cubicBezTo>
                  <a:lnTo>
                    <a:pt x="1393" y="197"/>
                  </a:lnTo>
                  <a:cubicBezTo>
                    <a:pt x="1414" y="132"/>
                    <a:pt x="1393" y="45"/>
                    <a:pt x="1327" y="23"/>
                  </a:cubicBezTo>
                  <a:cubicBezTo>
                    <a:pt x="1304" y="8"/>
                    <a:pt x="1278" y="1"/>
                    <a:pt x="1254"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2" name="Google Shape;1272;g39181ba8852_1_1397"/>
            <p:cNvSpPr/>
            <p:nvPr/>
          </p:nvSpPr>
          <p:spPr>
            <a:xfrm>
              <a:off x="3318136" y="3560539"/>
              <a:ext cx="26492" cy="19384"/>
            </a:xfrm>
            <a:custGeom>
              <a:rect b="b" l="l" r="r" t="t"/>
              <a:pathLst>
                <a:path extrusionOk="0" h="240" w="328">
                  <a:moveTo>
                    <a:pt x="44" y="0"/>
                  </a:moveTo>
                  <a:lnTo>
                    <a:pt x="1" y="109"/>
                  </a:lnTo>
                  <a:lnTo>
                    <a:pt x="262" y="240"/>
                  </a:lnTo>
                  <a:lnTo>
                    <a:pt x="327" y="109"/>
                  </a:lnTo>
                  <a:lnTo>
                    <a:pt x="44"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3" name="Google Shape;1273;g39181ba8852_1_1397"/>
            <p:cNvSpPr/>
            <p:nvPr/>
          </p:nvSpPr>
          <p:spPr>
            <a:xfrm>
              <a:off x="3304083" y="3559812"/>
              <a:ext cx="35215" cy="62999"/>
            </a:xfrm>
            <a:custGeom>
              <a:rect b="b" l="l" r="r" t="t"/>
              <a:pathLst>
                <a:path extrusionOk="0" h="780" w="436">
                  <a:moveTo>
                    <a:pt x="374" y="0"/>
                  </a:moveTo>
                  <a:cubicBezTo>
                    <a:pt x="360" y="0"/>
                    <a:pt x="349" y="16"/>
                    <a:pt x="349" y="31"/>
                  </a:cubicBezTo>
                  <a:lnTo>
                    <a:pt x="23" y="727"/>
                  </a:lnTo>
                  <a:cubicBezTo>
                    <a:pt x="1" y="749"/>
                    <a:pt x="23" y="771"/>
                    <a:pt x="44" y="771"/>
                  </a:cubicBezTo>
                  <a:cubicBezTo>
                    <a:pt x="51" y="777"/>
                    <a:pt x="57" y="780"/>
                    <a:pt x="63" y="780"/>
                  </a:cubicBezTo>
                  <a:cubicBezTo>
                    <a:pt x="77" y="780"/>
                    <a:pt x="88" y="764"/>
                    <a:pt x="88" y="749"/>
                  </a:cubicBezTo>
                  <a:lnTo>
                    <a:pt x="414" y="53"/>
                  </a:lnTo>
                  <a:cubicBezTo>
                    <a:pt x="436" y="31"/>
                    <a:pt x="414" y="9"/>
                    <a:pt x="392" y="9"/>
                  </a:cubicBezTo>
                  <a:cubicBezTo>
                    <a:pt x="386" y="3"/>
                    <a:pt x="380" y="0"/>
                    <a:pt x="374" y="0"/>
                  </a:cubicBez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4" name="Google Shape;1274;g39181ba8852_1_1397"/>
            <p:cNvSpPr/>
            <p:nvPr/>
          </p:nvSpPr>
          <p:spPr>
            <a:xfrm>
              <a:off x="2632836" y="3626040"/>
              <a:ext cx="516750" cy="145462"/>
            </a:xfrm>
            <a:custGeom>
              <a:rect b="b" l="l" r="r" t="t"/>
              <a:pathLst>
                <a:path extrusionOk="0" h="1801" w="6398">
                  <a:moveTo>
                    <a:pt x="1135" y="1"/>
                  </a:moveTo>
                  <a:cubicBezTo>
                    <a:pt x="761" y="1"/>
                    <a:pt x="208" y="104"/>
                    <a:pt x="109" y="799"/>
                  </a:cubicBezTo>
                  <a:cubicBezTo>
                    <a:pt x="0" y="1691"/>
                    <a:pt x="1850" y="1800"/>
                    <a:pt x="2763" y="1800"/>
                  </a:cubicBezTo>
                  <a:cubicBezTo>
                    <a:pt x="3677" y="1800"/>
                    <a:pt x="6332" y="1561"/>
                    <a:pt x="6332" y="1561"/>
                  </a:cubicBezTo>
                  <a:lnTo>
                    <a:pt x="6397" y="560"/>
                  </a:lnTo>
                  <a:cubicBezTo>
                    <a:pt x="6397" y="560"/>
                    <a:pt x="1676" y="16"/>
                    <a:pt x="1414" y="16"/>
                  </a:cubicBezTo>
                  <a:cubicBezTo>
                    <a:pt x="1352" y="11"/>
                    <a:pt x="1252" y="1"/>
                    <a:pt x="1135"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5" name="Google Shape;1275;g39181ba8852_1_1397"/>
            <p:cNvSpPr/>
            <p:nvPr/>
          </p:nvSpPr>
          <p:spPr>
            <a:xfrm>
              <a:off x="3235593" y="3730955"/>
              <a:ext cx="77375" cy="26492"/>
            </a:xfrm>
            <a:custGeom>
              <a:rect b="b" l="l" r="r" t="t"/>
              <a:pathLst>
                <a:path extrusionOk="0" h="328" w="958">
                  <a:moveTo>
                    <a:pt x="153" y="1"/>
                  </a:moveTo>
                  <a:cubicBezTo>
                    <a:pt x="65" y="1"/>
                    <a:pt x="0" y="66"/>
                    <a:pt x="0" y="153"/>
                  </a:cubicBezTo>
                  <a:cubicBezTo>
                    <a:pt x="0" y="240"/>
                    <a:pt x="65" y="305"/>
                    <a:pt x="153" y="305"/>
                  </a:cubicBezTo>
                  <a:lnTo>
                    <a:pt x="805" y="327"/>
                  </a:lnTo>
                  <a:cubicBezTo>
                    <a:pt x="871" y="327"/>
                    <a:pt x="958" y="262"/>
                    <a:pt x="958" y="175"/>
                  </a:cubicBezTo>
                  <a:cubicBezTo>
                    <a:pt x="958" y="88"/>
                    <a:pt x="892" y="23"/>
                    <a:pt x="805" y="23"/>
                  </a:cubicBezTo>
                  <a:lnTo>
                    <a:pt x="153" y="1"/>
                  </a:ln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6" name="Google Shape;1276;g39181ba8852_1_1397"/>
            <p:cNvSpPr/>
            <p:nvPr/>
          </p:nvSpPr>
          <p:spPr>
            <a:xfrm>
              <a:off x="3239066" y="3708098"/>
              <a:ext cx="77456" cy="26492"/>
            </a:xfrm>
            <a:custGeom>
              <a:rect b="b" l="l" r="r" t="t"/>
              <a:pathLst>
                <a:path extrusionOk="0" h="328" w="959">
                  <a:moveTo>
                    <a:pt x="153" y="1"/>
                  </a:moveTo>
                  <a:cubicBezTo>
                    <a:pt x="66" y="1"/>
                    <a:pt x="1" y="66"/>
                    <a:pt x="1" y="153"/>
                  </a:cubicBezTo>
                  <a:cubicBezTo>
                    <a:pt x="1" y="240"/>
                    <a:pt x="66" y="306"/>
                    <a:pt x="131" y="306"/>
                  </a:cubicBezTo>
                  <a:lnTo>
                    <a:pt x="784" y="327"/>
                  </a:lnTo>
                  <a:cubicBezTo>
                    <a:pt x="871" y="327"/>
                    <a:pt x="936" y="262"/>
                    <a:pt x="936" y="175"/>
                  </a:cubicBezTo>
                  <a:cubicBezTo>
                    <a:pt x="958" y="88"/>
                    <a:pt x="871" y="23"/>
                    <a:pt x="806" y="23"/>
                  </a:cubicBezTo>
                  <a:lnTo>
                    <a:pt x="153" y="1"/>
                  </a:ln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7" name="Google Shape;1277;g39181ba8852_1_1397"/>
            <p:cNvSpPr/>
            <p:nvPr/>
          </p:nvSpPr>
          <p:spPr>
            <a:xfrm>
              <a:off x="3239066" y="3685322"/>
              <a:ext cx="77456" cy="26411"/>
            </a:xfrm>
            <a:custGeom>
              <a:rect b="b" l="l" r="r" t="t"/>
              <a:pathLst>
                <a:path extrusionOk="0" h="327" w="959">
                  <a:moveTo>
                    <a:pt x="175" y="0"/>
                  </a:moveTo>
                  <a:cubicBezTo>
                    <a:pt x="88" y="0"/>
                    <a:pt x="22" y="65"/>
                    <a:pt x="1" y="152"/>
                  </a:cubicBezTo>
                  <a:cubicBezTo>
                    <a:pt x="1" y="239"/>
                    <a:pt x="66" y="305"/>
                    <a:pt x="153" y="305"/>
                  </a:cubicBezTo>
                  <a:lnTo>
                    <a:pt x="806" y="327"/>
                  </a:lnTo>
                  <a:cubicBezTo>
                    <a:pt x="893" y="327"/>
                    <a:pt x="958" y="261"/>
                    <a:pt x="958" y="174"/>
                  </a:cubicBezTo>
                  <a:cubicBezTo>
                    <a:pt x="958" y="87"/>
                    <a:pt x="893" y="22"/>
                    <a:pt x="806" y="22"/>
                  </a:cubicBezTo>
                  <a:lnTo>
                    <a:pt x="175" y="0"/>
                  </a:ln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8" name="Google Shape;1278;g39181ba8852_1_1397"/>
            <p:cNvSpPr/>
            <p:nvPr/>
          </p:nvSpPr>
          <p:spPr>
            <a:xfrm>
              <a:off x="3239066" y="3664242"/>
              <a:ext cx="77456" cy="26411"/>
            </a:xfrm>
            <a:custGeom>
              <a:rect b="b" l="l" r="r" t="t"/>
              <a:pathLst>
                <a:path extrusionOk="0" h="327" w="959">
                  <a:moveTo>
                    <a:pt x="153" y="0"/>
                  </a:moveTo>
                  <a:cubicBezTo>
                    <a:pt x="66" y="0"/>
                    <a:pt x="1" y="65"/>
                    <a:pt x="1" y="152"/>
                  </a:cubicBezTo>
                  <a:cubicBezTo>
                    <a:pt x="1" y="218"/>
                    <a:pt x="66" y="305"/>
                    <a:pt x="153" y="305"/>
                  </a:cubicBezTo>
                  <a:lnTo>
                    <a:pt x="806" y="326"/>
                  </a:lnTo>
                  <a:cubicBezTo>
                    <a:pt x="893" y="326"/>
                    <a:pt x="958" y="261"/>
                    <a:pt x="958" y="174"/>
                  </a:cubicBezTo>
                  <a:cubicBezTo>
                    <a:pt x="958" y="87"/>
                    <a:pt x="893" y="22"/>
                    <a:pt x="806" y="22"/>
                  </a:cubicBezTo>
                  <a:lnTo>
                    <a:pt x="153" y="0"/>
                  </a:ln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79" name="Google Shape;1279;g39181ba8852_1_1397"/>
            <p:cNvSpPr/>
            <p:nvPr/>
          </p:nvSpPr>
          <p:spPr>
            <a:xfrm>
              <a:off x="3130113" y="3653500"/>
              <a:ext cx="179385" cy="114609"/>
            </a:xfrm>
            <a:custGeom>
              <a:rect b="b" l="l" r="r" t="t"/>
              <a:pathLst>
                <a:path extrusionOk="0" h="1419" w="2221">
                  <a:moveTo>
                    <a:pt x="1255" y="1"/>
                  </a:moveTo>
                  <a:cubicBezTo>
                    <a:pt x="1241" y="1"/>
                    <a:pt x="1229" y="1"/>
                    <a:pt x="1219" y="2"/>
                  </a:cubicBezTo>
                  <a:cubicBezTo>
                    <a:pt x="1002" y="24"/>
                    <a:pt x="1" y="438"/>
                    <a:pt x="1" y="438"/>
                  </a:cubicBezTo>
                  <a:lnTo>
                    <a:pt x="436" y="1286"/>
                  </a:lnTo>
                  <a:cubicBezTo>
                    <a:pt x="436" y="1286"/>
                    <a:pt x="740" y="1395"/>
                    <a:pt x="1089" y="1417"/>
                  </a:cubicBezTo>
                  <a:cubicBezTo>
                    <a:pt x="1110" y="1418"/>
                    <a:pt x="1134" y="1419"/>
                    <a:pt x="1159" y="1419"/>
                  </a:cubicBezTo>
                  <a:cubicBezTo>
                    <a:pt x="1505" y="1419"/>
                    <a:pt x="2111" y="1286"/>
                    <a:pt x="2111" y="1286"/>
                  </a:cubicBezTo>
                  <a:cubicBezTo>
                    <a:pt x="2111" y="1286"/>
                    <a:pt x="2002" y="808"/>
                    <a:pt x="1981" y="612"/>
                  </a:cubicBezTo>
                  <a:cubicBezTo>
                    <a:pt x="1959" y="438"/>
                    <a:pt x="2220" y="177"/>
                    <a:pt x="2220" y="177"/>
                  </a:cubicBezTo>
                  <a:cubicBezTo>
                    <a:pt x="2220" y="177"/>
                    <a:pt x="1498" y="1"/>
                    <a:pt x="1255" y="1"/>
                  </a:cubicBezTo>
                  <a:close/>
                </a:path>
              </a:pathLst>
            </a:custGeom>
            <a:solidFill>
              <a:srgbClr val="FAD9C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0" name="Google Shape;1280;g39181ba8852_1_1397"/>
            <p:cNvSpPr/>
            <p:nvPr/>
          </p:nvSpPr>
          <p:spPr>
            <a:xfrm>
              <a:off x="3094979" y="3664242"/>
              <a:ext cx="73902" cy="98456"/>
            </a:xfrm>
            <a:custGeom>
              <a:rect b="b" l="l" r="r" t="t"/>
              <a:pathLst>
                <a:path extrusionOk="0" h="1219" w="915">
                  <a:moveTo>
                    <a:pt x="22" y="0"/>
                  </a:moveTo>
                  <a:lnTo>
                    <a:pt x="1" y="1218"/>
                  </a:lnTo>
                  <a:lnTo>
                    <a:pt x="893" y="1218"/>
                  </a:lnTo>
                  <a:lnTo>
                    <a:pt x="914"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1" name="Google Shape;1281;g39181ba8852_1_1397"/>
            <p:cNvSpPr/>
            <p:nvPr/>
          </p:nvSpPr>
          <p:spPr>
            <a:xfrm>
              <a:off x="2926259" y="3235456"/>
              <a:ext cx="116063" cy="96679"/>
            </a:xfrm>
            <a:custGeom>
              <a:rect b="b" l="l" r="r" t="t"/>
              <a:pathLst>
                <a:path extrusionOk="0" h="1197" w="1437">
                  <a:moveTo>
                    <a:pt x="1197" y="0"/>
                  </a:moveTo>
                  <a:lnTo>
                    <a:pt x="1" y="326"/>
                  </a:lnTo>
                  <a:lnTo>
                    <a:pt x="262" y="1197"/>
                  </a:lnTo>
                  <a:lnTo>
                    <a:pt x="1437" y="849"/>
                  </a:lnTo>
                  <a:lnTo>
                    <a:pt x="1197" y="0"/>
                  </a:lnTo>
                  <a:close/>
                </a:path>
              </a:pathLst>
            </a:custGeom>
            <a:solidFill>
              <a:schemeClr val="l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2" name="Google Shape;1282;g39181ba8852_1_1397"/>
            <p:cNvSpPr/>
            <p:nvPr/>
          </p:nvSpPr>
          <p:spPr>
            <a:xfrm>
              <a:off x="2511525" y="4309158"/>
              <a:ext cx="98536" cy="701223"/>
            </a:xfrm>
            <a:custGeom>
              <a:rect b="b" l="l" r="r" t="t"/>
              <a:pathLst>
                <a:path extrusionOk="0" h="8682" w="1220">
                  <a:moveTo>
                    <a:pt x="1" y="0"/>
                  </a:moveTo>
                  <a:lnTo>
                    <a:pt x="1" y="8682"/>
                  </a:lnTo>
                  <a:lnTo>
                    <a:pt x="1219" y="8682"/>
                  </a:lnTo>
                  <a:lnTo>
                    <a:pt x="1219"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3" name="Google Shape;1283;g39181ba8852_1_1397"/>
            <p:cNvSpPr/>
            <p:nvPr/>
          </p:nvSpPr>
          <p:spPr>
            <a:xfrm>
              <a:off x="2270762" y="4121135"/>
              <a:ext cx="54599" cy="195134"/>
            </a:xfrm>
            <a:custGeom>
              <a:rect b="b" l="l" r="r" t="t"/>
              <a:pathLst>
                <a:path extrusionOk="0" h="2416" w="676">
                  <a:moveTo>
                    <a:pt x="1" y="0"/>
                  </a:moveTo>
                  <a:lnTo>
                    <a:pt x="1" y="2415"/>
                  </a:lnTo>
                  <a:lnTo>
                    <a:pt x="675" y="2415"/>
                  </a:lnTo>
                  <a:lnTo>
                    <a:pt x="675"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4" name="Google Shape;1284;g39181ba8852_1_1397"/>
            <p:cNvSpPr/>
            <p:nvPr/>
          </p:nvSpPr>
          <p:spPr>
            <a:xfrm>
              <a:off x="2270762" y="4235338"/>
              <a:ext cx="650340" cy="142393"/>
            </a:xfrm>
            <a:custGeom>
              <a:rect b="b" l="l" r="r" t="t"/>
              <a:pathLst>
                <a:path extrusionOk="0" h="1763" w="8052">
                  <a:moveTo>
                    <a:pt x="632" y="0"/>
                  </a:moveTo>
                  <a:cubicBezTo>
                    <a:pt x="284" y="0"/>
                    <a:pt x="1" y="283"/>
                    <a:pt x="1" y="631"/>
                  </a:cubicBezTo>
                  <a:lnTo>
                    <a:pt x="1" y="1132"/>
                  </a:lnTo>
                  <a:cubicBezTo>
                    <a:pt x="1" y="1480"/>
                    <a:pt x="284" y="1763"/>
                    <a:pt x="632" y="1763"/>
                  </a:cubicBezTo>
                  <a:lnTo>
                    <a:pt x="7421" y="1763"/>
                  </a:lnTo>
                  <a:cubicBezTo>
                    <a:pt x="7769" y="1763"/>
                    <a:pt x="8051" y="1480"/>
                    <a:pt x="8051" y="1132"/>
                  </a:cubicBezTo>
                  <a:lnTo>
                    <a:pt x="8051" y="631"/>
                  </a:lnTo>
                  <a:cubicBezTo>
                    <a:pt x="8051" y="283"/>
                    <a:pt x="7769" y="0"/>
                    <a:pt x="742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5" name="Google Shape;1285;g39181ba8852_1_1397"/>
            <p:cNvSpPr/>
            <p:nvPr/>
          </p:nvSpPr>
          <p:spPr>
            <a:xfrm>
              <a:off x="2140728" y="3319291"/>
              <a:ext cx="198688" cy="865343"/>
            </a:xfrm>
            <a:custGeom>
              <a:rect b="b" l="l" r="r" t="t"/>
              <a:pathLst>
                <a:path extrusionOk="0" h="10714" w="2460">
                  <a:moveTo>
                    <a:pt x="775" y="1"/>
                  </a:moveTo>
                  <a:cubicBezTo>
                    <a:pt x="749" y="1"/>
                    <a:pt x="723" y="3"/>
                    <a:pt x="697" y="6"/>
                  </a:cubicBezTo>
                  <a:lnTo>
                    <a:pt x="501" y="28"/>
                  </a:lnTo>
                  <a:cubicBezTo>
                    <a:pt x="218" y="72"/>
                    <a:pt x="1" y="333"/>
                    <a:pt x="44" y="616"/>
                  </a:cubicBezTo>
                  <a:lnTo>
                    <a:pt x="1176" y="10233"/>
                  </a:lnTo>
                  <a:cubicBezTo>
                    <a:pt x="1196" y="10522"/>
                    <a:pt x="1452" y="10713"/>
                    <a:pt x="1720" y="10713"/>
                  </a:cubicBezTo>
                  <a:cubicBezTo>
                    <a:pt x="1735" y="10713"/>
                    <a:pt x="1749" y="10713"/>
                    <a:pt x="1763" y="10711"/>
                  </a:cubicBezTo>
                  <a:lnTo>
                    <a:pt x="1959" y="10690"/>
                  </a:lnTo>
                  <a:cubicBezTo>
                    <a:pt x="2264" y="10646"/>
                    <a:pt x="2460" y="10385"/>
                    <a:pt x="2438" y="10080"/>
                  </a:cubicBezTo>
                  <a:lnTo>
                    <a:pt x="1306" y="463"/>
                  </a:lnTo>
                  <a:cubicBezTo>
                    <a:pt x="1267" y="205"/>
                    <a:pt x="1045" y="1"/>
                    <a:pt x="775"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6" name="Google Shape;1286;g39181ba8852_1_1397"/>
            <p:cNvSpPr/>
            <p:nvPr/>
          </p:nvSpPr>
          <p:spPr>
            <a:xfrm>
              <a:off x="2193469" y="3344086"/>
              <a:ext cx="124867" cy="798468"/>
            </a:xfrm>
            <a:custGeom>
              <a:rect b="b" l="l" r="r" t="t"/>
              <a:pathLst>
                <a:path extrusionOk="0" h="9886" w="1546">
                  <a:moveTo>
                    <a:pt x="230" y="1"/>
                  </a:moveTo>
                  <a:cubicBezTo>
                    <a:pt x="219" y="1"/>
                    <a:pt x="208" y="2"/>
                    <a:pt x="196" y="4"/>
                  </a:cubicBezTo>
                  <a:cubicBezTo>
                    <a:pt x="88" y="26"/>
                    <a:pt x="1" y="113"/>
                    <a:pt x="22" y="222"/>
                  </a:cubicBezTo>
                  <a:lnTo>
                    <a:pt x="1132" y="9708"/>
                  </a:lnTo>
                  <a:cubicBezTo>
                    <a:pt x="1152" y="9806"/>
                    <a:pt x="1223" y="9886"/>
                    <a:pt x="1332" y="9886"/>
                  </a:cubicBezTo>
                  <a:cubicBezTo>
                    <a:pt x="1345" y="9886"/>
                    <a:pt x="1358" y="9885"/>
                    <a:pt x="1371" y="9882"/>
                  </a:cubicBezTo>
                  <a:cubicBezTo>
                    <a:pt x="1480" y="9882"/>
                    <a:pt x="1545" y="9773"/>
                    <a:pt x="1545" y="9665"/>
                  </a:cubicBezTo>
                  <a:lnTo>
                    <a:pt x="436" y="178"/>
                  </a:lnTo>
                  <a:cubicBezTo>
                    <a:pt x="416" y="81"/>
                    <a:pt x="327" y="1"/>
                    <a:pt x="230"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7" name="Google Shape;1287;g39181ba8852_1_1397"/>
            <p:cNvSpPr/>
            <p:nvPr/>
          </p:nvSpPr>
          <p:spPr>
            <a:xfrm>
              <a:off x="2755843" y="5033144"/>
              <a:ext cx="116063" cy="116063"/>
            </a:xfrm>
            <a:custGeom>
              <a:rect b="b" l="l" r="r" t="t"/>
              <a:pathLst>
                <a:path extrusionOk="0" h="1437" w="1437">
                  <a:moveTo>
                    <a:pt x="718" y="1"/>
                  </a:moveTo>
                  <a:cubicBezTo>
                    <a:pt x="327" y="1"/>
                    <a:pt x="0" y="327"/>
                    <a:pt x="0" y="719"/>
                  </a:cubicBezTo>
                  <a:cubicBezTo>
                    <a:pt x="0" y="1110"/>
                    <a:pt x="327" y="1437"/>
                    <a:pt x="718" y="1437"/>
                  </a:cubicBezTo>
                  <a:cubicBezTo>
                    <a:pt x="1110" y="1437"/>
                    <a:pt x="1436" y="1110"/>
                    <a:pt x="1436" y="719"/>
                  </a:cubicBezTo>
                  <a:cubicBezTo>
                    <a:pt x="1436" y="327"/>
                    <a:pt x="1110" y="1"/>
                    <a:pt x="71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8" name="Google Shape;1288;g39181ba8852_1_1397"/>
            <p:cNvSpPr/>
            <p:nvPr/>
          </p:nvSpPr>
          <p:spPr>
            <a:xfrm>
              <a:off x="2237405" y="5033144"/>
              <a:ext cx="114286" cy="116063"/>
            </a:xfrm>
            <a:custGeom>
              <a:rect b="b" l="l" r="r" t="t"/>
              <a:pathLst>
                <a:path extrusionOk="0" h="1437" w="1415">
                  <a:moveTo>
                    <a:pt x="697" y="1"/>
                  </a:moveTo>
                  <a:cubicBezTo>
                    <a:pt x="305" y="1"/>
                    <a:pt x="1" y="327"/>
                    <a:pt x="1" y="719"/>
                  </a:cubicBezTo>
                  <a:cubicBezTo>
                    <a:pt x="1" y="1110"/>
                    <a:pt x="305" y="1437"/>
                    <a:pt x="697" y="1437"/>
                  </a:cubicBezTo>
                  <a:cubicBezTo>
                    <a:pt x="1088" y="1437"/>
                    <a:pt x="1415" y="1110"/>
                    <a:pt x="1415" y="719"/>
                  </a:cubicBezTo>
                  <a:cubicBezTo>
                    <a:pt x="1415" y="327"/>
                    <a:pt x="1088" y="1"/>
                    <a:pt x="69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89" name="Google Shape;1289;g39181ba8852_1_1397"/>
            <p:cNvSpPr/>
            <p:nvPr/>
          </p:nvSpPr>
          <p:spPr>
            <a:xfrm>
              <a:off x="2218102" y="5010287"/>
              <a:ext cx="685393" cy="47572"/>
            </a:xfrm>
            <a:custGeom>
              <a:rect b="b" l="l" r="r" t="t"/>
              <a:pathLst>
                <a:path extrusionOk="0" h="589" w="8486">
                  <a:moveTo>
                    <a:pt x="609" y="1"/>
                  </a:moveTo>
                  <a:cubicBezTo>
                    <a:pt x="261" y="1"/>
                    <a:pt x="0" y="262"/>
                    <a:pt x="0" y="588"/>
                  </a:cubicBezTo>
                  <a:lnTo>
                    <a:pt x="8486" y="588"/>
                  </a:lnTo>
                  <a:cubicBezTo>
                    <a:pt x="8486" y="262"/>
                    <a:pt x="8203" y="1"/>
                    <a:pt x="787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0" name="Google Shape;1290;g39181ba8852_1_1397"/>
            <p:cNvSpPr/>
            <p:nvPr/>
          </p:nvSpPr>
          <p:spPr>
            <a:xfrm>
              <a:off x="2527356" y="4370621"/>
              <a:ext cx="24715" cy="639759"/>
            </a:xfrm>
            <a:custGeom>
              <a:rect b="b" l="l" r="r" t="t"/>
              <a:pathLst>
                <a:path extrusionOk="0" h="7921" w="306">
                  <a:moveTo>
                    <a:pt x="1" y="1"/>
                  </a:moveTo>
                  <a:lnTo>
                    <a:pt x="1" y="7921"/>
                  </a:lnTo>
                  <a:lnTo>
                    <a:pt x="305" y="7921"/>
                  </a:lnTo>
                  <a:lnTo>
                    <a:pt x="305"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291" name="Google Shape;1291;g39181ba8852_1_1397"/>
          <p:cNvGrpSpPr/>
          <p:nvPr/>
        </p:nvGrpSpPr>
        <p:grpSpPr>
          <a:xfrm>
            <a:off x="6098405" y="3614100"/>
            <a:ext cx="1656636" cy="3220116"/>
            <a:chOff x="4801324" y="2684067"/>
            <a:chExt cx="1242508" cy="2415147"/>
          </a:xfrm>
        </p:grpSpPr>
        <p:sp>
          <p:nvSpPr>
            <p:cNvPr id="1292" name="Google Shape;1292;g39181ba8852_1_1397"/>
            <p:cNvSpPr/>
            <p:nvPr/>
          </p:nvSpPr>
          <p:spPr>
            <a:xfrm>
              <a:off x="5207254" y="3284642"/>
              <a:ext cx="36992" cy="290036"/>
            </a:xfrm>
            <a:custGeom>
              <a:rect b="b" l="l" r="r" t="t"/>
              <a:pathLst>
                <a:path extrusionOk="0" h="3591" w="458">
                  <a:moveTo>
                    <a:pt x="1" y="0"/>
                  </a:moveTo>
                  <a:lnTo>
                    <a:pt x="1" y="3590"/>
                  </a:lnTo>
                  <a:lnTo>
                    <a:pt x="458" y="3590"/>
                  </a:lnTo>
                  <a:lnTo>
                    <a:pt x="458" y="0"/>
                  </a:lnTo>
                  <a:close/>
                </a:path>
              </a:pathLst>
            </a:custGeom>
            <a:solidFill>
              <a:srgbClr val="CCCC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3" name="Google Shape;1293;g39181ba8852_1_1397"/>
            <p:cNvSpPr/>
            <p:nvPr/>
          </p:nvSpPr>
          <p:spPr>
            <a:xfrm>
              <a:off x="5244164" y="3047352"/>
              <a:ext cx="38768" cy="527331"/>
            </a:xfrm>
            <a:custGeom>
              <a:rect b="b" l="l" r="r" t="t"/>
              <a:pathLst>
                <a:path extrusionOk="0" h="6529" w="480">
                  <a:moveTo>
                    <a:pt x="1" y="1"/>
                  </a:moveTo>
                  <a:lnTo>
                    <a:pt x="1" y="6528"/>
                  </a:lnTo>
                  <a:lnTo>
                    <a:pt x="479" y="6528"/>
                  </a:lnTo>
                  <a:lnTo>
                    <a:pt x="479" y="1"/>
                  </a:lnTo>
                  <a:close/>
                </a:path>
              </a:pathLst>
            </a:custGeom>
            <a:solidFill>
              <a:srgbClr val="CCCC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4" name="Google Shape;1294;g39181ba8852_1_1397"/>
            <p:cNvSpPr/>
            <p:nvPr/>
          </p:nvSpPr>
          <p:spPr>
            <a:xfrm>
              <a:off x="5383001" y="3230125"/>
              <a:ext cx="38768" cy="344554"/>
            </a:xfrm>
            <a:custGeom>
              <a:rect b="b" l="l" r="r" t="t"/>
              <a:pathLst>
                <a:path extrusionOk="0" h="4266" w="480">
                  <a:moveTo>
                    <a:pt x="1" y="1"/>
                  </a:moveTo>
                  <a:lnTo>
                    <a:pt x="1" y="4265"/>
                  </a:lnTo>
                  <a:lnTo>
                    <a:pt x="479" y="4265"/>
                  </a:lnTo>
                  <a:lnTo>
                    <a:pt x="479" y="1"/>
                  </a:lnTo>
                  <a:close/>
                </a:path>
              </a:pathLst>
            </a:custGeom>
            <a:solidFill>
              <a:srgbClr val="CCCC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5" name="Google Shape;1295;g39181ba8852_1_1397"/>
            <p:cNvSpPr/>
            <p:nvPr/>
          </p:nvSpPr>
          <p:spPr>
            <a:xfrm>
              <a:off x="5493731" y="3291669"/>
              <a:ext cx="38768" cy="283009"/>
            </a:xfrm>
            <a:custGeom>
              <a:rect b="b" l="l" r="r" t="t"/>
              <a:pathLst>
                <a:path extrusionOk="0" h="3504" w="480">
                  <a:moveTo>
                    <a:pt x="0" y="0"/>
                  </a:moveTo>
                  <a:lnTo>
                    <a:pt x="0" y="3503"/>
                  </a:lnTo>
                  <a:lnTo>
                    <a:pt x="479" y="3503"/>
                  </a:lnTo>
                  <a:lnTo>
                    <a:pt x="479" y="0"/>
                  </a:lnTo>
                  <a:close/>
                </a:path>
              </a:pathLst>
            </a:custGeom>
            <a:solidFill>
              <a:srgbClr val="CCCC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6" name="Google Shape;1296;g39181ba8852_1_1397"/>
            <p:cNvSpPr/>
            <p:nvPr/>
          </p:nvSpPr>
          <p:spPr>
            <a:xfrm>
              <a:off x="5360144" y="2695940"/>
              <a:ext cx="63402" cy="40465"/>
            </a:xfrm>
            <a:custGeom>
              <a:rect b="b" l="l" r="r" t="t"/>
              <a:pathLst>
                <a:path extrusionOk="0" h="501" w="785">
                  <a:moveTo>
                    <a:pt x="458" y="0"/>
                  </a:moveTo>
                  <a:lnTo>
                    <a:pt x="1" y="218"/>
                  </a:lnTo>
                  <a:lnTo>
                    <a:pt x="784" y="501"/>
                  </a:lnTo>
                  <a:lnTo>
                    <a:pt x="675" y="66"/>
                  </a:lnTo>
                  <a:lnTo>
                    <a:pt x="458" y="0"/>
                  </a:lnTo>
                  <a:close/>
                </a:path>
              </a:pathLst>
            </a:custGeom>
            <a:solidFill>
              <a:srgbClr val="00866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7" name="Google Shape;1297;g39181ba8852_1_1397"/>
            <p:cNvSpPr/>
            <p:nvPr/>
          </p:nvSpPr>
          <p:spPr>
            <a:xfrm>
              <a:off x="5340841" y="4210704"/>
              <a:ext cx="98456" cy="699527"/>
            </a:xfrm>
            <a:custGeom>
              <a:rect b="b" l="l" r="r" t="t"/>
              <a:pathLst>
                <a:path extrusionOk="0" h="8661" w="1219">
                  <a:moveTo>
                    <a:pt x="0" y="1"/>
                  </a:moveTo>
                  <a:lnTo>
                    <a:pt x="0" y="8661"/>
                  </a:lnTo>
                  <a:lnTo>
                    <a:pt x="1219" y="8661"/>
                  </a:lnTo>
                  <a:lnTo>
                    <a:pt x="1219"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8" name="Google Shape;1298;g39181ba8852_1_1397"/>
            <p:cNvSpPr/>
            <p:nvPr/>
          </p:nvSpPr>
          <p:spPr>
            <a:xfrm>
              <a:off x="5586855" y="4934771"/>
              <a:ext cx="114286" cy="114286"/>
            </a:xfrm>
            <a:custGeom>
              <a:rect b="b" l="l" r="r" t="t"/>
              <a:pathLst>
                <a:path extrusionOk="0" h="1415" w="1415">
                  <a:moveTo>
                    <a:pt x="697" y="0"/>
                  </a:moveTo>
                  <a:cubicBezTo>
                    <a:pt x="305" y="0"/>
                    <a:pt x="1" y="327"/>
                    <a:pt x="1" y="718"/>
                  </a:cubicBezTo>
                  <a:cubicBezTo>
                    <a:pt x="1" y="1110"/>
                    <a:pt x="305" y="1414"/>
                    <a:pt x="697" y="1414"/>
                  </a:cubicBezTo>
                  <a:cubicBezTo>
                    <a:pt x="1089" y="1414"/>
                    <a:pt x="1415" y="1110"/>
                    <a:pt x="1415" y="718"/>
                  </a:cubicBezTo>
                  <a:cubicBezTo>
                    <a:pt x="1415" y="327"/>
                    <a:pt x="1089" y="0"/>
                    <a:pt x="697"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299" name="Google Shape;1299;g39181ba8852_1_1397"/>
            <p:cNvSpPr/>
            <p:nvPr/>
          </p:nvSpPr>
          <p:spPr>
            <a:xfrm>
              <a:off x="5066721" y="4934771"/>
              <a:ext cx="114286" cy="114286"/>
            </a:xfrm>
            <a:custGeom>
              <a:rect b="b" l="l" r="r" t="t"/>
              <a:pathLst>
                <a:path extrusionOk="0" h="1415" w="1415">
                  <a:moveTo>
                    <a:pt x="696" y="0"/>
                  </a:moveTo>
                  <a:cubicBezTo>
                    <a:pt x="305" y="0"/>
                    <a:pt x="0" y="327"/>
                    <a:pt x="0" y="718"/>
                  </a:cubicBezTo>
                  <a:cubicBezTo>
                    <a:pt x="0" y="1110"/>
                    <a:pt x="305" y="1414"/>
                    <a:pt x="696" y="1414"/>
                  </a:cubicBezTo>
                  <a:cubicBezTo>
                    <a:pt x="1088" y="1414"/>
                    <a:pt x="1414" y="1110"/>
                    <a:pt x="1414" y="718"/>
                  </a:cubicBezTo>
                  <a:cubicBezTo>
                    <a:pt x="1414" y="327"/>
                    <a:pt x="1088" y="0"/>
                    <a:pt x="69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0" name="Google Shape;1300;g39181ba8852_1_1397"/>
            <p:cNvSpPr/>
            <p:nvPr/>
          </p:nvSpPr>
          <p:spPr>
            <a:xfrm>
              <a:off x="5047337" y="4910137"/>
              <a:ext cx="685474" cy="49268"/>
            </a:xfrm>
            <a:custGeom>
              <a:rect b="b" l="l" r="r" t="t"/>
              <a:pathLst>
                <a:path extrusionOk="0" h="610" w="8487">
                  <a:moveTo>
                    <a:pt x="610" y="1"/>
                  </a:moveTo>
                  <a:cubicBezTo>
                    <a:pt x="284" y="1"/>
                    <a:pt x="1" y="283"/>
                    <a:pt x="1" y="610"/>
                  </a:cubicBezTo>
                  <a:lnTo>
                    <a:pt x="8487" y="610"/>
                  </a:lnTo>
                  <a:cubicBezTo>
                    <a:pt x="8487" y="283"/>
                    <a:pt x="8204" y="1"/>
                    <a:pt x="787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1" name="Google Shape;1301;g39181ba8852_1_1397"/>
            <p:cNvSpPr/>
            <p:nvPr/>
          </p:nvSpPr>
          <p:spPr>
            <a:xfrm>
              <a:off x="5356671" y="4272248"/>
              <a:ext cx="24634" cy="637982"/>
            </a:xfrm>
            <a:custGeom>
              <a:rect b="b" l="l" r="r" t="t"/>
              <a:pathLst>
                <a:path extrusionOk="0" h="7899" w="305">
                  <a:moveTo>
                    <a:pt x="0" y="0"/>
                  </a:moveTo>
                  <a:lnTo>
                    <a:pt x="0" y="7899"/>
                  </a:lnTo>
                  <a:lnTo>
                    <a:pt x="305" y="7899"/>
                  </a:lnTo>
                  <a:lnTo>
                    <a:pt x="305"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2" name="Google Shape;1302;g39181ba8852_1_1397"/>
            <p:cNvSpPr/>
            <p:nvPr/>
          </p:nvSpPr>
          <p:spPr>
            <a:xfrm>
              <a:off x="5012204" y="4131635"/>
              <a:ext cx="755741" cy="140697"/>
            </a:xfrm>
            <a:custGeom>
              <a:rect b="b" l="l" r="r" t="t"/>
              <a:pathLst>
                <a:path extrusionOk="0" h="1742" w="9357">
                  <a:moveTo>
                    <a:pt x="675" y="1"/>
                  </a:moveTo>
                  <a:cubicBezTo>
                    <a:pt x="305" y="1"/>
                    <a:pt x="1" y="305"/>
                    <a:pt x="1" y="675"/>
                  </a:cubicBezTo>
                  <a:lnTo>
                    <a:pt x="1" y="1067"/>
                  </a:lnTo>
                  <a:cubicBezTo>
                    <a:pt x="1" y="1458"/>
                    <a:pt x="305" y="1741"/>
                    <a:pt x="675" y="1741"/>
                  </a:cubicBezTo>
                  <a:lnTo>
                    <a:pt x="8682" y="1741"/>
                  </a:lnTo>
                  <a:cubicBezTo>
                    <a:pt x="9052" y="1741"/>
                    <a:pt x="9357" y="1458"/>
                    <a:pt x="9357" y="1067"/>
                  </a:cubicBezTo>
                  <a:lnTo>
                    <a:pt x="9357" y="675"/>
                  </a:lnTo>
                  <a:cubicBezTo>
                    <a:pt x="9357" y="305"/>
                    <a:pt x="9052" y="1"/>
                    <a:pt x="8682"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3" name="Google Shape;1303;g39181ba8852_1_1397"/>
            <p:cNvSpPr/>
            <p:nvPr/>
          </p:nvSpPr>
          <p:spPr>
            <a:xfrm>
              <a:off x="4984098" y="3194992"/>
              <a:ext cx="588795" cy="871724"/>
            </a:xfrm>
            <a:custGeom>
              <a:rect b="b" l="l" r="r" t="t"/>
              <a:pathLst>
                <a:path extrusionOk="0" h="10793" w="7290">
                  <a:moveTo>
                    <a:pt x="3656" y="1"/>
                  </a:moveTo>
                  <a:cubicBezTo>
                    <a:pt x="1654" y="1"/>
                    <a:pt x="1" y="1654"/>
                    <a:pt x="1" y="3656"/>
                  </a:cubicBezTo>
                  <a:lnTo>
                    <a:pt x="1" y="9139"/>
                  </a:lnTo>
                  <a:cubicBezTo>
                    <a:pt x="1" y="10053"/>
                    <a:pt x="762" y="10793"/>
                    <a:pt x="1654" y="10793"/>
                  </a:cubicBezTo>
                  <a:lnTo>
                    <a:pt x="5636" y="10793"/>
                  </a:lnTo>
                  <a:cubicBezTo>
                    <a:pt x="6550" y="10793"/>
                    <a:pt x="7290" y="10053"/>
                    <a:pt x="7290" y="9139"/>
                  </a:cubicBezTo>
                  <a:lnTo>
                    <a:pt x="7290" y="3656"/>
                  </a:lnTo>
                  <a:cubicBezTo>
                    <a:pt x="7290" y="1654"/>
                    <a:pt x="5658" y="1"/>
                    <a:pt x="3656"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4" name="Google Shape;1304;g39181ba8852_1_1397"/>
            <p:cNvSpPr/>
            <p:nvPr/>
          </p:nvSpPr>
          <p:spPr>
            <a:xfrm>
              <a:off x="5089578" y="3247732"/>
              <a:ext cx="458679" cy="768018"/>
            </a:xfrm>
            <a:custGeom>
              <a:rect b="b" l="l" r="r" t="t"/>
              <a:pathLst>
                <a:path extrusionOk="0" h="9509" w="5679">
                  <a:moveTo>
                    <a:pt x="2829" y="0"/>
                  </a:moveTo>
                  <a:cubicBezTo>
                    <a:pt x="1262" y="0"/>
                    <a:pt x="0" y="1262"/>
                    <a:pt x="0" y="2829"/>
                  </a:cubicBezTo>
                  <a:lnTo>
                    <a:pt x="0" y="8225"/>
                  </a:lnTo>
                  <a:cubicBezTo>
                    <a:pt x="0" y="8921"/>
                    <a:pt x="566" y="9509"/>
                    <a:pt x="1284" y="9509"/>
                  </a:cubicBezTo>
                  <a:lnTo>
                    <a:pt x="4373" y="9509"/>
                  </a:lnTo>
                  <a:cubicBezTo>
                    <a:pt x="5091" y="9509"/>
                    <a:pt x="5679" y="8921"/>
                    <a:pt x="5679" y="8225"/>
                  </a:cubicBezTo>
                  <a:lnTo>
                    <a:pt x="5679" y="2829"/>
                  </a:lnTo>
                  <a:cubicBezTo>
                    <a:pt x="5679" y="1262"/>
                    <a:pt x="4395" y="0"/>
                    <a:pt x="2829"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5" name="Google Shape;1305;g39181ba8852_1_1397"/>
            <p:cNvSpPr/>
            <p:nvPr/>
          </p:nvSpPr>
          <p:spPr>
            <a:xfrm>
              <a:off x="5224861" y="3100092"/>
              <a:ext cx="226795" cy="79152"/>
            </a:xfrm>
            <a:custGeom>
              <a:rect b="b" l="l" r="r" t="t"/>
              <a:pathLst>
                <a:path extrusionOk="0" h="980" w="2808">
                  <a:moveTo>
                    <a:pt x="0" y="1"/>
                  </a:moveTo>
                  <a:lnTo>
                    <a:pt x="0" y="980"/>
                  </a:lnTo>
                  <a:lnTo>
                    <a:pt x="2807" y="980"/>
                  </a:lnTo>
                  <a:lnTo>
                    <a:pt x="2807"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6" name="Google Shape;1306;g39181ba8852_1_1397"/>
            <p:cNvSpPr/>
            <p:nvPr/>
          </p:nvSpPr>
          <p:spPr>
            <a:xfrm>
              <a:off x="5490178" y="4908360"/>
              <a:ext cx="290117" cy="190854"/>
            </a:xfrm>
            <a:custGeom>
              <a:rect b="b" l="l" r="r" t="t"/>
              <a:pathLst>
                <a:path extrusionOk="0" h="2363" w="3592">
                  <a:moveTo>
                    <a:pt x="1676" y="1"/>
                  </a:moveTo>
                  <a:lnTo>
                    <a:pt x="1" y="175"/>
                  </a:lnTo>
                  <a:lnTo>
                    <a:pt x="1" y="1459"/>
                  </a:lnTo>
                  <a:cubicBezTo>
                    <a:pt x="1" y="1459"/>
                    <a:pt x="850" y="1828"/>
                    <a:pt x="1459" y="2198"/>
                  </a:cubicBezTo>
                  <a:cubicBezTo>
                    <a:pt x="1662" y="2322"/>
                    <a:pt x="1954" y="2363"/>
                    <a:pt x="2254" y="2363"/>
                  </a:cubicBezTo>
                  <a:cubicBezTo>
                    <a:pt x="2854" y="2363"/>
                    <a:pt x="3482" y="2198"/>
                    <a:pt x="3482" y="2198"/>
                  </a:cubicBezTo>
                  <a:cubicBezTo>
                    <a:pt x="3482" y="2198"/>
                    <a:pt x="3591" y="1633"/>
                    <a:pt x="3112" y="1154"/>
                  </a:cubicBezTo>
                  <a:cubicBezTo>
                    <a:pt x="2612" y="654"/>
                    <a:pt x="1676" y="1"/>
                    <a:pt x="1676"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7" name="Google Shape;1307;g39181ba8852_1_1397"/>
            <p:cNvSpPr/>
            <p:nvPr/>
          </p:nvSpPr>
          <p:spPr>
            <a:xfrm>
              <a:off x="4970044" y="3144029"/>
              <a:ext cx="739911" cy="1017590"/>
            </a:xfrm>
            <a:custGeom>
              <a:rect b="b" l="l" r="r" t="t"/>
              <a:pathLst>
                <a:path extrusionOk="0" h="12599" w="9161">
                  <a:moveTo>
                    <a:pt x="4570" y="1"/>
                  </a:moveTo>
                  <a:cubicBezTo>
                    <a:pt x="4570" y="1"/>
                    <a:pt x="1741" y="349"/>
                    <a:pt x="740" y="958"/>
                  </a:cubicBezTo>
                  <a:cubicBezTo>
                    <a:pt x="1" y="1415"/>
                    <a:pt x="1284" y="4026"/>
                    <a:pt x="1785" y="5571"/>
                  </a:cubicBezTo>
                  <a:cubicBezTo>
                    <a:pt x="1893" y="5941"/>
                    <a:pt x="1893" y="7572"/>
                    <a:pt x="1850" y="9030"/>
                  </a:cubicBezTo>
                  <a:cubicBezTo>
                    <a:pt x="1828" y="9400"/>
                    <a:pt x="1545" y="11054"/>
                    <a:pt x="1589" y="11750"/>
                  </a:cubicBezTo>
                  <a:cubicBezTo>
                    <a:pt x="1611" y="11946"/>
                    <a:pt x="3895" y="12555"/>
                    <a:pt x="4548" y="12599"/>
                  </a:cubicBezTo>
                  <a:cubicBezTo>
                    <a:pt x="5201" y="12555"/>
                    <a:pt x="7529" y="11989"/>
                    <a:pt x="7529" y="11794"/>
                  </a:cubicBezTo>
                  <a:cubicBezTo>
                    <a:pt x="7594" y="11097"/>
                    <a:pt x="7290" y="9444"/>
                    <a:pt x="7290" y="9096"/>
                  </a:cubicBezTo>
                  <a:cubicBezTo>
                    <a:pt x="7246" y="7616"/>
                    <a:pt x="7224" y="5984"/>
                    <a:pt x="7355" y="5614"/>
                  </a:cubicBezTo>
                  <a:cubicBezTo>
                    <a:pt x="7833" y="4091"/>
                    <a:pt x="9161" y="1328"/>
                    <a:pt x="8399" y="871"/>
                  </a:cubicBezTo>
                  <a:cubicBezTo>
                    <a:pt x="7420" y="284"/>
                    <a:pt x="4570" y="44"/>
                    <a:pt x="4570" y="44"/>
                  </a:cubicBezTo>
                  <a:lnTo>
                    <a:pt x="4570" y="1"/>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8" name="Google Shape;1308;g39181ba8852_1_1397"/>
            <p:cNvSpPr/>
            <p:nvPr/>
          </p:nvSpPr>
          <p:spPr>
            <a:xfrm>
              <a:off x="5497204" y="3203634"/>
              <a:ext cx="370884" cy="547281"/>
            </a:xfrm>
            <a:custGeom>
              <a:rect b="b" l="l" r="r" t="t"/>
              <a:pathLst>
                <a:path extrusionOk="0" h="6776" w="4592">
                  <a:moveTo>
                    <a:pt x="1665" y="1"/>
                  </a:moveTo>
                  <a:cubicBezTo>
                    <a:pt x="1589" y="1"/>
                    <a:pt x="1513" y="16"/>
                    <a:pt x="1437" y="46"/>
                  </a:cubicBezTo>
                  <a:cubicBezTo>
                    <a:pt x="1" y="633"/>
                    <a:pt x="2112" y="5094"/>
                    <a:pt x="2525" y="5747"/>
                  </a:cubicBezTo>
                  <a:cubicBezTo>
                    <a:pt x="2886" y="6336"/>
                    <a:pt x="3447" y="6776"/>
                    <a:pt x="3829" y="6776"/>
                  </a:cubicBezTo>
                  <a:cubicBezTo>
                    <a:pt x="3885" y="6776"/>
                    <a:pt x="3936" y="6767"/>
                    <a:pt x="3983" y="6747"/>
                  </a:cubicBezTo>
                  <a:cubicBezTo>
                    <a:pt x="4396" y="6595"/>
                    <a:pt x="4592" y="6116"/>
                    <a:pt x="4483" y="5681"/>
                  </a:cubicBezTo>
                  <a:cubicBezTo>
                    <a:pt x="4374" y="5246"/>
                    <a:pt x="3830" y="3723"/>
                    <a:pt x="3722" y="3462"/>
                  </a:cubicBezTo>
                  <a:cubicBezTo>
                    <a:pt x="3635" y="3179"/>
                    <a:pt x="3286" y="2418"/>
                    <a:pt x="2917" y="1417"/>
                  </a:cubicBezTo>
                  <a:cubicBezTo>
                    <a:pt x="2580" y="556"/>
                    <a:pt x="2130" y="1"/>
                    <a:pt x="1665"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09" name="Google Shape;1309;g39181ba8852_1_1397"/>
            <p:cNvSpPr/>
            <p:nvPr/>
          </p:nvSpPr>
          <p:spPr>
            <a:xfrm>
              <a:off x="5173898" y="2966586"/>
              <a:ext cx="328724" cy="203938"/>
            </a:xfrm>
            <a:custGeom>
              <a:rect b="b" l="l" r="r" t="t"/>
              <a:pathLst>
                <a:path extrusionOk="0" h="2525" w="4070">
                  <a:moveTo>
                    <a:pt x="1088" y="0"/>
                  </a:moveTo>
                  <a:cubicBezTo>
                    <a:pt x="1088" y="0"/>
                    <a:pt x="914" y="1436"/>
                    <a:pt x="849" y="1741"/>
                  </a:cubicBezTo>
                  <a:cubicBezTo>
                    <a:pt x="784" y="2024"/>
                    <a:pt x="0" y="2459"/>
                    <a:pt x="0" y="2459"/>
                  </a:cubicBezTo>
                  <a:lnTo>
                    <a:pt x="2046" y="2459"/>
                  </a:lnTo>
                  <a:lnTo>
                    <a:pt x="2046" y="2524"/>
                  </a:lnTo>
                  <a:lnTo>
                    <a:pt x="4069" y="2524"/>
                  </a:lnTo>
                  <a:cubicBezTo>
                    <a:pt x="4069" y="2524"/>
                    <a:pt x="3286" y="2067"/>
                    <a:pt x="3221" y="1784"/>
                  </a:cubicBezTo>
                  <a:cubicBezTo>
                    <a:pt x="3155" y="1501"/>
                    <a:pt x="3003" y="44"/>
                    <a:pt x="3003" y="44"/>
                  </a:cubicBezTo>
                  <a:lnTo>
                    <a:pt x="2046" y="44"/>
                  </a:lnTo>
                  <a:lnTo>
                    <a:pt x="2046" y="0"/>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0" name="Google Shape;1310;g39181ba8852_1_1397"/>
            <p:cNvSpPr/>
            <p:nvPr/>
          </p:nvSpPr>
          <p:spPr>
            <a:xfrm>
              <a:off x="5247718" y="2966586"/>
              <a:ext cx="254902" cy="203938"/>
            </a:xfrm>
            <a:custGeom>
              <a:rect b="b" l="l" r="r" t="t"/>
              <a:pathLst>
                <a:path extrusionOk="0" h="2525" w="3156">
                  <a:moveTo>
                    <a:pt x="218" y="0"/>
                  </a:moveTo>
                  <a:lnTo>
                    <a:pt x="153" y="65"/>
                  </a:lnTo>
                  <a:cubicBezTo>
                    <a:pt x="131" y="261"/>
                    <a:pt x="66" y="892"/>
                    <a:pt x="0" y="1327"/>
                  </a:cubicBezTo>
                  <a:cubicBezTo>
                    <a:pt x="0" y="1327"/>
                    <a:pt x="871" y="1915"/>
                    <a:pt x="1132" y="2002"/>
                  </a:cubicBezTo>
                  <a:cubicBezTo>
                    <a:pt x="1262" y="2024"/>
                    <a:pt x="2154" y="2263"/>
                    <a:pt x="3068" y="2524"/>
                  </a:cubicBezTo>
                  <a:lnTo>
                    <a:pt x="3155" y="2524"/>
                  </a:lnTo>
                  <a:cubicBezTo>
                    <a:pt x="3155" y="2524"/>
                    <a:pt x="2372" y="2067"/>
                    <a:pt x="2307" y="1784"/>
                  </a:cubicBezTo>
                  <a:cubicBezTo>
                    <a:pt x="2241" y="1501"/>
                    <a:pt x="2089" y="44"/>
                    <a:pt x="2089" y="44"/>
                  </a:cubicBezTo>
                  <a:lnTo>
                    <a:pt x="1132" y="44"/>
                  </a:lnTo>
                  <a:lnTo>
                    <a:pt x="1132"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1" name="Google Shape;1311;g39181ba8852_1_1397"/>
            <p:cNvSpPr/>
            <p:nvPr/>
          </p:nvSpPr>
          <p:spPr>
            <a:xfrm>
              <a:off x="5049114" y="3926085"/>
              <a:ext cx="636286" cy="284705"/>
            </a:xfrm>
            <a:custGeom>
              <a:rect b="b" l="l" r="r" t="t"/>
              <a:pathLst>
                <a:path extrusionOk="0" h="3525" w="7878">
                  <a:moveTo>
                    <a:pt x="806" y="0"/>
                  </a:moveTo>
                  <a:lnTo>
                    <a:pt x="1" y="2459"/>
                  </a:lnTo>
                  <a:lnTo>
                    <a:pt x="566" y="3416"/>
                  </a:lnTo>
                  <a:lnTo>
                    <a:pt x="3700" y="3525"/>
                  </a:lnTo>
                  <a:lnTo>
                    <a:pt x="7877" y="3525"/>
                  </a:lnTo>
                  <a:lnTo>
                    <a:pt x="7790" y="2459"/>
                  </a:lnTo>
                  <a:lnTo>
                    <a:pt x="6376"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2" name="Google Shape;1312;g39181ba8852_1_1397"/>
            <p:cNvSpPr/>
            <p:nvPr/>
          </p:nvSpPr>
          <p:spPr>
            <a:xfrm>
              <a:off x="5432188" y="4036735"/>
              <a:ext cx="265483" cy="898135"/>
            </a:xfrm>
            <a:custGeom>
              <a:rect b="b" l="l" r="r" t="t"/>
              <a:pathLst>
                <a:path extrusionOk="0" h="11120" w="3287">
                  <a:moveTo>
                    <a:pt x="1742" y="1"/>
                  </a:moveTo>
                  <a:cubicBezTo>
                    <a:pt x="393" y="1"/>
                    <a:pt x="1" y="1306"/>
                    <a:pt x="1" y="1306"/>
                  </a:cubicBezTo>
                  <a:lnTo>
                    <a:pt x="262" y="11119"/>
                  </a:lnTo>
                  <a:lnTo>
                    <a:pt x="2851" y="11119"/>
                  </a:lnTo>
                  <a:lnTo>
                    <a:pt x="3286" y="1306"/>
                  </a:lnTo>
                  <a:cubicBezTo>
                    <a:pt x="3286" y="1306"/>
                    <a:pt x="2895" y="1"/>
                    <a:pt x="1742"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3" name="Google Shape;1313;g39181ba8852_1_1397"/>
            <p:cNvSpPr/>
            <p:nvPr/>
          </p:nvSpPr>
          <p:spPr>
            <a:xfrm>
              <a:off x="5572801" y="4036735"/>
              <a:ext cx="124867" cy="898135"/>
            </a:xfrm>
            <a:custGeom>
              <a:rect b="b" l="l" r="r" t="t"/>
              <a:pathLst>
                <a:path extrusionOk="0" h="11120" w="1546">
                  <a:moveTo>
                    <a:pt x="1" y="1"/>
                  </a:moveTo>
                  <a:lnTo>
                    <a:pt x="1" y="11119"/>
                  </a:lnTo>
                  <a:lnTo>
                    <a:pt x="1110" y="11119"/>
                  </a:lnTo>
                  <a:lnTo>
                    <a:pt x="1545" y="1306"/>
                  </a:lnTo>
                  <a:cubicBezTo>
                    <a:pt x="1545" y="1306"/>
                    <a:pt x="1154" y="1"/>
                    <a:pt x="1"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4" name="Google Shape;1314;g39181ba8852_1_1397"/>
            <p:cNvSpPr/>
            <p:nvPr/>
          </p:nvSpPr>
          <p:spPr>
            <a:xfrm>
              <a:off x="4801324" y="3208076"/>
              <a:ext cx="404322" cy="549946"/>
            </a:xfrm>
            <a:custGeom>
              <a:rect b="b" l="l" r="r" t="t"/>
              <a:pathLst>
                <a:path extrusionOk="0" h="6809" w="5006">
                  <a:moveTo>
                    <a:pt x="3027" y="0"/>
                  </a:moveTo>
                  <a:cubicBezTo>
                    <a:pt x="2647" y="0"/>
                    <a:pt x="2257" y="209"/>
                    <a:pt x="1959" y="861"/>
                  </a:cubicBezTo>
                  <a:cubicBezTo>
                    <a:pt x="1524" y="1884"/>
                    <a:pt x="1045" y="3211"/>
                    <a:pt x="936" y="3472"/>
                  </a:cubicBezTo>
                  <a:cubicBezTo>
                    <a:pt x="828" y="3755"/>
                    <a:pt x="284" y="5191"/>
                    <a:pt x="153" y="5648"/>
                  </a:cubicBezTo>
                  <a:cubicBezTo>
                    <a:pt x="1" y="6083"/>
                    <a:pt x="110" y="6584"/>
                    <a:pt x="523" y="6779"/>
                  </a:cubicBezTo>
                  <a:cubicBezTo>
                    <a:pt x="568" y="6799"/>
                    <a:pt x="620" y="6809"/>
                    <a:pt x="676" y="6809"/>
                  </a:cubicBezTo>
                  <a:cubicBezTo>
                    <a:pt x="1049" y="6809"/>
                    <a:pt x="1627" y="6387"/>
                    <a:pt x="2024" y="5800"/>
                  </a:cubicBezTo>
                  <a:cubicBezTo>
                    <a:pt x="2481" y="5126"/>
                    <a:pt x="5005" y="774"/>
                    <a:pt x="3613" y="143"/>
                  </a:cubicBezTo>
                  <a:cubicBezTo>
                    <a:pt x="3431" y="60"/>
                    <a:pt x="3230" y="0"/>
                    <a:pt x="3027"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5" name="Google Shape;1315;g39181ba8852_1_1397"/>
            <p:cNvSpPr/>
            <p:nvPr/>
          </p:nvSpPr>
          <p:spPr>
            <a:xfrm>
              <a:off x="4998151" y="3140556"/>
              <a:ext cx="680224" cy="796125"/>
            </a:xfrm>
            <a:custGeom>
              <a:rect b="b" l="l" r="r" t="t"/>
              <a:pathLst>
                <a:path extrusionOk="0" h="9857" w="8422">
                  <a:moveTo>
                    <a:pt x="2633" y="0"/>
                  </a:moveTo>
                  <a:cubicBezTo>
                    <a:pt x="2633" y="0"/>
                    <a:pt x="2133" y="239"/>
                    <a:pt x="1567" y="414"/>
                  </a:cubicBezTo>
                  <a:cubicBezTo>
                    <a:pt x="936" y="609"/>
                    <a:pt x="218" y="762"/>
                    <a:pt x="109" y="1001"/>
                  </a:cubicBezTo>
                  <a:cubicBezTo>
                    <a:pt x="1" y="1219"/>
                    <a:pt x="1154" y="5570"/>
                    <a:pt x="1284" y="5940"/>
                  </a:cubicBezTo>
                  <a:cubicBezTo>
                    <a:pt x="1415" y="6310"/>
                    <a:pt x="1154" y="8877"/>
                    <a:pt x="1415" y="9770"/>
                  </a:cubicBezTo>
                  <a:lnTo>
                    <a:pt x="4222" y="9857"/>
                  </a:lnTo>
                  <a:lnTo>
                    <a:pt x="7029" y="9748"/>
                  </a:lnTo>
                  <a:cubicBezTo>
                    <a:pt x="7355" y="8964"/>
                    <a:pt x="7029" y="6353"/>
                    <a:pt x="7137" y="5984"/>
                  </a:cubicBezTo>
                  <a:cubicBezTo>
                    <a:pt x="7268" y="5614"/>
                    <a:pt x="8421" y="1219"/>
                    <a:pt x="8312" y="979"/>
                  </a:cubicBezTo>
                  <a:cubicBezTo>
                    <a:pt x="8203" y="762"/>
                    <a:pt x="7485" y="588"/>
                    <a:pt x="6833" y="392"/>
                  </a:cubicBezTo>
                  <a:cubicBezTo>
                    <a:pt x="6267" y="218"/>
                    <a:pt x="5767" y="0"/>
                    <a:pt x="5767" y="0"/>
                  </a:cubicBezTo>
                  <a:lnTo>
                    <a:pt x="4200" y="892"/>
                  </a:lnTo>
                  <a:lnTo>
                    <a:pt x="26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6" name="Google Shape;1316;g39181ba8852_1_1397"/>
            <p:cNvSpPr/>
            <p:nvPr/>
          </p:nvSpPr>
          <p:spPr>
            <a:xfrm>
              <a:off x="5112354" y="3219626"/>
              <a:ext cx="557215" cy="717054"/>
            </a:xfrm>
            <a:custGeom>
              <a:rect b="b" l="l" r="r" t="t"/>
              <a:pathLst>
                <a:path extrusionOk="0" h="8878" w="6899">
                  <a:moveTo>
                    <a:pt x="6898" y="0"/>
                  </a:moveTo>
                  <a:lnTo>
                    <a:pt x="6898" y="0"/>
                  </a:lnTo>
                  <a:cubicBezTo>
                    <a:pt x="6898" y="2"/>
                    <a:pt x="5593" y="4308"/>
                    <a:pt x="5310" y="4526"/>
                  </a:cubicBezTo>
                  <a:cubicBezTo>
                    <a:pt x="5206" y="4606"/>
                    <a:pt x="4895" y="4633"/>
                    <a:pt x="4534" y="4633"/>
                  </a:cubicBezTo>
                  <a:cubicBezTo>
                    <a:pt x="3913" y="4633"/>
                    <a:pt x="3141" y="4553"/>
                    <a:pt x="3004" y="4526"/>
                  </a:cubicBezTo>
                  <a:cubicBezTo>
                    <a:pt x="2998" y="4525"/>
                    <a:pt x="2991" y="4525"/>
                    <a:pt x="2984" y="4525"/>
                  </a:cubicBezTo>
                  <a:cubicBezTo>
                    <a:pt x="2691" y="4525"/>
                    <a:pt x="1235" y="4939"/>
                    <a:pt x="1002" y="4939"/>
                  </a:cubicBezTo>
                  <a:cubicBezTo>
                    <a:pt x="762" y="4939"/>
                    <a:pt x="240" y="5287"/>
                    <a:pt x="436" y="5636"/>
                  </a:cubicBezTo>
                  <a:cubicBezTo>
                    <a:pt x="632" y="5984"/>
                    <a:pt x="1524" y="5918"/>
                    <a:pt x="2024" y="6093"/>
                  </a:cubicBezTo>
                  <a:cubicBezTo>
                    <a:pt x="2525" y="6288"/>
                    <a:pt x="3265" y="6789"/>
                    <a:pt x="3265" y="7050"/>
                  </a:cubicBezTo>
                  <a:cubicBezTo>
                    <a:pt x="3265" y="7333"/>
                    <a:pt x="3504" y="7855"/>
                    <a:pt x="3265" y="8007"/>
                  </a:cubicBezTo>
                  <a:cubicBezTo>
                    <a:pt x="3025" y="8160"/>
                    <a:pt x="2612" y="8334"/>
                    <a:pt x="2351" y="8486"/>
                  </a:cubicBezTo>
                  <a:cubicBezTo>
                    <a:pt x="2189" y="8585"/>
                    <a:pt x="1807" y="8592"/>
                    <a:pt x="1465" y="8592"/>
                  </a:cubicBezTo>
                  <a:cubicBezTo>
                    <a:pt x="1408" y="8592"/>
                    <a:pt x="1352" y="8592"/>
                    <a:pt x="1298" y="8592"/>
                  </a:cubicBezTo>
                  <a:cubicBezTo>
                    <a:pt x="1111" y="8592"/>
                    <a:pt x="951" y="8595"/>
                    <a:pt x="871" y="8616"/>
                  </a:cubicBezTo>
                  <a:cubicBezTo>
                    <a:pt x="610" y="8703"/>
                    <a:pt x="1" y="8791"/>
                    <a:pt x="1" y="8791"/>
                  </a:cubicBezTo>
                  <a:lnTo>
                    <a:pt x="2808" y="8878"/>
                  </a:lnTo>
                  <a:lnTo>
                    <a:pt x="5615" y="8769"/>
                  </a:lnTo>
                  <a:cubicBezTo>
                    <a:pt x="5941" y="7985"/>
                    <a:pt x="5615" y="5374"/>
                    <a:pt x="5723" y="5005"/>
                  </a:cubicBezTo>
                  <a:cubicBezTo>
                    <a:pt x="5810" y="4765"/>
                    <a:pt x="6572" y="1393"/>
                    <a:pt x="6898"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7" name="Google Shape;1317;g39181ba8852_1_1397"/>
            <p:cNvSpPr/>
            <p:nvPr/>
          </p:nvSpPr>
          <p:spPr>
            <a:xfrm>
              <a:off x="5337288" y="3166886"/>
              <a:ext cx="77456" cy="49268"/>
            </a:xfrm>
            <a:custGeom>
              <a:rect b="b" l="l" r="r" t="t"/>
              <a:pathLst>
                <a:path extrusionOk="0" h="610" w="959">
                  <a:moveTo>
                    <a:pt x="414" y="1"/>
                  </a:moveTo>
                  <a:lnTo>
                    <a:pt x="132" y="88"/>
                  </a:lnTo>
                  <a:lnTo>
                    <a:pt x="1" y="610"/>
                  </a:lnTo>
                  <a:lnTo>
                    <a:pt x="958" y="262"/>
                  </a:lnTo>
                  <a:lnTo>
                    <a:pt x="414"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8" name="Google Shape;1318;g39181ba8852_1_1397"/>
            <p:cNvSpPr/>
            <p:nvPr/>
          </p:nvSpPr>
          <p:spPr>
            <a:xfrm>
              <a:off x="5261771" y="3166886"/>
              <a:ext cx="77375" cy="49268"/>
            </a:xfrm>
            <a:custGeom>
              <a:rect b="b" l="l" r="r" t="t"/>
              <a:pathLst>
                <a:path extrusionOk="0" h="610" w="958">
                  <a:moveTo>
                    <a:pt x="544" y="1"/>
                  </a:moveTo>
                  <a:lnTo>
                    <a:pt x="0" y="262"/>
                  </a:lnTo>
                  <a:lnTo>
                    <a:pt x="958" y="610"/>
                  </a:lnTo>
                  <a:lnTo>
                    <a:pt x="827" y="88"/>
                  </a:lnTo>
                  <a:lnTo>
                    <a:pt x="544"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19" name="Google Shape;1319;g39181ba8852_1_1397"/>
            <p:cNvSpPr/>
            <p:nvPr/>
          </p:nvSpPr>
          <p:spPr>
            <a:xfrm>
              <a:off x="5300458" y="3186189"/>
              <a:ext cx="73821" cy="63402"/>
            </a:xfrm>
            <a:custGeom>
              <a:rect b="b" l="l" r="r" t="t"/>
              <a:pathLst>
                <a:path extrusionOk="0" h="785" w="914">
                  <a:moveTo>
                    <a:pt x="0" y="1"/>
                  </a:moveTo>
                  <a:lnTo>
                    <a:pt x="261" y="784"/>
                  </a:lnTo>
                  <a:lnTo>
                    <a:pt x="631" y="784"/>
                  </a:lnTo>
                  <a:lnTo>
                    <a:pt x="91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0" name="Google Shape;1320;g39181ba8852_1_1397"/>
            <p:cNvSpPr/>
            <p:nvPr/>
          </p:nvSpPr>
          <p:spPr>
            <a:xfrm>
              <a:off x="5289878" y="3249509"/>
              <a:ext cx="100232" cy="704777"/>
            </a:xfrm>
            <a:custGeom>
              <a:rect b="b" l="l" r="r" t="t"/>
              <a:pathLst>
                <a:path extrusionOk="0" h="8726" w="1241">
                  <a:moveTo>
                    <a:pt x="392" y="0"/>
                  </a:moveTo>
                  <a:lnTo>
                    <a:pt x="1" y="7985"/>
                  </a:lnTo>
                  <a:lnTo>
                    <a:pt x="588" y="8725"/>
                  </a:lnTo>
                  <a:lnTo>
                    <a:pt x="1241" y="8007"/>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1" name="Google Shape;1321;g39181ba8852_1_1397"/>
            <p:cNvSpPr/>
            <p:nvPr/>
          </p:nvSpPr>
          <p:spPr>
            <a:xfrm>
              <a:off x="5289878" y="3244179"/>
              <a:ext cx="47491" cy="710108"/>
            </a:xfrm>
            <a:custGeom>
              <a:rect b="b" l="l" r="r" t="t"/>
              <a:pathLst>
                <a:path extrusionOk="0" h="8792" w="588">
                  <a:moveTo>
                    <a:pt x="588" y="1"/>
                  </a:moveTo>
                  <a:lnTo>
                    <a:pt x="392" y="66"/>
                  </a:lnTo>
                  <a:lnTo>
                    <a:pt x="1" y="8051"/>
                  </a:lnTo>
                  <a:lnTo>
                    <a:pt x="588" y="8791"/>
                  </a:lnTo>
                  <a:lnTo>
                    <a:pt x="588"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2" name="Google Shape;1322;g39181ba8852_1_1397"/>
            <p:cNvSpPr/>
            <p:nvPr/>
          </p:nvSpPr>
          <p:spPr>
            <a:xfrm>
              <a:off x="5347868" y="3100092"/>
              <a:ext cx="147724" cy="144170"/>
            </a:xfrm>
            <a:custGeom>
              <a:rect b="b" l="l" r="r" t="t"/>
              <a:pathLst>
                <a:path extrusionOk="0" h="1785" w="1829">
                  <a:moveTo>
                    <a:pt x="1284" y="1"/>
                  </a:moveTo>
                  <a:lnTo>
                    <a:pt x="1" y="915"/>
                  </a:lnTo>
                  <a:lnTo>
                    <a:pt x="457" y="1785"/>
                  </a:lnTo>
                  <a:lnTo>
                    <a:pt x="1828" y="632"/>
                  </a:lnTo>
                  <a:lnTo>
                    <a:pt x="128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3" name="Google Shape;1323;g39181ba8852_1_1397"/>
            <p:cNvSpPr/>
            <p:nvPr/>
          </p:nvSpPr>
          <p:spPr>
            <a:xfrm>
              <a:off x="5031588" y="3878353"/>
              <a:ext cx="311116" cy="327270"/>
            </a:xfrm>
            <a:custGeom>
              <a:rect b="b" l="l" r="r" t="t"/>
              <a:pathLst>
                <a:path extrusionOk="0" h="4052" w="3852">
                  <a:moveTo>
                    <a:pt x="1989" y="0"/>
                  </a:moveTo>
                  <a:cubicBezTo>
                    <a:pt x="1937" y="0"/>
                    <a:pt x="1891" y="8"/>
                    <a:pt x="1849" y="25"/>
                  </a:cubicBezTo>
                  <a:cubicBezTo>
                    <a:pt x="1849" y="25"/>
                    <a:pt x="653" y="1266"/>
                    <a:pt x="326" y="1984"/>
                  </a:cubicBezTo>
                  <a:cubicBezTo>
                    <a:pt x="0" y="2723"/>
                    <a:pt x="22" y="3942"/>
                    <a:pt x="783" y="4007"/>
                  </a:cubicBezTo>
                  <a:cubicBezTo>
                    <a:pt x="1125" y="4036"/>
                    <a:pt x="1442" y="4052"/>
                    <a:pt x="1704" y="4052"/>
                  </a:cubicBezTo>
                  <a:cubicBezTo>
                    <a:pt x="2041" y="4052"/>
                    <a:pt x="2286" y="4025"/>
                    <a:pt x="2372" y="3964"/>
                  </a:cubicBezTo>
                  <a:cubicBezTo>
                    <a:pt x="2546" y="3876"/>
                    <a:pt x="3851" y="1635"/>
                    <a:pt x="3851" y="1353"/>
                  </a:cubicBezTo>
                  <a:cubicBezTo>
                    <a:pt x="3831" y="1092"/>
                    <a:pt x="2592" y="0"/>
                    <a:pt x="198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4" name="Google Shape;1324;g39181ba8852_1_1397"/>
            <p:cNvSpPr/>
            <p:nvPr/>
          </p:nvSpPr>
          <p:spPr>
            <a:xfrm>
              <a:off x="5873332" y="4303828"/>
              <a:ext cx="170500" cy="326947"/>
            </a:xfrm>
            <a:custGeom>
              <a:rect b="b" l="l" r="r" t="t"/>
              <a:pathLst>
                <a:path extrusionOk="0" h="4048" w="2111">
                  <a:moveTo>
                    <a:pt x="1023" y="1"/>
                  </a:moveTo>
                  <a:lnTo>
                    <a:pt x="0" y="1328"/>
                  </a:lnTo>
                  <a:cubicBezTo>
                    <a:pt x="0" y="1328"/>
                    <a:pt x="65" y="2481"/>
                    <a:pt x="218" y="3156"/>
                  </a:cubicBezTo>
                  <a:cubicBezTo>
                    <a:pt x="348" y="3830"/>
                    <a:pt x="892" y="4048"/>
                    <a:pt x="892" y="4048"/>
                  </a:cubicBezTo>
                  <a:cubicBezTo>
                    <a:pt x="892" y="4048"/>
                    <a:pt x="1958" y="3025"/>
                    <a:pt x="1980" y="2329"/>
                  </a:cubicBezTo>
                  <a:cubicBezTo>
                    <a:pt x="1980" y="1611"/>
                    <a:pt x="2111" y="697"/>
                    <a:pt x="2111" y="697"/>
                  </a:cubicBezTo>
                  <a:lnTo>
                    <a:pt x="1023"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5" name="Google Shape;1325;g39181ba8852_1_1397"/>
            <p:cNvSpPr/>
            <p:nvPr/>
          </p:nvSpPr>
          <p:spPr>
            <a:xfrm>
              <a:off x="5114131" y="3837000"/>
              <a:ext cx="873501" cy="621587"/>
            </a:xfrm>
            <a:custGeom>
              <a:rect b="b" l="l" r="r" t="t"/>
              <a:pathLst>
                <a:path extrusionOk="0" h="7696" w="10815">
                  <a:moveTo>
                    <a:pt x="2138" y="1"/>
                  </a:moveTo>
                  <a:cubicBezTo>
                    <a:pt x="1693" y="1"/>
                    <a:pt x="1044" y="136"/>
                    <a:pt x="610" y="820"/>
                  </a:cubicBezTo>
                  <a:cubicBezTo>
                    <a:pt x="1" y="1799"/>
                    <a:pt x="893" y="2822"/>
                    <a:pt x="893" y="2822"/>
                  </a:cubicBezTo>
                  <a:lnTo>
                    <a:pt x="9422" y="7696"/>
                  </a:lnTo>
                  <a:lnTo>
                    <a:pt x="10814" y="5476"/>
                  </a:lnTo>
                  <a:lnTo>
                    <a:pt x="2633" y="59"/>
                  </a:lnTo>
                  <a:cubicBezTo>
                    <a:pt x="2633" y="59"/>
                    <a:pt x="2429" y="1"/>
                    <a:pt x="213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6" name="Google Shape;1326;g39181ba8852_1_1397"/>
            <p:cNvSpPr/>
            <p:nvPr/>
          </p:nvSpPr>
          <p:spPr>
            <a:xfrm>
              <a:off x="5059695" y="3837243"/>
              <a:ext cx="927938" cy="538800"/>
            </a:xfrm>
            <a:custGeom>
              <a:rect b="b" l="l" r="r" t="t"/>
              <a:pathLst>
                <a:path extrusionOk="0" h="6671" w="11489">
                  <a:moveTo>
                    <a:pt x="2" y="2599"/>
                  </a:moveTo>
                  <a:lnTo>
                    <a:pt x="2" y="2599"/>
                  </a:lnTo>
                  <a:cubicBezTo>
                    <a:pt x="1" y="2601"/>
                    <a:pt x="0" y="2601"/>
                    <a:pt x="0" y="2601"/>
                  </a:cubicBezTo>
                  <a:cubicBezTo>
                    <a:pt x="1" y="2601"/>
                    <a:pt x="1" y="2600"/>
                    <a:pt x="2" y="2599"/>
                  </a:cubicBezTo>
                  <a:close/>
                  <a:moveTo>
                    <a:pt x="2830" y="1"/>
                  </a:moveTo>
                  <a:cubicBezTo>
                    <a:pt x="2447" y="1"/>
                    <a:pt x="1906" y="102"/>
                    <a:pt x="1480" y="578"/>
                  </a:cubicBezTo>
                  <a:cubicBezTo>
                    <a:pt x="1437" y="621"/>
                    <a:pt x="73" y="2517"/>
                    <a:pt x="2" y="2599"/>
                  </a:cubicBezTo>
                  <a:lnTo>
                    <a:pt x="2" y="2599"/>
                  </a:lnTo>
                  <a:cubicBezTo>
                    <a:pt x="67" y="2528"/>
                    <a:pt x="1866" y="564"/>
                    <a:pt x="2823" y="564"/>
                  </a:cubicBezTo>
                  <a:cubicBezTo>
                    <a:pt x="2896" y="564"/>
                    <a:pt x="2963" y="576"/>
                    <a:pt x="3025" y="600"/>
                  </a:cubicBezTo>
                  <a:cubicBezTo>
                    <a:pt x="5309" y="1470"/>
                    <a:pt x="10749" y="6670"/>
                    <a:pt x="10749" y="6670"/>
                  </a:cubicBezTo>
                  <a:lnTo>
                    <a:pt x="11488" y="5473"/>
                  </a:lnTo>
                  <a:lnTo>
                    <a:pt x="3307" y="56"/>
                  </a:lnTo>
                  <a:cubicBezTo>
                    <a:pt x="3307" y="56"/>
                    <a:pt x="3112" y="1"/>
                    <a:pt x="2830"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7" name="Google Shape;1327;g39181ba8852_1_1397"/>
            <p:cNvSpPr/>
            <p:nvPr/>
          </p:nvSpPr>
          <p:spPr>
            <a:xfrm>
              <a:off x="5180925" y="3100092"/>
              <a:ext cx="147724" cy="144170"/>
            </a:xfrm>
            <a:custGeom>
              <a:rect b="b" l="l" r="r" t="t"/>
              <a:pathLst>
                <a:path extrusionOk="0" h="1785" w="1829">
                  <a:moveTo>
                    <a:pt x="544" y="1"/>
                  </a:moveTo>
                  <a:lnTo>
                    <a:pt x="0" y="632"/>
                  </a:lnTo>
                  <a:lnTo>
                    <a:pt x="1371" y="1785"/>
                  </a:lnTo>
                  <a:lnTo>
                    <a:pt x="1828" y="915"/>
                  </a:lnTo>
                  <a:lnTo>
                    <a:pt x="544"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8" name="Google Shape;1328;g39181ba8852_1_1397"/>
            <p:cNvSpPr/>
            <p:nvPr/>
          </p:nvSpPr>
          <p:spPr>
            <a:xfrm>
              <a:off x="5198532" y="2696343"/>
              <a:ext cx="300536" cy="369107"/>
            </a:xfrm>
            <a:custGeom>
              <a:rect b="b" l="l" r="r" t="t"/>
              <a:pathLst>
                <a:path extrusionOk="0" h="4570" w="3721">
                  <a:moveTo>
                    <a:pt x="1929" y="0"/>
                  </a:moveTo>
                  <a:cubicBezTo>
                    <a:pt x="1859" y="0"/>
                    <a:pt x="1789" y="6"/>
                    <a:pt x="1719" y="17"/>
                  </a:cubicBezTo>
                  <a:cubicBezTo>
                    <a:pt x="609" y="169"/>
                    <a:pt x="0" y="1236"/>
                    <a:pt x="152" y="2454"/>
                  </a:cubicBezTo>
                  <a:cubicBezTo>
                    <a:pt x="278" y="3602"/>
                    <a:pt x="1624" y="4570"/>
                    <a:pt x="2387" y="4570"/>
                  </a:cubicBezTo>
                  <a:cubicBezTo>
                    <a:pt x="2419" y="4570"/>
                    <a:pt x="2450" y="4568"/>
                    <a:pt x="2481" y="4565"/>
                  </a:cubicBezTo>
                  <a:cubicBezTo>
                    <a:pt x="3242" y="4478"/>
                    <a:pt x="3721" y="3216"/>
                    <a:pt x="3677" y="1997"/>
                  </a:cubicBezTo>
                  <a:cubicBezTo>
                    <a:pt x="3637" y="850"/>
                    <a:pt x="2796" y="0"/>
                    <a:pt x="1929"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9" name="Google Shape;1329;g39181ba8852_1_1397"/>
            <p:cNvSpPr/>
            <p:nvPr/>
          </p:nvSpPr>
          <p:spPr>
            <a:xfrm>
              <a:off x="5173898" y="2684067"/>
              <a:ext cx="307643" cy="315962"/>
            </a:xfrm>
            <a:custGeom>
              <a:rect b="b" l="l" r="r" t="t"/>
              <a:pathLst>
                <a:path extrusionOk="0" h="3912" w="3809">
                  <a:moveTo>
                    <a:pt x="2270" y="1"/>
                  </a:moveTo>
                  <a:cubicBezTo>
                    <a:pt x="1808" y="1"/>
                    <a:pt x="847" y="214"/>
                    <a:pt x="457" y="1235"/>
                  </a:cubicBezTo>
                  <a:cubicBezTo>
                    <a:pt x="0" y="2410"/>
                    <a:pt x="849" y="3911"/>
                    <a:pt x="1132" y="3911"/>
                  </a:cubicBezTo>
                  <a:cubicBezTo>
                    <a:pt x="1219" y="3911"/>
                    <a:pt x="980" y="2998"/>
                    <a:pt x="1284" y="2280"/>
                  </a:cubicBezTo>
                  <a:cubicBezTo>
                    <a:pt x="1287" y="2273"/>
                    <a:pt x="1291" y="2270"/>
                    <a:pt x="1295" y="2270"/>
                  </a:cubicBezTo>
                  <a:cubicBezTo>
                    <a:pt x="1359" y="2270"/>
                    <a:pt x="1588" y="2895"/>
                    <a:pt x="1664" y="2895"/>
                  </a:cubicBezTo>
                  <a:cubicBezTo>
                    <a:pt x="1669" y="2895"/>
                    <a:pt x="1672" y="2893"/>
                    <a:pt x="1676" y="2889"/>
                  </a:cubicBezTo>
                  <a:cubicBezTo>
                    <a:pt x="1719" y="2802"/>
                    <a:pt x="1437" y="1888"/>
                    <a:pt x="1676" y="1692"/>
                  </a:cubicBezTo>
                  <a:cubicBezTo>
                    <a:pt x="2170" y="1238"/>
                    <a:pt x="2665" y="1116"/>
                    <a:pt x="3053" y="1116"/>
                  </a:cubicBezTo>
                  <a:cubicBezTo>
                    <a:pt x="3502" y="1116"/>
                    <a:pt x="3808" y="1279"/>
                    <a:pt x="3808" y="1279"/>
                  </a:cubicBezTo>
                  <a:cubicBezTo>
                    <a:pt x="3591" y="278"/>
                    <a:pt x="2764" y="104"/>
                    <a:pt x="2459" y="17"/>
                  </a:cubicBezTo>
                  <a:cubicBezTo>
                    <a:pt x="2414" y="7"/>
                    <a:pt x="2350" y="1"/>
                    <a:pt x="2270"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0" name="Google Shape;1330;g39181ba8852_1_1397"/>
            <p:cNvSpPr/>
            <p:nvPr/>
          </p:nvSpPr>
          <p:spPr>
            <a:xfrm>
              <a:off x="5244164" y="2863771"/>
              <a:ext cx="61626" cy="100232"/>
            </a:xfrm>
            <a:custGeom>
              <a:rect b="b" l="l" r="r" t="t"/>
              <a:pathLst>
                <a:path extrusionOk="0" h="1241" w="763">
                  <a:moveTo>
                    <a:pt x="316" y="1"/>
                  </a:moveTo>
                  <a:cubicBezTo>
                    <a:pt x="292" y="1"/>
                    <a:pt x="267" y="4"/>
                    <a:pt x="240" y="11"/>
                  </a:cubicBezTo>
                  <a:cubicBezTo>
                    <a:pt x="66" y="76"/>
                    <a:pt x="1" y="381"/>
                    <a:pt x="88" y="707"/>
                  </a:cubicBezTo>
                  <a:cubicBezTo>
                    <a:pt x="185" y="1017"/>
                    <a:pt x="367" y="1240"/>
                    <a:pt x="529" y="1240"/>
                  </a:cubicBezTo>
                  <a:cubicBezTo>
                    <a:pt x="549" y="1240"/>
                    <a:pt x="569" y="1237"/>
                    <a:pt x="588" y="1230"/>
                  </a:cubicBezTo>
                  <a:cubicBezTo>
                    <a:pt x="762" y="1186"/>
                    <a:pt x="719" y="729"/>
                    <a:pt x="632" y="403"/>
                  </a:cubicBezTo>
                  <a:cubicBezTo>
                    <a:pt x="540" y="108"/>
                    <a:pt x="448" y="1"/>
                    <a:pt x="316"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1" name="Google Shape;1331;g39181ba8852_1_1397"/>
            <p:cNvSpPr/>
            <p:nvPr/>
          </p:nvSpPr>
          <p:spPr>
            <a:xfrm>
              <a:off x="5616738" y="3629836"/>
              <a:ext cx="290036" cy="415791"/>
            </a:xfrm>
            <a:custGeom>
              <a:rect b="b" l="l" r="r" t="t"/>
              <a:pathLst>
                <a:path extrusionOk="0" h="5148" w="3591">
                  <a:moveTo>
                    <a:pt x="2166" y="1"/>
                  </a:moveTo>
                  <a:cubicBezTo>
                    <a:pt x="1757" y="1"/>
                    <a:pt x="1256" y="314"/>
                    <a:pt x="893" y="1296"/>
                  </a:cubicBezTo>
                  <a:cubicBezTo>
                    <a:pt x="479" y="2471"/>
                    <a:pt x="1" y="4669"/>
                    <a:pt x="1" y="4669"/>
                  </a:cubicBezTo>
                  <a:lnTo>
                    <a:pt x="1088" y="5148"/>
                  </a:lnTo>
                  <a:cubicBezTo>
                    <a:pt x="1088" y="5148"/>
                    <a:pt x="2198" y="3342"/>
                    <a:pt x="2437" y="2711"/>
                  </a:cubicBezTo>
                  <a:cubicBezTo>
                    <a:pt x="2699" y="2080"/>
                    <a:pt x="3591" y="383"/>
                    <a:pt x="2394" y="34"/>
                  </a:cubicBezTo>
                  <a:cubicBezTo>
                    <a:pt x="2323" y="13"/>
                    <a:pt x="2246" y="1"/>
                    <a:pt x="2166"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2" name="Google Shape;1332;g39181ba8852_1_1397"/>
            <p:cNvSpPr/>
            <p:nvPr/>
          </p:nvSpPr>
          <p:spPr>
            <a:xfrm>
              <a:off x="5511338" y="4009355"/>
              <a:ext cx="184554" cy="193034"/>
            </a:xfrm>
            <a:custGeom>
              <a:rect b="b" l="l" r="r" t="t"/>
              <a:pathLst>
                <a:path extrusionOk="0" h="2390" w="2285">
                  <a:moveTo>
                    <a:pt x="1334" y="0"/>
                  </a:moveTo>
                  <a:cubicBezTo>
                    <a:pt x="935" y="0"/>
                    <a:pt x="668" y="299"/>
                    <a:pt x="609" y="318"/>
                  </a:cubicBezTo>
                  <a:cubicBezTo>
                    <a:pt x="239" y="449"/>
                    <a:pt x="109" y="362"/>
                    <a:pt x="22" y="449"/>
                  </a:cubicBezTo>
                  <a:cubicBezTo>
                    <a:pt x="0" y="470"/>
                    <a:pt x="87" y="644"/>
                    <a:pt x="196" y="666"/>
                  </a:cubicBezTo>
                  <a:cubicBezTo>
                    <a:pt x="223" y="675"/>
                    <a:pt x="265" y="679"/>
                    <a:pt x="313" y="679"/>
                  </a:cubicBezTo>
                  <a:cubicBezTo>
                    <a:pt x="445" y="679"/>
                    <a:pt x="629" y="654"/>
                    <a:pt x="732" y="654"/>
                  </a:cubicBezTo>
                  <a:cubicBezTo>
                    <a:pt x="769" y="654"/>
                    <a:pt x="796" y="657"/>
                    <a:pt x="805" y="666"/>
                  </a:cubicBezTo>
                  <a:cubicBezTo>
                    <a:pt x="849" y="688"/>
                    <a:pt x="783" y="884"/>
                    <a:pt x="718" y="1036"/>
                  </a:cubicBezTo>
                  <a:cubicBezTo>
                    <a:pt x="522" y="1471"/>
                    <a:pt x="0" y="1776"/>
                    <a:pt x="87" y="1885"/>
                  </a:cubicBezTo>
                  <a:cubicBezTo>
                    <a:pt x="105" y="1920"/>
                    <a:pt x="139" y="1933"/>
                    <a:pt x="179" y="1933"/>
                  </a:cubicBezTo>
                  <a:cubicBezTo>
                    <a:pt x="286" y="1933"/>
                    <a:pt x="435" y="1841"/>
                    <a:pt x="435" y="1841"/>
                  </a:cubicBezTo>
                  <a:lnTo>
                    <a:pt x="435" y="1841"/>
                  </a:lnTo>
                  <a:cubicBezTo>
                    <a:pt x="435" y="1841"/>
                    <a:pt x="87" y="2211"/>
                    <a:pt x="196" y="2276"/>
                  </a:cubicBezTo>
                  <a:cubicBezTo>
                    <a:pt x="216" y="2287"/>
                    <a:pt x="241" y="2291"/>
                    <a:pt x="269" y="2291"/>
                  </a:cubicBezTo>
                  <a:cubicBezTo>
                    <a:pt x="415" y="2291"/>
                    <a:pt x="631" y="2167"/>
                    <a:pt x="631" y="2167"/>
                  </a:cubicBezTo>
                  <a:lnTo>
                    <a:pt x="631" y="2167"/>
                  </a:lnTo>
                  <a:cubicBezTo>
                    <a:pt x="631" y="2168"/>
                    <a:pt x="588" y="2342"/>
                    <a:pt x="675" y="2385"/>
                  </a:cubicBezTo>
                  <a:cubicBezTo>
                    <a:pt x="680" y="2388"/>
                    <a:pt x="686" y="2389"/>
                    <a:pt x="694" y="2389"/>
                  </a:cubicBezTo>
                  <a:cubicBezTo>
                    <a:pt x="804" y="2389"/>
                    <a:pt x="1110" y="2102"/>
                    <a:pt x="1110" y="2102"/>
                  </a:cubicBezTo>
                  <a:lnTo>
                    <a:pt x="1110" y="2102"/>
                  </a:lnTo>
                  <a:cubicBezTo>
                    <a:pt x="1110" y="2102"/>
                    <a:pt x="1044" y="2276"/>
                    <a:pt x="1131" y="2298"/>
                  </a:cubicBezTo>
                  <a:cubicBezTo>
                    <a:pt x="1134" y="2300"/>
                    <a:pt x="1138" y="2301"/>
                    <a:pt x="1142" y="2301"/>
                  </a:cubicBezTo>
                  <a:cubicBezTo>
                    <a:pt x="1239" y="2301"/>
                    <a:pt x="1706" y="1851"/>
                    <a:pt x="1893" y="1580"/>
                  </a:cubicBezTo>
                  <a:cubicBezTo>
                    <a:pt x="2089" y="1297"/>
                    <a:pt x="2198" y="993"/>
                    <a:pt x="2219" y="644"/>
                  </a:cubicBezTo>
                  <a:cubicBezTo>
                    <a:pt x="2241" y="514"/>
                    <a:pt x="2285" y="253"/>
                    <a:pt x="2285" y="253"/>
                  </a:cubicBezTo>
                  <a:cubicBezTo>
                    <a:pt x="2285" y="253"/>
                    <a:pt x="1784" y="57"/>
                    <a:pt x="1480" y="13"/>
                  </a:cubicBezTo>
                  <a:cubicBezTo>
                    <a:pt x="1429" y="4"/>
                    <a:pt x="1381" y="0"/>
                    <a:pt x="133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3" name="Google Shape;1333;g39181ba8852_1_1397"/>
            <p:cNvSpPr/>
            <p:nvPr/>
          </p:nvSpPr>
          <p:spPr>
            <a:xfrm>
              <a:off x="4802212" y="3605525"/>
              <a:ext cx="412157" cy="158950"/>
            </a:xfrm>
            <a:custGeom>
              <a:rect b="b" l="l" r="r" t="t"/>
              <a:pathLst>
                <a:path extrusionOk="0" h="1968" w="5103">
                  <a:moveTo>
                    <a:pt x="2264" y="1"/>
                  </a:moveTo>
                  <a:cubicBezTo>
                    <a:pt x="1387" y="1"/>
                    <a:pt x="0" y="123"/>
                    <a:pt x="55" y="1140"/>
                  </a:cubicBezTo>
                  <a:cubicBezTo>
                    <a:pt x="77" y="1597"/>
                    <a:pt x="360" y="1967"/>
                    <a:pt x="1687" y="1967"/>
                  </a:cubicBezTo>
                  <a:cubicBezTo>
                    <a:pt x="2992" y="1945"/>
                    <a:pt x="5103" y="1619"/>
                    <a:pt x="5103" y="1619"/>
                  </a:cubicBezTo>
                  <a:lnTo>
                    <a:pt x="5081" y="509"/>
                  </a:lnTo>
                  <a:cubicBezTo>
                    <a:pt x="5081" y="509"/>
                    <a:pt x="3428" y="53"/>
                    <a:pt x="2710" y="9"/>
                  </a:cubicBezTo>
                  <a:cubicBezTo>
                    <a:pt x="2591" y="5"/>
                    <a:pt x="2438" y="1"/>
                    <a:pt x="2264"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4" name="Google Shape;1334;g39181ba8852_1_1397"/>
            <p:cNvSpPr/>
            <p:nvPr/>
          </p:nvSpPr>
          <p:spPr>
            <a:xfrm>
              <a:off x="5231888" y="3662465"/>
              <a:ext cx="156447" cy="72691"/>
            </a:xfrm>
            <a:custGeom>
              <a:rect b="b" l="l" r="r" t="t"/>
              <a:pathLst>
                <a:path extrusionOk="0" h="900" w="1937">
                  <a:moveTo>
                    <a:pt x="175" y="0"/>
                  </a:moveTo>
                  <a:cubicBezTo>
                    <a:pt x="175" y="0"/>
                    <a:pt x="0" y="653"/>
                    <a:pt x="218" y="849"/>
                  </a:cubicBezTo>
                  <a:cubicBezTo>
                    <a:pt x="258" y="885"/>
                    <a:pt x="331" y="899"/>
                    <a:pt x="423" y="899"/>
                  </a:cubicBezTo>
                  <a:cubicBezTo>
                    <a:pt x="778" y="899"/>
                    <a:pt x="1421" y="683"/>
                    <a:pt x="1611" y="631"/>
                  </a:cubicBezTo>
                  <a:cubicBezTo>
                    <a:pt x="1828" y="566"/>
                    <a:pt x="1937" y="327"/>
                    <a:pt x="1893" y="261"/>
                  </a:cubicBezTo>
                  <a:cubicBezTo>
                    <a:pt x="1850" y="196"/>
                    <a:pt x="175" y="0"/>
                    <a:pt x="1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5" name="Google Shape;1335;g39181ba8852_1_1397"/>
            <p:cNvSpPr/>
            <p:nvPr/>
          </p:nvSpPr>
          <p:spPr>
            <a:xfrm>
              <a:off x="5254745" y="3674742"/>
              <a:ext cx="193357" cy="94983"/>
            </a:xfrm>
            <a:custGeom>
              <a:rect b="b" l="l" r="r" t="t"/>
              <a:pathLst>
                <a:path extrusionOk="0" h="1176" w="2394">
                  <a:moveTo>
                    <a:pt x="871" y="1"/>
                  </a:moveTo>
                  <a:cubicBezTo>
                    <a:pt x="827" y="1"/>
                    <a:pt x="762" y="44"/>
                    <a:pt x="718" y="44"/>
                  </a:cubicBezTo>
                  <a:cubicBezTo>
                    <a:pt x="305" y="44"/>
                    <a:pt x="0" y="109"/>
                    <a:pt x="0" y="109"/>
                  </a:cubicBezTo>
                  <a:cubicBezTo>
                    <a:pt x="60" y="369"/>
                    <a:pt x="413" y="482"/>
                    <a:pt x="538" y="482"/>
                  </a:cubicBezTo>
                  <a:cubicBezTo>
                    <a:pt x="550" y="482"/>
                    <a:pt x="559" y="481"/>
                    <a:pt x="566" y="479"/>
                  </a:cubicBezTo>
                  <a:cubicBezTo>
                    <a:pt x="570" y="479"/>
                    <a:pt x="575" y="479"/>
                    <a:pt x="579" y="479"/>
                  </a:cubicBezTo>
                  <a:cubicBezTo>
                    <a:pt x="762" y="479"/>
                    <a:pt x="766" y="937"/>
                    <a:pt x="958" y="980"/>
                  </a:cubicBezTo>
                  <a:cubicBezTo>
                    <a:pt x="960" y="981"/>
                    <a:pt x="962" y="981"/>
                    <a:pt x="965" y="981"/>
                  </a:cubicBezTo>
                  <a:cubicBezTo>
                    <a:pt x="1003" y="981"/>
                    <a:pt x="1055" y="843"/>
                    <a:pt x="1080" y="843"/>
                  </a:cubicBezTo>
                  <a:cubicBezTo>
                    <a:pt x="1083" y="843"/>
                    <a:pt x="1086" y="845"/>
                    <a:pt x="1088" y="849"/>
                  </a:cubicBezTo>
                  <a:cubicBezTo>
                    <a:pt x="1110" y="893"/>
                    <a:pt x="1154" y="1067"/>
                    <a:pt x="1284" y="1088"/>
                  </a:cubicBezTo>
                  <a:cubicBezTo>
                    <a:pt x="1306" y="1088"/>
                    <a:pt x="1415" y="958"/>
                    <a:pt x="1415" y="958"/>
                  </a:cubicBezTo>
                  <a:cubicBezTo>
                    <a:pt x="1415" y="958"/>
                    <a:pt x="1523" y="1154"/>
                    <a:pt x="1567" y="1176"/>
                  </a:cubicBezTo>
                  <a:cubicBezTo>
                    <a:pt x="1632" y="1176"/>
                    <a:pt x="1719" y="1176"/>
                    <a:pt x="1719" y="1088"/>
                  </a:cubicBezTo>
                  <a:cubicBezTo>
                    <a:pt x="1741" y="958"/>
                    <a:pt x="1676" y="653"/>
                    <a:pt x="1654" y="610"/>
                  </a:cubicBezTo>
                  <a:cubicBezTo>
                    <a:pt x="1651" y="602"/>
                    <a:pt x="1652" y="598"/>
                    <a:pt x="1656" y="598"/>
                  </a:cubicBezTo>
                  <a:cubicBezTo>
                    <a:pt x="1685" y="598"/>
                    <a:pt x="1869" y="786"/>
                    <a:pt x="2002" y="958"/>
                  </a:cubicBezTo>
                  <a:cubicBezTo>
                    <a:pt x="2098" y="1081"/>
                    <a:pt x="2202" y="1118"/>
                    <a:pt x="2277" y="1118"/>
                  </a:cubicBezTo>
                  <a:cubicBezTo>
                    <a:pt x="2321" y="1118"/>
                    <a:pt x="2356" y="1105"/>
                    <a:pt x="2372" y="1088"/>
                  </a:cubicBezTo>
                  <a:cubicBezTo>
                    <a:pt x="2394" y="1067"/>
                    <a:pt x="2154" y="697"/>
                    <a:pt x="2133" y="610"/>
                  </a:cubicBezTo>
                  <a:cubicBezTo>
                    <a:pt x="2089" y="545"/>
                    <a:pt x="1806" y="153"/>
                    <a:pt x="1697" y="131"/>
                  </a:cubicBezTo>
                  <a:cubicBezTo>
                    <a:pt x="1676" y="109"/>
                    <a:pt x="1654" y="109"/>
                    <a:pt x="1523" y="109"/>
                  </a:cubicBezTo>
                  <a:cubicBezTo>
                    <a:pt x="1485" y="109"/>
                    <a:pt x="1480" y="41"/>
                    <a:pt x="1404" y="41"/>
                  </a:cubicBezTo>
                  <a:cubicBezTo>
                    <a:pt x="1394" y="41"/>
                    <a:pt x="1383" y="42"/>
                    <a:pt x="1371" y="44"/>
                  </a:cubicBezTo>
                  <a:lnTo>
                    <a:pt x="1241" y="44"/>
                  </a:lnTo>
                  <a:cubicBezTo>
                    <a:pt x="1197" y="44"/>
                    <a:pt x="1154" y="22"/>
                    <a:pt x="1110" y="22"/>
                  </a:cubicBezTo>
                  <a:lnTo>
                    <a:pt x="1023" y="22"/>
                  </a:lnTo>
                  <a:cubicBezTo>
                    <a:pt x="979" y="22"/>
                    <a:pt x="914" y="1"/>
                    <a:pt x="87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6" name="Google Shape;1336;g39181ba8852_1_1397"/>
            <p:cNvSpPr/>
            <p:nvPr/>
          </p:nvSpPr>
          <p:spPr>
            <a:xfrm>
              <a:off x="5163318" y="3632582"/>
              <a:ext cx="86260" cy="116063"/>
            </a:xfrm>
            <a:custGeom>
              <a:rect b="b" l="l" r="r" t="t"/>
              <a:pathLst>
                <a:path extrusionOk="0" h="1437" w="1068">
                  <a:moveTo>
                    <a:pt x="44" y="0"/>
                  </a:moveTo>
                  <a:lnTo>
                    <a:pt x="1" y="1436"/>
                  </a:lnTo>
                  <a:lnTo>
                    <a:pt x="1067" y="1436"/>
                  </a:lnTo>
                  <a:lnTo>
                    <a:pt x="1067" y="109"/>
                  </a:lnTo>
                  <a:lnTo>
                    <a:pt x="44"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7" name="Google Shape;1337;g39181ba8852_1_1397"/>
            <p:cNvSpPr/>
            <p:nvPr/>
          </p:nvSpPr>
          <p:spPr>
            <a:xfrm>
              <a:off x="5599131" y="3929558"/>
              <a:ext cx="140697" cy="133670"/>
            </a:xfrm>
            <a:custGeom>
              <a:rect b="b" l="l" r="r" t="t"/>
              <a:pathLst>
                <a:path extrusionOk="0" h="1655" w="1742">
                  <a:moveTo>
                    <a:pt x="436" y="1"/>
                  </a:moveTo>
                  <a:lnTo>
                    <a:pt x="1" y="958"/>
                  </a:lnTo>
                  <a:lnTo>
                    <a:pt x="1198" y="1654"/>
                  </a:lnTo>
                  <a:lnTo>
                    <a:pt x="1742" y="697"/>
                  </a:lnTo>
                  <a:lnTo>
                    <a:pt x="436"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38" name="Google Shape;1338;g39181ba8852_1_1397"/>
          <p:cNvGrpSpPr/>
          <p:nvPr/>
        </p:nvGrpSpPr>
        <p:grpSpPr>
          <a:xfrm>
            <a:off x="3810264" y="5059128"/>
            <a:ext cx="4679229" cy="1872251"/>
            <a:chOff x="2857770" y="3767865"/>
            <a:chExt cx="3509509" cy="1404224"/>
          </a:xfrm>
        </p:grpSpPr>
        <p:sp>
          <p:nvSpPr>
            <p:cNvPr id="1339" name="Google Shape;1339;g39181ba8852_1_1397"/>
            <p:cNvSpPr/>
            <p:nvPr/>
          </p:nvSpPr>
          <p:spPr>
            <a:xfrm>
              <a:off x="3977187" y="3781918"/>
              <a:ext cx="404241" cy="59929"/>
            </a:xfrm>
            <a:custGeom>
              <a:rect b="b" l="l" r="r" t="t"/>
              <a:pathLst>
                <a:path extrusionOk="0" h="742" w="5005">
                  <a:moveTo>
                    <a:pt x="131" y="1"/>
                  </a:moveTo>
                  <a:lnTo>
                    <a:pt x="0" y="349"/>
                  </a:lnTo>
                  <a:cubicBezTo>
                    <a:pt x="0" y="349"/>
                    <a:pt x="2025" y="741"/>
                    <a:pt x="2309" y="741"/>
                  </a:cubicBezTo>
                  <a:cubicBezTo>
                    <a:pt x="2317" y="741"/>
                    <a:pt x="2323" y="741"/>
                    <a:pt x="2328" y="741"/>
                  </a:cubicBezTo>
                  <a:cubicBezTo>
                    <a:pt x="2524" y="719"/>
                    <a:pt x="5005" y="371"/>
                    <a:pt x="5005" y="371"/>
                  </a:cubicBezTo>
                  <a:lnTo>
                    <a:pt x="4874" y="1"/>
                  </a:lnTo>
                  <a:cubicBezTo>
                    <a:pt x="4874" y="1"/>
                    <a:pt x="2923" y="350"/>
                    <a:pt x="2373" y="350"/>
                  </a:cubicBezTo>
                  <a:cubicBezTo>
                    <a:pt x="2357" y="350"/>
                    <a:pt x="2342" y="350"/>
                    <a:pt x="2328" y="349"/>
                  </a:cubicBezTo>
                  <a:cubicBezTo>
                    <a:pt x="1850" y="327"/>
                    <a:pt x="131" y="1"/>
                    <a:pt x="131"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0" name="Google Shape;1340;g39181ba8852_1_1397"/>
            <p:cNvSpPr/>
            <p:nvPr/>
          </p:nvSpPr>
          <p:spPr>
            <a:xfrm>
              <a:off x="3977187" y="3781918"/>
              <a:ext cx="404241" cy="59929"/>
            </a:xfrm>
            <a:custGeom>
              <a:rect b="b" l="l" r="r" t="t"/>
              <a:pathLst>
                <a:path extrusionOk="0" h="742" w="5005">
                  <a:moveTo>
                    <a:pt x="131" y="1"/>
                  </a:moveTo>
                  <a:lnTo>
                    <a:pt x="0" y="349"/>
                  </a:lnTo>
                  <a:cubicBezTo>
                    <a:pt x="0" y="349"/>
                    <a:pt x="2025" y="741"/>
                    <a:pt x="2309" y="741"/>
                  </a:cubicBezTo>
                  <a:cubicBezTo>
                    <a:pt x="2317" y="741"/>
                    <a:pt x="2323" y="741"/>
                    <a:pt x="2328" y="741"/>
                  </a:cubicBezTo>
                  <a:cubicBezTo>
                    <a:pt x="2524" y="719"/>
                    <a:pt x="5005" y="371"/>
                    <a:pt x="5005" y="371"/>
                  </a:cubicBezTo>
                  <a:lnTo>
                    <a:pt x="4874" y="1"/>
                  </a:lnTo>
                  <a:cubicBezTo>
                    <a:pt x="4874" y="1"/>
                    <a:pt x="2923" y="350"/>
                    <a:pt x="2373" y="350"/>
                  </a:cubicBezTo>
                  <a:cubicBezTo>
                    <a:pt x="2357" y="350"/>
                    <a:pt x="2342" y="350"/>
                    <a:pt x="2328" y="349"/>
                  </a:cubicBezTo>
                  <a:cubicBezTo>
                    <a:pt x="1850" y="327"/>
                    <a:pt x="131" y="1"/>
                    <a:pt x="131"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1" name="Google Shape;1341;g39181ba8852_1_1397"/>
            <p:cNvSpPr/>
            <p:nvPr/>
          </p:nvSpPr>
          <p:spPr>
            <a:xfrm>
              <a:off x="3007106" y="3808329"/>
              <a:ext cx="3212527" cy="226714"/>
            </a:xfrm>
            <a:custGeom>
              <a:rect b="b" l="l" r="r" t="t"/>
              <a:pathLst>
                <a:path extrusionOk="0" h="2807" w="39775">
                  <a:moveTo>
                    <a:pt x="1" y="0"/>
                  </a:moveTo>
                  <a:lnTo>
                    <a:pt x="1" y="2807"/>
                  </a:lnTo>
                  <a:lnTo>
                    <a:pt x="39775" y="2807"/>
                  </a:lnTo>
                  <a:lnTo>
                    <a:pt x="39775"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2" name="Google Shape;1342;g39181ba8852_1_1397"/>
            <p:cNvSpPr/>
            <p:nvPr/>
          </p:nvSpPr>
          <p:spPr>
            <a:xfrm>
              <a:off x="2968419" y="3778445"/>
              <a:ext cx="91510" cy="1393643"/>
            </a:xfrm>
            <a:custGeom>
              <a:rect b="b" l="l" r="r" t="t"/>
              <a:pathLst>
                <a:path extrusionOk="0" h="17255" w="1133">
                  <a:moveTo>
                    <a:pt x="1" y="0"/>
                  </a:moveTo>
                  <a:lnTo>
                    <a:pt x="1"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3" name="Google Shape;1343;g39181ba8852_1_1397"/>
            <p:cNvSpPr/>
            <p:nvPr/>
          </p:nvSpPr>
          <p:spPr>
            <a:xfrm>
              <a:off x="6163282" y="3778445"/>
              <a:ext cx="91429" cy="1393643"/>
            </a:xfrm>
            <a:custGeom>
              <a:rect b="b" l="l" r="r" t="t"/>
              <a:pathLst>
                <a:path extrusionOk="0" h="17255" w="1132">
                  <a:moveTo>
                    <a:pt x="0" y="0"/>
                  </a:moveTo>
                  <a:lnTo>
                    <a:pt x="0"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4" name="Google Shape;1344;g39181ba8852_1_1397"/>
            <p:cNvSpPr/>
            <p:nvPr/>
          </p:nvSpPr>
          <p:spPr>
            <a:xfrm>
              <a:off x="2971973" y="3908478"/>
              <a:ext cx="3286349" cy="75679"/>
            </a:xfrm>
            <a:custGeom>
              <a:rect b="b" l="l" r="r" t="t"/>
              <a:pathLst>
                <a:path extrusionOk="0" h="937" w="40689">
                  <a:moveTo>
                    <a:pt x="0" y="0"/>
                  </a:moveTo>
                  <a:lnTo>
                    <a:pt x="0" y="936"/>
                  </a:lnTo>
                  <a:lnTo>
                    <a:pt x="40688" y="653"/>
                  </a:lnTo>
                  <a:lnTo>
                    <a:pt x="40688" y="22"/>
                  </a:lnTo>
                  <a:lnTo>
                    <a:pt x="0"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5" name="Google Shape;1345;g39181ba8852_1_1397"/>
            <p:cNvSpPr/>
            <p:nvPr/>
          </p:nvSpPr>
          <p:spPr>
            <a:xfrm>
              <a:off x="2857770" y="3767865"/>
              <a:ext cx="3509509" cy="140697"/>
            </a:xfrm>
            <a:custGeom>
              <a:rect b="b" l="l" r="r" t="t"/>
              <a:pathLst>
                <a:path extrusionOk="0" h="1742" w="43452">
                  <a:moveTo>
                    <a:pt x="0" y="1"/>
                  </a:moveTo>
                  <a:lnTo>
                    <a:pt x="0" y="1741"/>
                  </a:lnTo>
                  <a:lnTo>
                    <a:pt x="43451" y="1741"/>
                  </a:lnTo>
                  <a:lnTo>
                    <a:pt x="43451"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46" name="Google Shape;1346;g39181ba8852_1_1397"/>
          <p:cNvSpPr txBox="1"/>
          <p:nvPr/>
        </p:nvSpPr>
        <p:spPr>
          <a:xfrm>
            <a:off x="2628375" y="2740300"/>
            <a:ext cx="69351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solidFill>
                  <a:schemeClr val="dk1"/>
                </a:solidFill>
                <a:latin typeface="Open Sans"/>
                <a:ea typeface="Open Sans"/>
                <a:cs typeface="Open Sans"/>
                <a:sym typeface="Open Sans"/>
              </a:rPr>
              <a:t>Karl Duckert Karlsson, Abbas Alubeid, Mårten Saltin, Johan von Axelson, Oscar Hjelm, Gor Durgaryan, Lukas Ingemarsson</a:t>
            </a:r>
            <a:endParaRPr sz="1600">
              <a:solidFill>
                <a:schemeClr val="dk1"/>
              </a:solidFill>
              <a:latin typeface="Open Sans"/>
              <a:ea typeface="Open Sans"/>
              <a:cs typeface="Open Sans"/>
              <a:sym typeface="Open Sans"/>
            </a:endParaRPr>
          </a:p>
        </p:txBody>
      </p:sp>
      <p:sp>
        <p:nvSpPr>
          <p:cNvPr id="1347" name="Google Shape;1347;g39181ba8852_1_1397"/>
          <p:cNvSpPr txBox="1"/>
          <p:nvPr/>
        </p:nvSpPr>
        <p:spPr>
          <a:xfrm>
            <a:off x="11008525" y="6469775"/>
            <a:ext cx="2120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u="sng">
                <a:solidFill>
                  <a:schemeClr val="hlink"/>
                </a:solidFill>
                <a:latin typeface="Open Sans"/>
                <a:ea typeface="Open Sans"/>
                <a:cs typeface="Open Sans"/>
                <a:sym typeface="Open Sans"/>
                <a:hlinkClick r:id="rId3"/>
              </a:rPr>
              <a:t>template</a:t>
            </a:r>
            <a:endParaRPr sz="1600">
              <a:solidFill>
                <a:schemeClr val="dk1"/>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sp>
        <p:nvSpPr>
          <p:cNvPr id="1352" name="Google Shape;1352;g39181ba8852_8_0"/>
          <p:cNvSpPr/>
          <p:nvPr/>
        </p:nvSpPr>
        <p:spPr>
          <a:xfrm>
            <a:off x="7302400" y="6318400"/>
            <a:ext cx="4889549" cy="1052239"/>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353" name="Google Shape;1353;g39181ba8852_8_0"/>
          <p:cNvGrpSpPr/>
          <p:nvPr/>
        </p:nvGrpSpPr>
        <p:grpSpPr>
          <a:xfrm>
            <a:off x="9508696" y="4144031"/>
            <a:ext cx="1066721" cy="2526602"/>
            <a:chOff x="7131700" y="3058575"/>
            <a:chExt cx="800061" cy="1894999"/>
          </a:xfrm>
        </p:grpSpPr>
        <p:sp>
          <p:nvSpPr>
            <p:cNvPr id="1354" name="Google Shape;1354;g39181ba8852_8_0"/>
            <p:cNvSpPr/>
            <p:nvPr/>
          </p:nvSpPr>
          <p:spPr>
            <a:xfrm>
              <a:off x="7385008" y="3940203"/>
              <a:ext cx="101721" cy="80042"/>
            </a:xfrm>
            <a:custGeom>
              <a:rect b="b" l="l" r="r" t="t"/>
              <a:pathLst>
                <a:path extrusionOk="0" h="1045" w="1328">
                  <a:moveTo>
                    <a:pt x="0" y="0"/>
                  </a:moveTo>
                  <a:lnTo>
                    <a:pt x="0" y="1045"/>
                  </a:lnTo>
                  <a:lnTo>
                    <a:pt x="1328" y="1045"/>
                  </a:lnTo>
                  <a:lnTo>
                    <a:pt x="132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5" name="Google Shape;1355;g39181ba8852_8_0"/>
            <p:cNvSpPr/>
            <p:nvPr/>
          </p:nvSpPr>
          <p:spPr>
            <a:xfrm>
              <a:off x="7495003" y="4095158"/>
              <a:ext cx="101721" cy="716699"/>
            </a:xfrm>
            <a:custGeom>
              <a:rect b="b" l="l" r="r" t="t"/>
              <a:pathLst>
                <a:path extrusionOk="0" h="9357" w="1328">
                  <a:moveTo>
                    <a:pt x="0" y="1"/>
                  </a:moveTo>
                  <a:lnTo>
                    <a:pt x="0" y="9357"/>
                  </a:lnTo>
                  <a:lnTo>
                    <a:pt x="1328" y="9357"/>
                  </a:lnTo>
                  <a:lnTo>
                    <a:pt x="1328"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6" name="Google Shape;1356;g39181ba8852_8_0"/>
            <p:cNvSpPr/>
            <p:nvPr/>
          </p:nvSpPr>
          <p:spPr>
            <a:xfrm>
              <a:off x="7746626" y="4835158"/>
              <a:ext cx="116735" cy="118416"/>
            </a:xfrm>
            <a:custGeom>
              <a:rect b="b" l="l" r="r" t="t"/>
              <a:pathLst>
                <a:path extrusionOk="0" h="1546" w="1524">
                  <a:moveTo>
                    <a:pt x="762" y="1"/>
                  </a:moveTo>
                  <a:cubicBezTo>
                    <a:pt x="327" y="1"/>
                    <a:pt x="1" y="349"/>
                    <a:pt x="1" y="784"/>
                  </a:cubicBezTo>
                  <a:cubicBezTo>
                    <a:pt x="1" y="1197"/>
                    <a:pt x="327" y="1545"/>
                    <a:pt x="762" y="1545"/>
                  </a:cubicBezTo>
                  <a:cubicBezTo>
                    <a:pt x="1176" y="1545"/>
                    <a:pt x="1524" y="1197"/>
                    <a:pt x="1524" y="784"/>
                  </a:cubicBezTo>
                  <a:cubicBezTo>
                    <a:pt x="1524" y="349"/>
                    <a:pt x="1176"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7" name="Google Shape;1357;g39181ba8852_8_0"/>
            <p:cNvSpPr/>
            <p:nvPr/>
          </p:nvSpPr>
          <p:spPr>
            <a:xfrm>
              <a:off x="7215038" y="4835158"/>
              <a:ext cx="116735" cy="118416"/>
            </a:xfrm>
            <a:custGeom>
              <a:rect b="b" l="l" r="r" t="t"/>
              <a:pathLst>
                <a:path extrusionOk="0" h="1546" w="1524">
                  <a:moveTo>
                    <a:pt x="762" y="1"/>
                  </a:moveTo>
                  <a:cubicBezTo>
                    <a:pt x="348" y="1"/>
                    <a:pt x="0" y="349"/>
                    <a:pt x="0" y="784"/>
                  </a:cubicBezTo>
                  <a:cubicBezTo>
                    <a:pt x="0" y="1197"/>
                    <a:pt x="348" y="1545"/>
                    <a:pt x="762" y="1545"/>
                  </a:cubicBezTo>
                  <a:cubicBezTo>
                    <a:pt x="1197" y="1545"/>
                    <a:pt x="1523" y="1197"/>
                    <a:pt x="1523" y="784"/>
                  </a:cubicBezTo>
                  <a:cubicBezTo>
                    <a:pt x="1523" y="349"/>
                    <a:pt x="1197"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8" name="Google Shape;1358;g39181ba8852_8_0"/>
            <p:cNvSpPr/>
            <p:nvPr/>
          </p:nvSpPr>
          <p:spPr>
            <a:xfrm>
              <a:off x="7196655" y="4811796"/>
              <a:ext cx="698416" cy="48408"/>
            </a:xfrm>
            <a:custGeom>
              <a:rect b="b" l="l" r="r" t="t"/>
              <a:pathLst>
                <a:path extrusionOk="0" h="632" w="9118">
                  <a:moveTo>
                    <a:pt x="632" y="1"/>
                  </a:moveTo>
                  <a:cubicBezTo>
                    <a:pt x="284" y="1"/>
                    <a:pt x="1" y="284"/>
                    <a:pt x="1" y="632"/>
                  </a:cubicBezTo>
                  <a:lnTo>
                    <a:pt x="9117" y="632"/>
                  </a:lnTo>
                  <a:cubicBezTo>
                    <a:pt x="9117" y="284"/>
                    <a:pt x="8834" y="1"/>
                    <a:pt x="8486"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59" name="Google Shape;1359;g39181ba8852_8_0"/>
            <p:cNvSpPr/>
            <p:nvPr/>
          </p:nvSpPr>
          <p:spPr>
            <a:xfrm>
              <a:off x="7511624" y="4158503"/>
              <a:ext cx="25124" cy="653355"/>
            </a:xfrm>
            <a:custGeom>
              <a:rect b="b" l="l" r="r" t="t"/>
              <a:pathLst>
                <a:path extrusionOk="0" h="8530" w="328">
                  <a:moveTo>
                    <a:pt x="1" y="1"/>
                  </a:moveTo>
                  <a:lnTo>
                    <a:pt x="1" y="8530"/>
                  </a:lnTo>
                  <a:lnTo>
                    <a:pt x="327" y="8530"/>
                  </a:lnTo>
                  <a:lnTo>
                    <a:pt x="32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0" name="Google Shape;1360;g39181ba8852_8_0"/>
            <p:cNvSpPr/>
            <p:nvPr/>
          </p:nvSpPr>
          <p:spPr>
            <a:xfrm>
              <a:off x="7160041" y="4015191"/>
              <a:ext cx="771720" cy="145071"/>
            </a:xfrm>
            <a:custGeom>
              <a:rect b="b" l="l" r="r" t="t"/>
              <a:pathLst>
                <a:path extrusionOk="0" h="1894" w="10075">
                  <a:moveTo>
                    <a:pt x="740" y="1"/>
                  </a:moveTo>
                  <a:cubicBezTo>
                    <a:pt x="326" y="1"/>
                    <a:pt x="0" y="327"/>
                    <a:pt x="0" y="740"/>
                  </a:cubicBezTo>
                  <a:lnTo>
                    <a:pt x="0" y="1154"/>
                  </a:lnTo>
                  <a:cubicBezTo>
                    <a:pt x="0" y="1567"/>
                    <a:pt x="326" y="1893"/>
                    <a:pt x="740" y="1893"/>
                  </a:cubicBezTo>
                  <a:lnTo>
                    <a:pt x="9334" y="1893"/>
                  </a:lnTo>
                  <a:cubicBezTo>
                    <a:pt x="9748" y="1893"/>
                    <a:pt x="10074" y="1567"/>
                    <a:pt x="10074" y="1154"/>
                  </a:cubicBezTo>
                  <a:lnTo>
                    <a:pt x="10074" y="740"/>
                  </a:lnTo>
                  <a:cubicBezTo>
                    <a:pt x="10074" y="327"/>
                    <a:pt x="9748" y="1"/>
                    <a:pt x="93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1" name="Google Shape;1361;g39181ba8852_8_0"/>
            <p:cNvSpPr/>
            <p:nvPr/>
          </p:nvSpPr>
          <p:spPr>
            <a:xfrm>
              <a:off x="7131700" y="3058575"/>
              <a:ext cx="601673" cy="890034"/>
            </a:xfrm>
            <a:custGeom>
              <a:rect b="b" l="l" r="r" t="t"/>
              <a:pathLst>
                <a:path extrusionOk="0" h="11620" w="7855">
                  <a:moveTo>
                    <a:pt x="3917" y="0"/>
                  </a:moveTo>
                  <a:cubicBezTo>
                    <a:pt x="1763" y="0"/>
                    <a:pt x="0" y="1785"/>
                    <a:pt x="0" y="3939"/>
                  </a:cubicBezTo>
                  <a:lnTo>
                    <a:pt x="0" y="9835"/>
                  </a:lnTo>
                  <a:cubicBezTo>
                    <a:pt x="0" y="10814"/>
                    <a:pt x="805" y="11619"/>
                    <a:pt x="1784" y="11619"/>
                  </a:cubicBezTo>
                  <a:lnTo>
                    <a:pt x="6071" y="11619"/>
                  </a:lnTo>
                  <a:cubicBezTo>
                    <a:pt x="7050" y="11619"/>
                    <a:pt x="7855" y="10814"/>
                    <a:pt x="7855" y="9835"/>
                  </a:cubicBezTo>
                  <a:lnTo>
                    <a:pt x="7855" y="3939"/>
                  </a:lnTo>
                  <a:cubicBezTo>
                    <a:pt x="7855" y="1785"/>
                    <a:pt x="6071" y="0"/>
                    <a:pt x="391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2" name="Google Shape;1362;g39181ba8852_8_0"/>
            <p:cNvSpPr/>
            <p:nvPr/>
          </p:nvSpPr>
          <p:spPr>
            <a:xfrm>
              <a:off x="7238324" y="3111886"/>
              <a:ext cx="468394" cy="785022"/>
            </a:xfrm>
            <a:custGeom>
              <a:rect b="b" l="l" r="r" t="t"/>
              <a:pathLst>
                <a:path extrusionOk="0" h="10249" w="6115">
                  <a:moveTo>
                    <a:pt x="3069" y="1"/>
                  </a:moveTo>
                  <a:cubicBezTo>
                    <a:pt x="1371" y="1"/>
                    <a:pt x="1" y="1371"/>
                    <a:pt x="1" y="3047"/>
                  </a:cubicBezTo>
                  <a:lnTo>
                    <a:pt x="1" y="8856"/>
                  </a:lnTo>
                  <a:cubicBezTo>
                    <a:pt x="1" y="9618"/>
                    <a:pt x="632" y="10249"/>
                    <a:pt x="1393" y="10249"/>
                  </a:cubicBezTo>
                  <a:lnTo>
                    <a:pt x="4722" y="10249"/>
                  </a:lnTo>
                  <a:cubicBezTo>
                    <a:pt x="5484" y="10249"/>
                    <a:pt x="6115" y="9618"/>
                    <a:pt x="6115" y="8856"/>
                  </a:cubicBezTo>
                  <a:lnTo>
                    <a:pt x="6115" y="3047"/>
                  </a:lnTo>
                  <a:cubicBezTo>
                    <a:pt x="6115" y="1371"/>
                    <a:pt x="4744" y="1"/>
                    <a:pt x="306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363" name="Google Shape;1363;g39181ba8852_8_0"/>
          <p:cNvGrpSpPr/>
          <p:nvPr/>
        </p:nvGrpSpPr>
        <p:grpSpPr>
          <a:xfrm>
            <a:off x="537369" y="5059643"/>
            <a:ext cx="10664158" cy="1872238"/>
            <a:chOff x="572841" y="4708975"/>
            <a:chExt cx="7998318" cy="1404213"/>
          </a:xfrm>
        </p:grpSpPr>
        <p:sp>
          <p:nvSpPr>
            <p:cNvPr id="1364" name="Google Shape;1364;g39181ba8852_8_0"/>
            <p:cNvSpPr/>
            <p:nvPr/>
          </p:nvSpPr>
          <p:spPr>
            <a:xfrm>
              <a:off x="750958" y="4749425"/>
              <a:ext cx="7633519" cy="226728"/>
            </a:xfrm>
            <a:custGeom>
              <a:rect b="b" l="l" r="r" t="t"/>
              <a:pathLst>
                <a:path extrusionOk="0" h="2807" w="39775">
                  <a:moveTo>
                    <a:pt x="1" y="0"/>
                  </a:moveTo>
                  <a:lnTo>
                    <a:pt x="1" y="2807"/>
                  </a:lnTo>
                  <a:lnTo>
                    <a:pt x="39775" y="2807"/>
                  </a:lnTo>
                  <a:lnTo>
                    <a:pt x="39775"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5" name="Google Shape;1365;g39181ba8852_8_0"/>
            <p:cNvSpPr/>
            <p:nvPr/>
          </p:nvSpPr>
          <p:spPr>
            <a:xfrm>
              <a:off x="667469" y="4719545"/>
              <a:ext cx="91510" cy="1393643"/>
            </a:xfrm>
            <a:custGeom>
              <a:rect b="b" l="l" r="r" t="t"/>
              <a:pathLst>
                <a:path extrusionOk="0" h="17255" w="1133">
                  <a:moveTo>
                    <a:pt x="1" y="0"/>
                  </a:moveTo>
                  <a:lnTo>
                    <a:pt x="1"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6" name="Google Shape;1366;g39181ba8852_8_0"/>
            <p:cNvSpPr/>
            <p:nvPr/>
          </p:nvSpPr>
          <p:spPr>
            <a:xfrm>
              <a:off x="8381432" y="4719545"/>
              <a:ext cx="91429" cy="1393643"/>
            </a:xfrm>
            <a:custGeom>
              <a:rect b="b" l="l" r="r" t="t"/>
              <a:pathLst>
                <a:path extrusionOk="0" h="17255" w="1132">
                  <a:moveTo>
                    <a:pt x="0" y="0"/>
                  </a:moveTo>
                  <a:lnTo>
                    <a:pt x="0"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7" name="Google Shape;1367;g39181ba8852_8_0"/>
            <p:cNvSpPr/>
            <p:nvPr/>
          </p:nvSpPr>
          <p:spPr>
            <a:xfrm>
              <a:off x="667475" y="4849578"/>
              <a:ext cx="7808931" cy="75684"/>
            </a:xfrm>
            <a:custGeom>
              <a:rect b="b" l="l" r="r" t="t"/>
              <a:pathLst>
                <a:path extrusionOk="0" h="937" w="40689">
                  <a:moveTo>
                    <a:pt x="0" y="0"/>
                  </a:moveTo>
                  <a:lnTo>
                    <a:pt x="0" y="936"/>
                  </a:lnTo>
                  <a:lnTo>
                    <a:pt x="40688" y="653"/>
                  </a:lnTo>
                  <a:lnTo>
                    <a:pt x="40688" y="22"/>
                  </a:lnTo>
                  <a:lnTo>
                    <a:pt x="0"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8" name="Google Shape;1368;g39181ba8852_8_0"/>
            <p:cNvSpPr/>
            <p:nvPr/>
          </p:nvSpPr>
          <p:spPr>
            <a:xfrm>
              <a:off x="572841" y="4708975"/>
              <a:ext cx="7998318" cy="140675"/>
            </a:xfrm>
            <a:custGeom>
              <a:rect b="b" l="l" r="r" t="t"/>
              <a:pathLst>
                <a:path extrusionOk="0" h="1742" w="43452">
                  <a:moveTo>
                    <a:pt x="0" y="1"/>
                  </a:moveTo>
                  <a:lnTo>
                    <a:pt x="0" y="1741"/>
                  </a:lnTo>
                  <a:lnTo>
                    <a:pt x="43451" y="1741"/>
                  </a:lnTo>
                  <a:lnTo>
                    <a:pt x="43451"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369" name="Google Shape;1369;g39181ba8852_8_0"/>
          <p:cNvSpPr txBox="1"/>
          <p:nvPr>
            <p:ph type="title"/>
          </p:nvPr>
        </p:nvSpPr>
        <p:spPr>
          <a:xfrm>
            <a:off x="1280000" y="791156"/>
            <a:ext cx="13708500" cy="10179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Table of contents</a:t>
            </a:r>
            <a:endParaRPr/>
          </a:p>
        </p:txBody>
      </p:sp>
      <p:sp>
        <p:nvSpPr>
          <p:cNvPr id="1370" name="Google Shape;1370;g39181ba8852_8_0"/>
          <p:cNvSpPr txBox="1"/>
          <p:nvPr>
            <p:ph idx="2" type="title"/>
          </p:nvPr>
        </p:nvSpPr>
        <p:spPr>
          <a:xfrm>
            <a:off x="1454937" y="1809048"/>
            <a:ext cx="1305900" cy="7956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01</a:t>
            </a:r>
            <a:endParaRPr/>
          </a:p>
        </p:txBody>
      </p:sp>
      <p:sp>
        <p:nvSpPr>
          <p:cNvPr id="1371" name="Google Shape;1371;g39181ba8852_8_0"/>
          <p:cNvSpPr txBox="1"/>
          <p:nvPr>
            <p:ph idx="3" type="title"/>
          </p:nvPr>
        </p:nvSpPr>
        <p:spPr>
          <a:xfrm>
            <a:off x="1454937" y="3706876"/>
            <a:ext cx="1305900" cy="7956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03</a:t>
            </a:r>
            <a:endParaRPr/>
          </a:p>
        </p:txBody>
      </p:sp>
      <p:sp>
        <p:nvSpPr>
          <p:cNvPr id="1372" name="Google Shape;1372;g39181ba8852_8_0"/>
          <p:cNvSpPr txBox="1"/>
          <p:nvPr>
            <p:ph idx="4" type="title"/>
          </p:nvPr>
        </p:nvSpPr>
        <p:spPr>
          <a:xfrm>
            <a:off x="6618693" y="1809048"/>
            <a:ext cx="1305900" cy="7956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02</a:t>
            </a:r>
            <a:endParaRPr/>
          </a:p>
        </p:txBody>
      </p:sp>
      <p:sp>
        <p:nvSpPr>
          <p:cNvPr id="1373" name="Google Shape;1373;g39181ba8852_8_0"/>
          <p:cNvSpPr txBox="1"/>
          <p:nvPr>
            <p:ph idx="1" type="subTitle"/>
          </p:nvPr>
        </p:nvSpPr>
        <p:spPr>
          <a:xfrm>
            <a:off x="1280000" y="2604650"/>
            <a:ext cx="2977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0"/>
              </a:spcAft>
              <a:buNone/>
            </a:pPr>
            <a:r>
              <a:rPr lang="en-US"/>
              <a:t>About</a:t>
            </a:r>
            <a:endParaRPr/>
          </a:p>
        </p:txBody>
      </p:sp>
      <p:sp>
        <p:nvSpPr>
          <p:cNvPr id="1374" name="Google Shape;1374;g39181ba8852_8_0"/>
          <p:cNvSpPr txBox="1"/>
          <p:nvPr>
            <p:ph idx="6" type="subTitle"/>
          </p:nvPr>
        </p:nvSpPr>
        <p:spPr>
          <a:xfrm>
            <a:off x="6443756" y="2604650"/>
            <a:ext cx="2977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0"/>
              </a:spcAft>
              <a:buNone/>
            </a:pPr>
            <a:r>
              <a:rPr lang="en-US"/>
              <a:t>Pipeline</a:t>
            </a:r>
            <a:endParaRPr/>
          </a:p>
        </p:txBody>
      </p:sp>
      <p:sp>
        <p:nvSpPr>
          <p:cNvPr id="1375" name="Google Shape;1375;g39181ba8852_8_0"/>
          <p:cNvSpPr txBox="1"/>
          <p:nvPr>
            <p:ph idx="7" type="subTitle"/>
          </p:nvPr>
        </p:nvSpPr>
        <p:spPr>
          <a:xfrm>
            <a:off x="1310225" y="4358558"/>
            <a:ext cx="2977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0"/>
              </a:spcAft>
              <a:buNone/>
            </a:pPr>
            <a:r>
              <a:rPr lang="en-US"/>
              <a:t>Result</a:t>
            </a:r>
            <a:endParaRPr/>
          </a:p>
        </p:txBody>
      </p:sp>
      <p:grpSp>
        <p:nvGrpSpPr>
          <p:cNvPr id="1376" name="Google Shape;1376;g39181ba8852_8_0"/>
          <p:cNvGrpSpPr/>
          <p:nvPr/>
        </p:nvGrpSpPr>
        <p:grpSpPr>
          <a:xfrm>
            <a:off x="10255867" y="3243587"/>
            <a:ext cx="1518395" cy="3622575"/>
            <a:chOff x="7794107" y="2207510"/>
            <a:chExt cx="1212388" cy="2892507"/>
          </a:xfrm>
        </p:grpSpPr>
        <p:sp>
          <p:nvSpPr>
            <p:cNvPr id="1377" name="Google Shape;1377;g39181ba8852_8_0"/>
            <p:cNvSpPr/>
            <p:nvPr/>
          </p:nvSpPr>
          <p:spPr>
            <a:xfrm flipH="1">
              <a:off x="8560347" y="2362112"/>
              <a:ext cx="44929" cy="964887"/>
            </a:xfrm>
            <a:custGeom>
              <a:rect b="b" l="l" r="r" t="t"/>
              <a:pathLst>
                <a:path extrusionOk="0" h="9836" w="458">
                  <a:moveTo>
                    <a:pt x="1" y="1"/>
                  </a:moveTo>
                  <a:lnTo>
                    <a:pt x="1" y="9835"/>
                  </a:lnTo>
                  <a:lnTo>
                    <a:pt x="458" y="9835"/>
                  </a:lnTo>
                  <a:lnTo>
                    <a:pt x="458" y="1"/>
                  </a:lnTo>
                  <a:close/>
                </a:path>
              </a:pathLst>
            </a:custGeom>
            <a:solidFill>
              <a:srgbClr val="CCCC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8" name="Google Shape;1378;g39181ba8852_8_0"/>
            <p:cNvSpPr/>
            <p:nvPr/>
          </p:nvSpPr>
          <p:spPr>
            <a:xfrm flipH="1">
              <a:off x="8677770" y="2654541"/>
              <a:ext cx="44831" cy="672458"/>
            </a:xfrm>
            <a:custGeom>
              <a:rect b="b" l="l" r="r" t="t"/>
              <a:pathLst>
                <a:path extrusionOk="0" h="6855" w="457">
                  <a:moveTo>
                    <a:pt x="0" y="0"/>
                  </a:moveTo>
                  <a:lnTo>
                    <a:pt x="0" y="6854"/>
                  </a:lnTo>
                  <a:lnTo>
                    <a:pt x="457" y="6854"/>
                  </a:lnTo>
                  <a:lnTo>
                    <a:pt x="457" y="0"/>
                  </a:lnTo>
                  <a:close/>
                </a:path>
              </a:pathLst>
            </a:custGeom>
            <a:solidFill>
              <a:srgbClr val="CCCC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79" name="Google Shape;1379;g39181ba8852_8_0"/>
            <p:cNvSpPr/>
            <p:nvPr/>
          </p:nvSpPr>
          <p:spPr>
            <a:xfrm flipH="1">
              <a:off x="8722502" y="2904298"/>
              <a:ext cx="44929" cy="422702"/>
            </a:xfrm>
            <a:custGeom>
              <a:rect b="b" l="l" r="r" t="t"/>
              <a:pathLst>
                <a:path extrusionOk="0" h="4309" w="458">
                  <a:moveTo>
                    <a:pt x="0" y="0"/>
                  </a:moveTo>
                  <a:lnTo>
                    <a:pt x="0" y="4308"/>
                  </a:lnTo>
                  <a:lnTo>
                    <a:pt x="457" y="4308"/>
                  </a:lnTo>
                  <a:lnTo>
                    <a:pt x="457" y="0"/>
                  </a:lnTo>
                  <a:close/>
                </a:path>
              </a:pathLst>
            </a:custGeom>
            <a:solidFill>
              <a:srgbClr val="CCCCC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0" name="Google Shape;1380;g39181ba8852_8_0"/>
            <p:cNvSpPr/>
            <p:nvPr/>
          </p:nvSpPr>
          <p:spPr>
            <a:xfrm flipH="1">
              <a:off x="8468528" y="2773533"/>
              <a:ext cx="179420" cy="62979"/>
            </a:xfrm>
            <a:custGeom>
              <a:rect b="b" l="l" r="r" t="t"/>
              <a:pathLst>
                <a:path extrusionOk="0" h="642" w="1829">
                  <a:moveTo>
                    <a:pt x="123" y="0"/>
                  </a:moveTo>
                  <a:cubicBezTo>
                    <a:pt x="71" y="0"/>
                    <a:pt x="33" y="17"/>
                    <a:pt x="22" y="28"/>
                  </a:cubicBezTo>
                  <a:cubicBezTo>
                    <a:pt x="1" y="49"/>
                    <a:pt x="240" y="289"/>
                    <a:pt x="262" y="332"/>
                  </a:cubicBezTo>
                  <a:cubicBezTo>
                    <a:pt x="305" y="376"/>
                    <a:pt x="566" y="615"/>
                    <a:pt x="632" y="615"/>
                  </a:cubicBezTo>
                  <a:cubicBezTo>
                    <a:pt x="653" y="615"/>
                    <a:pt x="675" y="615"/>
                    <a:pt x="762" y="593"/>
                  </a:cubicBezTo>
                  <a:cubicBezTo>
                    <a:pt x="781" y="593"/>
                    <a:pt x="799" y="641"/>
                    <a:pt x="859" y="641"/>
                  </a:cubicBezTo>
                  <a:cubicBezTo>
                    <a:pt x="869" y="641"/>
                    <a:pt x="880" y="640"/>
                    <a:pt x="893" y="637"/>
                  </a:cubicBezTo>
                  <a:cubicBezTo>
                    <a:pt x="914" y="615"/>
                    <a:pt x="958" y="593"/>
                    <a:pt x="980" y="593"/>
                  </a:cubicBezTo>
                  <a:cubicBezTo>
                    <a:pt x="994" y="593"/>
                    <a:pt x="1018" y="603"/>
                    <a:pt x="1039" y="603"/>
                  </a:cubicBezTo>
                  <a:cubicBezTo>
                    <a:pt x="1050" y="603"/>
                    <a:pt x="1059" y="601"/>
                    <a:pt x="1067" y="593"/>
                  </a:cubicBezTo>
                  <a:cubicBezTo>
                    <a:pt x="1089" y="593"/>
                    <a:pt x="1110" y="593"/>
                    <a:pt x="1132" y="572"/>
                  </a:cubicBezTo>
                  <a:lnTo>
                    <a:pt x="1241" y="572"/>
                  </a:lnTo>
                  <a:cubicBezTo>
                    <a:pt x="1263" y="572"/>
                    <a:pt x="1306" y="550"/>
                    <a:pt x="1328" y="528"/>
                  </a:cubicBezTo>
                  <a:cubicBezTo>
                    <a:pt x="1632" y="463"/>
                    <a:pt x="1828" y="376"/>
                    <a:pt x="1828" y="376"/>
                  </a:cubicBezTo>
                  <a:cubicBezTo>
                    <a:pt x="1765" y="233"/>
                    <a:pt x="1586" y="183"/>
                    <a:pt x="1468" y="183"/>
                  </a:cubicBezTo>
                  <a:cubicBezTo>
                    <a:pt x="1425" y="183"/>
                    <a:pt x="1389" y="190"/>
                    <a:pt x="1371" y="202"/>
                  </a:cubicBezTo>
                  <a:cubicBezTo>
                    <a:pt x="1363" y="205"/>
                    <a:pt x="1354" y="206"/>
                    <a:pt x="1346" y="206"/>
                  </a:cubicBezTo>
                  <a:cubicBezTo>
                    <a:pt x="1294" y="206"/>
                    <a:pt x="1257" y="149"/>
                    <a:pt x="1219" y="93"/>
                  </a:cubicBezTo>
                  <a:lnTo>
                    <a:pt x="1197" y="93"/>
                  </a:lnTo>
                  <a:cubicBezTo>
                    <a:pt x="1197" y="93"/>
                    <a:pt x="914" y="289"/>
                    <a:pt x="762" y="310"/>
                  </a:cubicBezTo>
                  <a:cubicBezTo>
                    <a:pt x="719" y="310"/>
                    <a:pt x="653" y="289"/>
                    <a:pt x="588" y="267"/>
                  </a:cubicBezTo>
                  <a:lnTo>
                    <a:pt x="588" y="267"/>
                  </a:lnTo>
                  <a:cubicBezTo>
                    <a:pt x="591" y="273"/>
                    <a:pt x="590" y="276"/>
                    <a:pt x="587" y="276"/>
                  </a:cubicBezTo>
                  <a:cubicBezTo>
                    <a:pt x="564" y="276"/>
                    <a:pt x="418" y="165"/>
                    <a:pt x="305" y="71"/>
                  </a:cubicBezTo>
                  <a:cubicBezTo>
                    <a:pt x="240" y="17"/>
                    <a:pt x="175" y="0"/>
                    <a:pt x="123"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1" name="Google Shape;1381;g39181ba8852_8_0"/>
            <p:cNvSpPr/>
            <p:nvPr/>
          </p:nvSpPr>
          <p:spPr>
            <a:xfrm flipH="1">
              <a:off x="8528269" y="2761271"/>
              <a:ext cx="74848" cy="42771"/>
            </a:xfrm>
            <a:custGeom>
              <a:rect b="b" l="l" r="r" t="t"/>
              <a:pathLst>
                <a:path extrusionOk="0" h="436" w="763">
                  <a:moveTo>
                    <a:pt x="109" y="0"/>
                  </a:moveTo>
                  <a:cubicBezTo>
                    <a:pt x="66" y="0"/>
                    <a:pt x="1" y="22"/>
                    <a:pt x="22" y="66"/>
                  </a:cubicBezTo>
                  <a:cubicBezTo>
                    <a:pt x="44" y="153"/>
                    <a:pt x="109" y="370"/>
                    <a:pt x="131" y="392"/>
                  </a:cubicBezTo>
                  <a:cubicBezTo>
                    <a:pt x="196" y="414"/>
                    <a:pt x="262" y="435"/>
                    <a:pt x="305" y="435"/>
                  </a:cubicBezTo>
                  <a:cubicBezTo>
                    <a:pt x="457" y="414"/>
                    <a:pt x="740" y="218"/>
                    <a:pt x="740" y="218"/>
                  </a:cubicBezTo>
                  <a:lnTo>
                    <a:pt x="762" y="218"/>
                  </a:lnTo>
                  <a:cubicBezTo>
                    <a:pt x="697" y="131"/>
                    <a:pt x="653" y="44"/>
                    <a:pt x="566" y="22"/>
                  </a:cubicBezTo>
                  <a:cubicBezTo>
                    <a:pt x="547" y="22"/>
                    <a:pt x="528" y="139"/>
                    <a:pt x="509" y="139"/>
                  </a:cubicBezTo>
                  <a:cubicBezTo>
                    <a:pt x="506" y="139"/>
                    <a:pt x="504" y="136"/>
                    <a:pt x="501" y="131"/>
                  </a:cubicBezTo>
                  <a:cubicBezTo>
                    <a:pt x="479" y="109"/>
                    <a:pt x="414" y="0"/>
                    <a:pt x="327" y="0"/>
                  </a:cubicBezTo>
                  <a:cubicBezTo>
                    <a:pt x="305" y="0"/>
                    <a:pt x="262" y="109"/>
                    <a:pt x="262" y="109"/>
                  </a:cubicBezTo>
                  <a:cubicBezTo>
                    <a:pt x="262" y="109"/>
                    <a:pt x="153" y="0"/>
                    <a:pt x="109"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2" name="Google Shape;1382;g39181ba8852_8_0"/>
            <p:cNvSpPr/>
            <p:nvPr/>
          </p:nvSpPr>
          <p:spPr>
            <a:xfrm flipH="1">
              <a:off x="7794107" y="3113442"/>
              <a:ext cx="264765" cy="119287"/>
            </a:xfrm>
            <a:custGeom>
              <a:rect b="b" l="l" r="r" t="t"/>
              <a:pathLst>
                <a:path extrusionOk="0" h="1216" w="2699">
                  <a:moveTo>
                    <a:pt x="1111" y="0"/>
                  </a:moveTo>
                  <a:lnTo>
                    <a:pt x="1" y="218"/>
                  </a:lnTo>
                  <a:lnTo>
                    <a:pt x="110" y="1001"/>
                  </a:lnTo>
                  <a:cubicBezTo>
                    <a:pt x="110" y="1001"/>
                    <a:pt x="549" y="1216"/>
                    <a:pt x="909" y="1216"/>
                  </a:cubicBezTo>
                  <a:cubicBezTo>
                    <a:pt x="1062" y="1216"/>
                    <a:pt x="1200" y="1177"/>
                    <a:pt x="1285" y="1067"/>
                  </a:cubicBezTo>
                  <a:cubicBezTo>
                    <a:pt x="1415" y="892"/>
                    <a:pt x="1480" y="588"/>
                    <a:pt x="1480" y="523"/>
                  </a:cubicBezTo>
                  <a:cubicBezTo>
                    <a:pt x="1480" y="520"/>
                    <a:pt x="1486" y="518"/>
                    <a:pt x="1495" y="518"/>
                  </a:cubicBezTo>
                  <a:cubicBezTo>
                    <a:pt x="1603" y="518"/>
                    <a:pt x="2268" y="686"/>
                    <a:pt x="2540" y="686"/>
                  </a:cubicBezTo>
                  <a:cubicBezTo>
                    <a:pt x="2605" y="686"/>
                    <a:pt x="2648" y="676"/>
                    <a:pt x="2655" y="653"/>
                  </a:cubicBezTo>
                  <a:cubicBezTo>
                    <a:pt x="2699" y="544"/>
                    <a:pt x="1111" y="0"/>
                    <a:pt x="1111"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3" name="Google Shape;1383;g39181ba8852_8_0"/>
            <p:cNvSpPr/>
            <p:nvPr/>
          </p:nvSpPr>
          <p:spPr>
            <a:xfrm flipH="1">
              <a:off x="8001093" y="3563808"/>
              <a:ext cx="264765" cy="108888"/>
            </a:xfrm>
            <a:custGeom>
              <a:rect b="b" l="l" r="r" t="t"/>
              <a:pathLst>
                <a:path extrusionOk="0" h="1110" w="2699">
                  <a:moveTo>
                    <a:pt x="457" y="0"/>
                  </a:moveTo>
                  <a:lnTo>
                    <a:pt x="0" y="240"/>
                  </a:lnTo>
                  <a:cubicBezTo>
                    <a:pt x="0" y="240"/>
                    <a:pt x="0" y="784"/>
                    <a:pt x="348" y="914"/>
                  </a:cubicBezTo>
                  <a:cubicBezTo>
                    <a:pt x="435" y="947"/>
                    <a:pt x="528" y="959"/>
                    <a:pt x="619" y="959"/>
                  </a:cubicBezTo>
                  <a:cubicBezTo>
                    <a:pt x="894" y="959"/>
                    <a:pt x="1159" y="849"/>
                    <a:pt x="1241" y="849"/>
                  </a:cubicBezTo>
                  <a:cubicBezTo>
                    <a:pt x="1289" y="839"/>
                    <a:pt x="1337" y="835"/>
                    <a:pt x="1385" y="835"/>
                  </a:cubicBezTo>
                  <a:cubicBezTo>
                    <a:pt x="1771" y="835"/>
                    <a:pt x="2142" y="1110"/>
                    <a:pt x="2394" y="1110"/>
                  </a:cubicBezTo>
                  <a:cubicBezTo>
                    <a:pt x="2655" y="1110"/>
                    <a:pt x="2698" y="958"/>
                    <a:pt x="2590" y="914"/>
                  </a:cubicBezTo>
                  <a:cubicBezTo>
                    <a:pt x="2067" y="762"/>
                    <a:pt x="1784" y="501"/>
                    <a:pt x="1545" y="457"/>
                  </a:cubicBezTo>
                  <a:cubicBezTo>
                    <a:pt x="1306" y="392"/>
                    <a:pt x="457" y="0"/>
                    <a:pt x="457"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4" name="Google Shape;1384;g39181ba8852_8_0"/>
            <p:cNvSpPr/>
            <p:nvPr/>
          </p:nvSpPr>
          <p:spPr>
            <a:xfrm flipH="1">
              <a:off x="8199642" y="3144146"/>
              <a:ext cx="288210" cy="460273"/>
            </a:xfrm>
            <a:custGeom>
              <a:rect b="b" l="l" r="r" t="t"/>
              <a:pathLst>
                <a:path extrusionOk="0" h="4692" w="2938">
                  <a:moveTo>
                    <a:pt x="843" y="0"/>
                  </a:moveTo>
                  <a:cubicBezTo>
                    <a:pt x="773" y="0"/>
                    <a:pt x="703" y="18"/>
                    <a:pt x="631" y="57"/>
                  </a:cubicBezTo>
                  <a:cubicBezTo>
                    <a:pt x="0" y="405"/>
                    <a:pt x="175" y="1210"/>
                    <a:pt x="262" y="1384"/>
                  </a:cubicBezTo>
                  <a:cubicBezTo>
                    <a:pt x="1067" y="3190"/>
                    <a:pt x="2242" y="4692"/>
                    <a:pt x="2242" y="4692"/>
                  </a:cubicBezTo>
                  <a:lnTo>
                    <a:pt x="2938" y="4387"/>
                  </a:lnTo>
                  <a:cubicBezTo>
                    <a:pt x="2938" y="4387"/>
                    <a:pt x="2372" y="2364"/>
                    <a:pt x="2111" y="1711"/>
                  </a:cubicBezTo>
                  <a:cubicBezTo>
                    <a:pt x="1879" y="1112"/>
                    <a:pt x="1391" y="0"/>
                    <a:pt x="843"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5" name="Google Shape;1385;g39181ba8852_8_0"/>
            <p:cNvSpPr/>
            <p:nvPr/>
          </p:nvSpPr>
          <p:spPr>
            <a:xfrm flipH="1">
              <a:off x="8178257" y="3525354"/>
              <a:ext cx="126055" cy="108986"/>
            </a:xfrm>
            <a:custGeom>
              <a:rect b="b" l="l" r="r" t="t"/>
              <a:pathLst>
                <a:path extrusionOk="0" h="1111" w="1285">
                  <a:moveTo>
                    <a:pt x="1002" y="1"/>
                  </a:moveTo>
                  <a:lnTo>
                    <a:pt x="1" y="501"/>
                  </a:lnTo>
                  <a:lnTo>
                    <a:pt x="371" y="1110"/>
                  </a:lnTo>
                  <a:lnTo>
                    <a:pt x="1284" y="632"/>
                  </a:lnTo>
                  <a:lnTo>
                    <a:pt x="1002" y="1"/>
                  </a:lnTo>
                  <a:close/>
                </a:path>
              </a:pathLst>
            </a:custGeom>
            <a:solidFill>
              <a:srgbClr val="E0F2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6" name="Google Shape;1386;g39181ba8852_8_0"/>
            <p:cNvSpPr/>
            <p:nvPr/>
          </p:nvSpPr>
          <p:spPr>
            <a:xfrm flipH="1">
              <a:off x="8336194" y="2741848"/>
              <a:ext cx="258389" cy="526685"/>
            </a:xfrm>
            <a:custGeom>
              <a:rect b="b" l="l" r="r" t="t"/>
              <a:pathLst>
                <a:path extrusionOk="0" h="5369" w="2634">
                  <a:moveTo>
                    <a:pt x="918" y="1"/>
                  </a:moveTo>
                  <a:cubicBezTo>
                    <a:pt x="895" y="1"/>
                    <a:pt x="873" y="1"/>
                    <a:pt x="849" y="2"/>
                  </a:cubicBezTo>
                  <a:cubicBezTo>
                    <a:pt x="175" y="2"/>
                    <a:pt x="1" y="568"/>
                    <a:pt x="66" y="1243"/>
                  </a:cubicBezTo>
                  <a:cubicBezTo>
                    <a:pt x="109" y="1895"/>
                    <a:pt x="1132" y="5224"/>
                    <a:pt x="1328" y="5333"/>
                  </a:cubicBezTo>
                  <a:cubicBezTo>
                    <a:pt x="1366" y="5357"/>
                    <a:pt x="1443" y="5368"/>
                    <a:pt x="1539" y="5368"/>
                  </a:cubicBezTo>
                  <a:cubicBezTo>
                    <a:pt x="1882" y="5368"/>
                    <a:pt x="2478" y="5227"/>
                    <a:pt x="2546" y="5007"/>
                  </a:cubicBezTo>
                  <a:cubicBezTo>
                    <a:pt x="2633" y="4702"/>
                    <a:pt x="2198" y="1765"/>
                    <a:pt x="2046" y="1221"/>
                  </a:cubicBezTo>
                  <a:cubicBezTo>
                    <a:pt x="1919" y="693"/>
                    <a:pt x="1669" y="1"/>
                    <a:pt x="918"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7" name="Google Shape;1387;g39181ba8852_8_0"/>
            <p:cNvSpPr/>
            <p:nvPr/>
          </p:nvSpPr>
          <p:spPr>
            <a:xfrm flipH="1">
              <a:off x="8419479" y="2424012"/>
              <a:ext cx="580639" cy="1250939"/>
            </a:xfrm>
            <a:custGeom>
              <a:rect b="b" l="l" r="r" t="t"/>
              <a:pathLst>
                <a:path extrusionOk="0" h="12752" w="5919">
                  <a:moveTo>
                    <a:pt x="3591" y="1"/>
                  </a:moveTo>
                  <a:cubicBezTo>
                    <a:pt x="3591" y="1"/>
                    <a:pt x="3068" y="1872"/>
                    <a:pt x="2938" y="1959"/>
                  </a:cubicBezTo>
                  <a:cubicBezTo>
                    <a:pt x="2524" y="2155"/>
                    <a:pt x="1959" y="2590"/>
                    <a:pt x="1611" y="3025"/>
                  </a:cubicBezTo>
                  <a:cubicBezTo>
                    <a:pt x="1197" y="3569"/>
                    <a:pt x="1393" y="6158"/>
                    <a:pt x="1393" y="7094"/>
                  </a:cubicBezTo>
                  <a:cubicBezTo>
                    <a:pt x="1393" y="8051"/>
                    <a:pt x="675" y="9335"/>
                    <a:pt x="327" y="10183"/>
                  </a:cubicBezTo>
                  <a:cubicBezTo>
                    <a:pt x="0" y="11032"/>
                    <a:pt x="2524" y="12707"/>
                    <a:pt x="2611" y="12751"/>
                  </a:cubicBezTo>
                  <a:cubicBezTo>
                    <a:pt x="2613" y="12751"/>
                    <a:pt x="2615" y="12751"/>
                    <a:pt x="2618" y="12751"/>
                  </a:cubicBezTo>
                  <a:cubicBezTo>
                    <a:pt x="2757" y="12751"/>
                    <a:pt x="3812" y="12137"/>
                    <a:pt x="4026" y="11880"/>
                  </a:cubicBezTo>
                  <a:cubicBezTo>
                    <a:pt x="4265" y="11641"/>
                    <a:pt x="4613" y="9356"/>
                    <a:pt x="4744" y="8769"/>
                  </a:cubicBezTo>
                  <a:cubicBezTo>
                    <a:pt x="4874" y="8203"/>
                    <a:pt x="5462" y="6223"/>
                    <a:pt x="5527" y="6093"/>
                  </a:cubicBezTo>
                  <a:cubicBezTo>
                    <a:pt x="5897" y="5244"/>
                    <a:pt x="5810" y="4504"/>
                    <a:pt x="5832" y="4309"/>
                  </a:cubicBezTo>
                  <a:cubicBezTo>
                    <a:pt x="5832" y="4113"/>
                    <a:pt x="5919" y="3808"/>
                    <a:pt x="5853" y="3678"/>
                  </a:cubicBezTo>
                  <a:cubicBezTo>
                    <a:pt x="5723" y="3395"/>
                    <a:pt x="4766" y="2851"/>
                    <a:pt x="4766" y="2720"/>
                  </a:cubicBezTo>
                  <a:cubicBezTo>
                    <a:pt x="4787" y="2611"/>
                    <a:pt x="5005" y="914"/>
                    <a:pt x="5005" y="914"/>
                  </a:cubicBezTo>
                  <a:lnTo>
                    <a:pt x="3591" y="1"/>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8" name="Google Shape;1388;g39181ba8852_8_0"/>
            <p:cNvSpPr/>
            <p:nvPr/>
          </p:nvSpPr>
          <p:spPr>
            <a:xfrm flipH="1">
              <a:off x="8417321" y="2616087"/>
              <a:ext cx="561412" cy="843246"/>
            </a:xfrm>
            <a:custGeom>
              <a:rect b="b" l="l" r="r" t="t"/>
              <a:pathLst>
                <a:path extrusionOk="0" h="8596" w="5723">
                  <a:moveTo>
                    <a:pt x="2720" y="1"/>
                  </a:moveTo>
                  <a:cubicBezTo>
                    <a:pt x="2720" y="1"/>
                    <a:pt x="2219" y="175"/>
                    <a:pt x="1893" y="371"/>
                  </a:cubicBezTo>
                  <a:cubicBezTo>
                    <a:pt x="1567" y="566"/>
                    <a:pt x="1240" y="806"/>
                    <a:pt x="1175" y="1241"/>
                  </a:cubicBezTo>
                  <a:cubicBezTo>
                    <a:pt x="1088" y="1676"/>
                    <a:pt x="979" y="5136"/>
                    <a:pt x="957" y="5331"/>
                  </a:cubicBezTo>
                  <a:cubicBezTo>
                    <a:pt x="957" y="5549"/>
                    <a:pt x="0" y="7660"/>
                    <a:pt x="174" y="7877"/>
                  </a:cubicBezTo>
                  <a:cubicBezTo>
                    <a:pt x="218" y="7921"/>
                    <a:pt x="1567" y="7899"/>
                    <a:pt x="2676" y="8204"/>
                  </a:cubicBezTo>
                  <a:cubicBezTo>
                    <a:pt x="3634" y="8465"/>
                    <a:pt x="4243" y="8595"/>
                    <a:pt x="4243" y="8595"/>
                  </a:cubicBezTo>
                  <a:cubicBezTo>
                    <a:pt x="4243" y="8595"/>
                    <a:pt x="4548" y="6942"/>
                    <a:pt x="4743" y="6311"/>
                  </a:cubicBezTo>
                  <a:cubicBezTo>
                    <a:pt x="4983" y="5571"/>
                    <a:pt x="5113" y="4983"/>
                    <a:pt x="5266" y="4548"/>
                  </a:cubicBezTo>
                  <a:cubicBezTo>
                    <a:pt x="5505" y="3808"/>
                    <a:pt x="5679" y="2916"/>
                    <a:pt x="5679" y="2720"/>
                  </a:cubicBezTo>
                  <a:cubicBezTo>
                    <a:pt x="5679" y="2503"/>
                    <a:pt x="5722" y="1981"/>
                    <a:pt x="5635" y="1720"/>
                  </a:cubicBezTo>
                  <a:cubicBezTo>
                    <a:pt x="5548" y="1437"/>
                    <a:pt x="4548" y="762"/>
                    <a:pt x="4548" y="762"/>
                  </a:cubicBezTo>
                  <a:lnTo>
                    <a:pt x="4156" y="1371"/>
                  </a:lnTo>
                  <a:lnTo>
                    <a:pt x="2720" y="1"/>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89" name="Google Shape;1389;g39181ba8852_8_0"/>
            <p:cNvSpPr/>
            <p:nvPr/>
          </p:nvSpPr>
          <p:spPr>
            <a:xfrm flipH="1">
              <a:off x="8579575" y="2669452"/>
              <a:ext cx="426920" cy="740734"/>
            </a:xfrm>
            <a:custGeom>
              <a:rect b="b" l="l" r="r" t="t"/>
              <a:pathLst>
                <a:path extrusionOk="0" h="7551" w="4352">
                  <a:moveTo>
                    <a:pt x="1915" y="1"/>
                  </a:moveTo>
                  <a:cubicBezTo>
                    <a:pt x="1915" y="1"/>
                    <a:pt x="1567" y="240"/>
                    <a:pt x="1480" y="566"/>
                  </a:cubicBezTo>
                  <a:cubicBezTo>
                    <a:pt x="1393" y="915"/>
                    <a:pt x="1327" y="2481"/>
                    <a:pt x="1262" y="4657"/>
                  </a:cubicBezTo>
                  <a:cubicBezTo>
                    <a:pt x="1240" y="5157"/>
                    <a:pt x="0" y="7311"/>
                    <a:pt x="457" y="7333"/>
                  </a:cubicBezTo>
                  <a:lnTo>
                    <a:pt x="4134" y="7551"/>
                  </a:lnTo>
                  <a:cubicBezTo>
                    <a:pt x="4134" y="7551"/>
                    <a:pt x="3808" y="7268"/>
                    <a:pt x="4025" y="5832"/>
                  </a:cubicBezTo>
                  <a:cubicBezTo>
                    <a:pt x="4069" y="5527"/>
                    <a:pt x="4352" y="5114"/>
                    <a:pt x="2894" y="4352"/>
                  </a:cubicBezTo>
                  <a:cubicBezTo>
                    <a:pt x="1958" y="3874"/>
                    <a:pt x="3808" y="2089"/>
                    <a:pt x="3286" y="566"/>
                  </a:cubicBezTo>
                  <a:cubicBezTo>
                    <a:pt x="3090" y="1"/>
                    <a:pt x="1915" y="1"/>
                    <a:pt x="1915"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0" name="Google Shape;1390;g39181ba8852_8_0"/>
            <p:cNvSpPr/>
            <p:nvPr/>
          </p:nvSpPr>
          <p:spPr>
            <a:xfrm flipH="1">
              <a:off x="8517675" y="2490228"/>
              <a:ext cx="179322" cy="138808"/>
            </a:xfrm>
            <a:custGeom>
              <a:rect b="b" l="l" r="r" t="t"/>
              <a:pathLst>
                <a:path extrusionOk="0" h="1415" w="1828">
                  <a:moveTo>
                    <a:pt x="283" y="0"/>
                  </a:moveTo>
                  <a:lnTo>
                    <a:pt x="0" y="979"/>
                  </a:lnTo>
                  <a:lnTo>
                    <a:pt x="457" y="1414"/>
                  </a:lnTo>
                  <a:lnTo>
                    <a:pt x="1828" y="979"/>
                  </a:lnTo>
                  <a:lnTo>
                    <a:pt x="283"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1" name="Google Shape;1391;g39181ba8852_8_0"/>
            <p:cNvSpPr/>
            <p:nvPr/>
          </p:nvSpPr>
          <p:spPr>
            <a:xfrm flipH="1">
              <a:off x="8372490" y="2222225"/>
              <a:ext cx="337357" cy="385425"/>
            </a:xfrm>
            <a:custGeom>
              <a:rect b="b" l="l" r="r" t="t"/>
              <a:pathLst>
                <a:path extrusionOk="0" h="3929" w="3439">
                  <a:moveTo>
                    <a:pt x="1586" y="1"/>
                  </a:moveTo>
                  <a:cubicBezTo>
                    <a:pt x="1329" y="1"/>
                    <a:pt x="1068" y="73"/>
                    <a:pt x="827" y="252"/>
                  </a:cubicBezTo>
                  <a:cubicBezTo>
                    <a:pt x="1" y="861"/>
                    <a:pt x="22" y="1753"/>
                    <a:pt x="196" y="2340"/>
                  </a:cubicBezTo>
                  <a:cubicBezTo>
                    <a:pt x="349" y="2797"/>
                    <a:pt x="523" y="3080"/>
                    <a:pt x="958" y="3450"/>
                  </a:cubicBezTo>
                  <a:cubicBezTo>
                    <a:pt x="1045" y="3515"/>
                    <a:pt x="1894" y="3929"/>
                    <a:pt x="2089" y="3929"/>
                  </a:cubicBezTo>
                  <a:cubicBezTo>
                    <a:pt x="2220" y="3929"/>
                    <a:pt x="2590" y="3058"/>
                    <a:pt x="2612" y="3058"/>
                  </a:cubicBezTo>
                  <a:cubicBezTo>
                    <a:pt x="2622" y="3064"/>
                    <a:pt x="2637" y="3067"/>
                    <a:pt x="2654" y="3067"/>
                  </a:cubicBezTo>
                  <a:cubicBezTo>
                    <a:pt x="2705" y="3067"/>
                    <a:pt x="2775" y="3042"/>
                    <a:pt x="2807" y="2993"/>
                  </a:cubicBezTo>
                  <a:cubicBezTo>
                    <a:pt x="2829" y="2884"/>
                    <a:pt x="2916" y="2210"/>
                    <a:pt x="2960" y="2145"/>
                  </a:cubicBezTo>
                  <a:cubicBezTo>
                    <a:pt x="3003" y="2079"/>
                    <a:pt x="3438" y="1405"/>
                    <a:pt x="3090" y="839"/>
                  </a:cubicBezTo>
                  <a:cubicBezTo>
                    <a:pt x="2872" y="465"/>
                    <a:pt x="2240" y="1"/>
                    <a:pt x="1586"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2" name="Google Shape;1392;g39181ba8852_8_0"/>
            <p:cNvSpPr/>
            <p:nvPr/>
          </p:nvSpPr>
          <p:spPr>
            <a:xfrm flipH="1">
              <a:off x="8321284" y="2207510"/>
              <a:ext cx="435553" cy="293508"/>
            </a:xfrm>
            <a:custGeom>
              <a:rect b="b" l="l" r="r" t="t"/>
              <a:pathLst>
                <a:path extrusionOk="0" h="2992" w="4440">
                  <a:moveTo>
                    <a:pt x="2058" y="0"/>
                  </a:moveTo>
                  <a:cubicBezTo>
                    <a:pt x="1582" y="0"/>
                    <a:pt x="990" y="133"/>
                    <a:pt x="632" y="619"/>
                  </a:cubicBezTo>
                  <a:cubicBezTo>
                    <a:pt x="1" y="1468"/>
                    <a:pt x="654" y="2947"/>
                    <a:pt x="893" y="2991"/>
                  </a:cubicBezTo>
                  <a:cubicBezTo>
                    <a:pt x="895" y="2991"/>
                    <a:pt x="897" y="2992"/>
                    <a:pt x="899" y="2992"/>
                  </a:cubicBezTo>
                  <a:cubicBezTo>
                    <a:pt x="981" y="2992"/>
                    <a:pt x="1372" y="2617"/>
                    <a:pt x="1372" y="1729"/>
                  </a:cubicBezTo>
                  <a:cubicBezTo>
                    <a:pt x="1372" y="1724"/>
                    <a:pt x="1373" y="1722"/>
                    <a:pt x="1375" y="1722"/>
                  </a:cubicBezTo>
                  <a:cubicBezTo>
                    <a:pt x="1417" y="1722"/>
                    <a:pt x="1798" y="2364"/>
                    <a:pt x="1884" y="2364"/>
                  </a:cubicBezTo>
                  <a:cubicBezTo>
                    <a:pt x="1888" y="2364"/>
                    <a:pt x="1891" y="2362"/>
                    <a:pt x="1894" y="2360"/>
                  </a:cubicBezTo>
                  <a:cubicBezTo>
                    <a:pt x="1959" y="2316"/>
                    <a:pt x="1807" y="1511"/>
                    <a:pt x="2046" y="1381"/>
                  </a:cubicBezTo>
                  <a:cubicBezTo>
                    <a:pt x="2381" y="1220"/>
                    <a:pt x="2666" y="1164"/>
                    <a:pt x="2901" y="1164"/>
                  </a:cubicBezTo>
                  <a:cubicBezTo>
                    <a:pt x="3429" y="1164"/>
                    <a:pt x="3700" y="1446"/>
                    <a:pt x="3700" y="1446"/>
                  </a:cubicBezTo>
                  <a:cubicBezTo>
                    <a:pt x="4440" y="489"/>
                    <a:pt x="2982" y="228"/>
                    <a:pt x="2764" y="119"/>
                  </a:cubicBezTo>
                  <a:cubicBezTo>
                    <a:pt x="2666" y="65"/>
                    <a:pt x="2390" y="0"/>
                    <a:pt x="2058"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3" name="Google Shape;1393;g39181ba8852_8_0"/>
            <p:cNvSpPr/>
            <p:nvPr/>
          </p:nvSpPr>
          <p:spPr>
            <a:xfrm flipH="1">
              <a:off x="8588109" y="2359954"/>
              <a:ext cx="49147" cy="102610"/>
            </a:xfrm>
            <a:custGeom>
              <a:rect b="b" l="l" r="r" t="t"/>
              <a:pathLst>
                <a:path extrusionOk="0" h="1046" w="501">
                  <a:moveTo>
                    <a:pt x="283" y="1"/>
                  </a:moveTo>
                  <a:cubicBezTo>
                    <a:pt x="109" y="1"/>
                    <a:pt x="0" y="240"/>
                    <a:pt x="0" y="523"/>
                  </a:cubicBezTo>
                  <a:cubicBezTo>
                    <a:pt x="0" y="806"/>
                    <a:pt x="131" y="1045"/>
                    <a:pt x="283" y="1045"/>
                  </a:cubicBezTo>
                  <a:cubicBezTo>
                    <a:pt x="436" y="1045"/>
                    <a:pt x="501" y="675"/>
                    <a:pt x="501" y="392"/>
                  </a:cubicBezTo>
                  <a:cubicBezTo>
                    <a:pt x="501" y="110"/>
                    <a:pt x="436" y="1"/>
                    <a:pt x="283"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4" name="Google Shape;1394;g39181ba8852_8_0"/>
            <p:cNvSpPr/>
            <p:nvPr/>
          </p:nvSpPr>
          <p:spPr>
            <a:xfrm flipH="1">
              <a:off x="8703373" y="5010944"/>
              <a:ext cx="108888" cy="21385"/>
            </a:xfrm>
            <a:custGeom>
              <a:rect b="b" l="l" r="r" t="t"/>
              <a:pathLst>
                <a:path extrusionOk="0" h="218" w="1110">
                  <a:moveTo>
                    <a:pt x="0" y="0"/>
                  </a:moveTo>
                  <a:lnTo>
                    <a:pt x="0" y="218"/>
                  </a:lnTo>
                  <a:lnTo>
                    <a:pt x="1110" y="218"/>
                  </a:lnTo>
                  <a:lnTo>
                    <a:pt x="1110" y="0"/>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5" name="Google Shape;1395;g39181ba8852_8_0"/>
            <p:cNvSpPr/>
            <p:nvPr/>
          </p:nvSpPr>
          <p:spPr>
            <a:xfrm flipH="1">
              <a:off x="8421637" y="4868605"/>
              <a:ext cx="414168" cy="180794"/>
            </a:xfrm>
            <a:custGeom>
              <a:rect b="b" l="l" r="r" t="t"/>
              <a:pathLst>
                <a:path extrusionOk="0" h="1843" w="4222">
                  <a:moveTo>
                    <a:pt x="470" y="0"/>
                  </a:moveTo>
                  <a:cubicBezTo>
                    <a:pt x="363" y="0"/>
                    <a:pt x="289" y="4"/>
                    <a:pt x="284" y="15"/>
                  </a:cubicBezTo>
                  <a:cubicBezTo>
                    <a:pt x="131" y="211"/>
                    <a:pt x="44" y="603"/>
                    <a:pt x="23" y="777"/>
                  </a:cubicBezTo>
                  <a:cubicBezTo>
                    <a:pt x="1" y="994"/>
                    <a:pt x="131" y="1451"/>
                    <a:pt x="284" y="1451"/>
                  </a:cubicBezTo>
                  <a:cubicBezTo>
                    <a:pt x="697" y="1451"/>
                    <a:pt x="1198" y="1473"/>
                    <a:pt x="1633" y="1538"/>
                  </a:cubicBezTo>
                  <a:cubicBezTo>
                    <a:pt x="2068" y="1582"/>
                    <a:pt x="2220" y="1843"/>
                    <a:pt x="3330" y="1843"/>
                  </a:cubicBezTo>
                  <a:cubicBezTo>
                    <a:pt x="3634" y="1843"/>
                    <a:pt x="4222" y="1821"/>
                    <a:pt x="4222" y="1691"/>
                  </a:cubicBezTo>
                  <a:cubicBezTo>
                    <a:pt x="4200" y="1560"/>
                    <a:pt x="3156" y="1321"/>
                    <a:pt x="2829" y="1016"/>
                  </a:cubicBezTo>
                  <a:cubicBezTo>
                    <a:pt x="1981" y="233"/>
                    <a:pt x="1415" y="37"/>
                    <a:pt x="1415" y="37"/>
                  </a:cubicBezTo>
                  <a:cubicBezTo>
                    <a:pt x="1415" y="37"/>
                    <a:pt x="791" y="0"/>
                    <a:pt x="470" y="0"/>
                  </a:cubicBezTo>
                  <a:close/>
                </a:path>
              </a:pathLst>
            </a:custGeom>
            <a:solidFill>
              <a:srgbClr val="0F0D0D"/>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6" name="Google Shape;1396;g39181ba8852_8_0"/>
            <p:cNvSpPr/>
            <p:nvPr/>
          </p:nvSpPr>
          <p:spPr>
            <a:xfrm flipH="1">
              <a:off x="8553971" y="3415583"/>
              <a:ext cx="360803" cy="1508249"/>
            </a:xfrm>
            <a:custGeom>
              <a:rect b="b" l="l" r="r" t="t"/>
              <a:pathLst>
                <a:path extrusionOk="0" h="15375" w="3678">
                  <a:moveTo>
                    <a:pt x="3496" y="0"/>
                  </a:moveTo>
                  <a:cubicBezTo>
                    <a:pt x="2950" y="0"/>
                    <a:pt x="218" y="793"/>
                    <a:pt x="218" y="793"/>
                  </a:cubicBezTo>
                  <a:cubicBezTo>
                    <a:pt x="218" y="793"/>
                    <a:pt x="131" y="1250"/>
                    <a:pt x="66" y="1881"/>
                  </a:cubicBezTo>
                  <a:cubicBezTo>
                    <a:pt x="1" y="2512"/>
                    <a:pt x="632" y="4579"/>
                    <a:pt x="849" y="6189"/>
                  </a:cubicBezTo>
                  <a:cubicBezTo>
                    <a:pt x="1067" y="7799"/>
                    <a:pt x="1198" y="8126"/>
                    <a:pt x="1154" y="8517"/>
                  </a:cubicBezTo>
                  <a:cubicBezTo>
                    <a:pt x="1089" y="8887"/>
                    <a:pt x="610" y="10432"/>
                    <a:pt x="675" y="11455"/>
                  </a:cubicBezTo>
                  <a:cubicBezTo>
                    <a:pt x="741" y="12499"/>
                    <a:pt x="936" y="15175"/>
                    <a:pt x="936" y="15175"/>
                  </a:cubicBezTo>
                  <a:cubicBezTo>
                    <a:pt x="936" y="15175"/>
                    <a:pt x="1241" y="15306"/>
                    <a:pt x="1763" y="15371"/>
                  </a:cubicBezTo>
                  <a:cubicBezTo>
                    <a:pt x="1788" y="15373"/>
                    <a:pt x="1812" y="15374"/>
                    <a:pt x="1836" y="15374"/>
                  </a:cubicBezTo>
                  <a:cubicBezTo>
                    <a:pt x="2340" y="15374"/>
                    <a:pt x="2677" y="14958"/>
                    <a:pt x="2677" y="14958"/>
                  </a:cubicBezTo>
                  <a:cubicBezTo>
                    <a:pt x="2677" y="14958"/>
                    <a:pt x="3090" y="8953"/>
                    <a:pt x="3156" y="8322"/>
                  </a:cubicBezTo>
                  <a:cubicBezTo>
                    <a:pt x="3199" y="7908"/>
                    <a:pt x="3547" y="5080"/>
                    <a:pt x="3634" y="2773"/>
                  </a:cubicBezTo>
                  <a:cubicBezTo>
                    <a:pt x="3678" y="2034"/>
                    <a:pt x="3591" y="336"/>
                    <a:pt x="3591" y="32"/>
                  </a:cubicBezTo>
                  <a:cubicBezTo>
                    <a:pt x="3591" y="10"/>
                    <a:pt x="3557" y="0"/>
                    <a:pt x="3496" y="0"/>
                  </a:cubicBez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7" name="Google Shape;1397;g39181ba8852_8_0"/>
            <p:cNvSpPr/>
            <p:nvPr/>
          </p:nvSpPr>
          <p:spPr>
            <a:xfrm flipH="1">
              <a:off x="8848460" y="5040766"/>
              <a:ext cx="108986" cy="27860"/>
            </a:xfrm>
            <a:custGeom>
              <a:rect b="b" l="l" r="r" t="t"/>
              <a:pathLst>
                <a:path extrusionOk="0" h="284" w="1111">
                  <a:moveTo>
                    <a:pt x="22" y="1"/>
                  </a:moveTo>
                  <a:lnTo>
                    <a:pt x="1" y="218"/>
                  </a:lnTo>
                  <a:lnTo>
                    <a:pt x="1110" y="284"/>
                  </a:lnTo>
                  <a:lnTo>
                    <a:pt x="1110" y="66"/>
                  </a:lnTo>
                  <a:lnTo>
                    <a:pt x="22" y="1"/>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8" name="Google Shape;1398;g39181ba8852_8_0"/>
            <p:cNvSpPr/>
            <p:nvPr/>
          </p:nvSpPr>
          <p:spPr>
            <a:xfrm flipH="1">
              <a:off x="8567509" y="4894797"/>
              <a:ext cx="409165" cy="205220"/>
            </a:xfrm>
            <a:custGeom>
              <a:rect b="b" l="l" r="r" t="t"/>
              <a:pathLst>
                <a:path extrusionOk="0" h="2092" w="4171">
                  <a:moveTo>
                    <a:pt x="424" y="0"/>
                  </a:moveTo>
                  <a:cubicBezTo>
                    <a:pt x="382" y="0"/>
                    <a:pt x="355" y="3"/>
                    <a:pt x="349" y="9"/>
                  </a:cubicBezTo>
                  <a:cubicBezTo>
                    <a:pt x="197" y="205"/>
                    <a:pt x="66" y="597"/>
                    <a:pt x="44" y="793"/>
                  </a:cubicBezTo>
                  <a:cubicBezTo>
                    <a:pt x="1" y="1010"/>
                    <a:pt x="110" y="1489"/>
                    <a:pt x="262" y="1489"/>
                  </a:cubicBezTo>
                  <a:cubicBezTo>
                    <a:pt x="675" y="1532"/>
                    <a:pt x="1176" y="1576"/>
                    <a:pt x="1589" y="1663"/>
                  </a:cubicBezTo>
                  <a:cubicBezTo>
                    <a:pt x="2024" y="1750"/>
                    <a:pt x="2155" y="2011"/>
                    <a:pt x="3265" y="2076"/>
                  </a:cubicBezTo>
                  <a:cubicBezTo>
                    <a:pt x="3380" y="2084"/>
                    <a:pt x="3528" y="2092"/>
                    <a:pt x="3670" y="2092"/>
                  </a:cubicBezTo>
                  <a:cubicBezTo>
                    <a:pt x="3930" y="2092"/>
                    <a:pt x="4171" y="2066"/>
                    <a:pt x="4157" y="1968"/>
                  </a:cubicBezTo>
                  <a:cubicBezTo>
                    <a:pt x="4157" y="1837"/>
                    <a:pt x="3134" y="1532"/>
                    <a:pt x="2808" y="1184"/>
                  </a:cubicBezTo>
                  <a:cubicBezTo>
                    <a:pt x="2024" y="336"/>
                    <a:pt x="1459" y="96"/>
                    <a:pt x="1459" y="96"/>
                  </a:cubicBezTo>
                  <a:cubicBezTo>
                    <a:pt x="1459" y="96"/>
                    <a:pt x="675" y="0"/>
                    <a:pt x="424" y="0"/>
                  </a:cubicBez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99" name="Google Shape;1399;g39181ba8852_8_0"/>
            <p:cNvSpPr/>
            <p:nvPr/>
          </p:nvSpPr>
          <p:spPr>
            <a:xfrm flipH="1">
              <a:off x="8575258" y="3390862"/>
              <a:ext cx="420544" cy="1531596"/>
            </a:xfrm>
            <a:custGeom>
              <a:rect b="b" l="l" r="r" t="t"/>
              <a:pathLst>
                <a:path extrusionOk="0" h="15613" w="4287">
                  <a:moveTo>
                    <a:pt x="348" y="1"/>
                  </a:moveTo>
                  <a:cubicBezTo>
                    <a:pt x="348" y="1"/>
                    <a:pt x="0" y="958"/>
                    <a:pt x="0" y="1763"/>
                  </a:cubicBezTo>
                  <a:cubicBezTo>
                    <a:pt x="0" y="2394"/>
                    <a:pt x="196" y="3591"/>
                    <a:pt x="413" y="5201"/>
                  </a:cubicBezTo>
                  <a:cubicBezTo>
                    <a:pt x="631" y="6811"/>
                    <a:pt x="653" y="8313"/>
                    <a:pt x="609" y="8682"/>
                  </a:cubicBezTo>
                  <a:cubicBezTo>
                    <a:pt x="544" y="9074"/>
                    <a:pt x="44" y="10684"/>
                    <a:pt x="87" y="11707"/>
                  </a:cubicBezTo>
                  <a:cubicBezTo>
                    <a:pt x="152" y="12751"/>
                    <a:pt x="435" y="15275"/>
                    <a:pt x="435" y="15275"/>
                  </a:cubicBezTo>
                  <a:cubicBezTo>
                    <a:pt x="435" y="15275"/>
                    <a:pt x="762" y="15558"/>
                    <a:pt x="1284" y="15601"/>
                  </a:cubicBezTo>
                  <a:cubicBezTo>
                    <a:pt x="1346" y="15609"/>
                    <a:pt x="1406" y="15613"/>
                    <a:pt x="1463" y="15613"/>
                  </a:cubicBezTo>
                  <a:cubicBezTo>
                    <a:pt x="1880" y="15613"/>
                    <a:pt x="2132" y="15427"/>
                    <a:pt x="2132" y="15427"/>
                  </a:cubicBezTo>
                  <a:cubicBezTo>
                    <a:pt x="2132" y="15427"/>
                    <a:pt x="2742" y="9422"/>
                    <a:pt x="2981" y="8835"/>
                  </a:cubicBezTo>
                  <a:cubicBezTo>
                    <a:pt x="3373" y="7877"/>
                    <a:pt x="3416" y="4918"/>
                    <a:pt x="3677" y="2895"/>
                  </a:cubicBezTo>
                  <a:cubicBezTo>
                    <a:pt x="3786" y="2068"/>
                    <a:pt x="4286" y="284"/>
                    <a:pt x="4286" y="284"/>
                  </a:cubicBezTo>
                  <a:lnTo>
                    <a:pt x="34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0" name="Google Shape;1400;g39181ba8852_8_0"/>
            <p:cNvSpPr/>
            <p:nvPr/>
          </p:nvSpPr>
          <p:spPr>
            <a:xfrm flipH="1">
              <a:off x="8575258" y="3390862"/>
              <a:ext cx="420544" cy="1531596"/>
            </a:xfrm>
            <a:custGeom>
              <a:rect b="b" l="l" r="r" t="t"/>
              <a:pathLst>
                <a:path extrusionOk="0" h="15613" w="4287">
                  <a:moveTo>
                    <a:pt x="348" y="1"/>
                  </a:moveTo>
                  <a:cubicBezTo>
                    <a:pt x="348" y="1"/>
                    <a:pt x="0" y="958"/>
                    <a:pt x="0" y="1763"/>
                  </a:cubicBezTo>
                  <a:cubicBezTo>
                    <a:pt x="0" y="2394"/>
                    <a:pt x="196" y="3591"/>
                    <a:pt x="413" y="5201"/>
                  </a:cubicBezTo>
                  <a:cubicBezTo>
                    <a:pt x="631" y="6811"/>
                    <a:pt x="653" y="8313"/>
                    <a:pt x="609" y="8682"/>
                  </a:cubicBezTo>
                  <a:cubicBezTo>
                    <a:pt x="544" y="9074"/>
                    <a:pt x="44" y="10684"/>
                    <a:pt x="87" y="11707"/>
                  </a:cubicBezTo>
                  <a:cubicBezTo>
                    <a:pt x="152" y="12751"/>
                    <a:pt x="435" y="15275"/>
                    <a:pt x="435" y="15275"/>
                  </a:cubicBezTo>
                  <a:cubicBezTo>
                    <a:pt x="435" y="15275"/>
                    <a:pt x="762" y="15558"/>
                    <a:pt x="1284" y="15601"/>
                  </a:cubicBezTo>
                  <a:cubicBezTo>
                    <a:pt x="1346" y="15609"/>
                    <a:pt x="1406" y="15613"/>
                    <a:pt x="1463" y="15613"/>
                  </a:cubicBezTo>
                  <a:cubicBezTo>
                    <a:pt x="1880" y="15613"/>
                    <a:pt x="2132" y="15427"/>
                    <a:pt x="2132" y="15427"/>
                  </a:cubicBezTo>
                  <a:cubicBezTo>
                    <a:pt x="2132" y="15427"/>
                    <a:pt x="2742" y="9422"/>
                    <a:pt x="2981" y="8835"/>
                  </a:cubicBezTo>
                  <a:cubicBezTo>
                    <a:pt x="3373" y="7877"/>
                    <a:pt x="3416" y="4918"/>
                    <a:pt x="3677" y="2895"/>
                  </a:cubicBezTo>
                  <a:cubicBezTo>
                    <a:pt x="3786" y="2068"/>
                    <a:pt x="4286" y="284"/>
                    <a:pt x="4286" y="284"/>
                  </a:cubicBezTo>
                  <a:lnTo>
                    <a:pt x="348" y="1"/>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1" name="Google Shape;1401;g39181ba8852_8_0"/>
            <p:cNvSpPr/>
            <p:nvPr/>
          </p:nvSpPr>
          <p:spPr>
            <a:xfrm flipH="1">
              <a:off x="8568881" y="2680145"/>
              <a:ext cx="76908" cy="70532"/>
            </a:xfrm>
            <a:custGeom>
              <a:rect b="b" l="l" r="r" t="t"/>
              <a:pathLst>
                <a:path extrusionOk="0" h="719" w="784">
                  <a:moveTo>
                    <a:pt x="0" y="0"/>
                  </a:moveTo>
                  <a:lnTo>
                    <a:pt x="762" y="718"/>
                  </a:lnTo>
                  <a:lnTo>
                    <a:pt x="784" y="305"/>
                  </a:lnTo>
                  <a:lnTo>
                    <a:pt x="0"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2" name="Google Shape;1402;g39181ba8852_8_0"/>
            <p:cNvSpPr/>
            <p:nvPr/>
          </p:nvSpPr>
          <p:spPr>
            <a:xfrm flipH="1">
              <a:off x="8528269" y="2705748"/>
              <a:ext cx="42869" cy="44929"/>
            </a:xfrm>
            <a:custGeom>
              <a:rect b="b" l="l" r="r" t="t"/>
              <a:pathLst>
                <a:path extrusionOk="0" h="458" w="437">
                  <a:moveTo>
                    <a:pt x="262" y="1"/>
                  </a:moveTo>
                  <a:lnTo>
                    <a:pt x="1" y="457"/>
                  </a:lnTo>
                  <a:lnTo>
                    <a:pt x="436" y="196"/>
                  </a:lnTo>
                  <a:lnTo>
                    <a:pt x="262"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3" name="Google Shape;1403;g39181ba8852_8_0"/>
            <p:cNvSpPr/>
            <p:nvPr/>
          </p:nvSpPr>
          <p:spPr>
            <a:xfrm flipH="1">
              <a:off x="8534743" y="2722817"/>
              <a:ext cx="51305" cy="51305"/>
            </a:xfrm>
            <a:custGeom>
              <a:rect b="b" l="l" r="r" t="t"/>
              <a:pathLst>
                <a:path extrusionOk="0" h="523" w="523">
                  <a:moveTo>
                    <a:pt x="523" y="1"/>
                  </a:moveTo>
                  <a:lnTo>
                    <a:pt x="1" y="22"/>
                  </a:lnTo>
                  <a:lnTo>
                    <a:pt x="175" y="523"/>
                  </a:lnTo>
                  <a:lnTo>
                    <a:pt x="458" y="501"/>
                  </a:lnTo>
                  <a:lnTo>
                    <a:pt x="523" y="1"/>
                  </a:ln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4" name="Google Shape;1404;g39181ba8852_8_0"/>
            <p:cNvSpPr/>
            <p:nvPr/>
          </p:nvSpPr>
          <p:spPr>
            <a:xfrm flipH="1">
              <a:off x="8568882" y="2586265"/>
              <a:ext cx="166570" cy="170788"/>
            </a:xfrm>
            <a:custGeom>
              <a:rect b="b" l="l" r="r" t="t"/>
              <a:pathLst>
                <a:path extrusionOk="0" h="1741" w="1698">
                  <a:moveTo>
                    <a:pt x="392" y="0"/>
                  </a:moveTo>
                  <a:lnTo>
                    <a:pt x="1" y="348"/>
                  </a:lnTo>
                  <a:lnTo>
                    <a:pt x="1328" y="1741"/>
                  </a:lnTo>
                  <a:lnTo>
                    <a:pt x="1698" y="1262"/>
                  </a:lnTo>
                  <a:lnTo>
                    <a:pt x="392" y="0"/>
                  </a:lnTo>
                  <a:close/>
                </a:path>
              </a:pathLst>
            </a:custGeom>
            <a:solidFill>
              <a:srgbClr val="E0F2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5" name="Google Shape;1405;g39181ba8852_8_0"/>
            <p:cNvSpPr/>
            <p:nvPr/>
          </p:nvSpPr>
          <p:spPr>
            <a:xfrm flipH="1">
              <a:off x="8562506" y="3388802"/>
              <a:ext cx="412010" cy="63077"/>
            </a:xfrm>
            <a:custGeom>
              <a:rect b="b" l="l" r="r" t="t"/>
              <a:pathLst>
                <a:path extrusionOk="0" h="643" w="4200">
                  <a:moveTo>
                    <a:pt x="131" y="0"/>
                  </a:moveTo>
                  <a:lnTo>
                    <a:pt x="1" y="414"/>
                  </a:lnTo>
                  <a:cubicBezTo>
                    <a:pt x="1" y="414"/>
                    <a:pt x="675" y="522"/>
                    <a:pt x="1850" y="588"/>
                  </a:cubicBezTo>
                  <a:cubicBezTo>
                    <a:pt x="2448" y="631"/>
                    <a:pt x="3036" y="642"/>
                    <a:pt x="3474" y="642"/>
                  </a:cubicBezTo>
                  <a:cubicBezTo>
                    <a:pt x="3912" y="642"/>
                    <a:pt x="4200" y="631"/>
                    <a:pt x="4200" y="631"/>
                  </a:cubicBezTo>
                  <a:lnTo>
                    <a:pt x="4200" y="196"/>
                  </a:lnTo>
                  <a:cubicBezTo>
                    <a:pt x="4200" y="196"/>
                    <a:pt x="3525" y="152"/>
                    <a:pt x="2394" y="109"/>
                  </a:cubicBezTo>
                  <a:cubicBezTo>
                    <a:pt x="1263" y="65"/>
                    <a:pt x="131" y="0"/>
                    <a:pt x="131"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6" name="Google Shape;1406;g39181ba8852_8_0"/>
            <p:cNvSpPr/>
            <p:nvPr/>
          </p:nvSpPr>
          <p:spPr>
            <a:xfrm flipH="1">
              <a:off x="8562505" y="3405871"/>
              <a:ext cx="51305" cy="51305"/>
            </a:xfrm>
            <a:custGeom>
              <a:rect b="b" l="l" r="r" t="t"/>
              <a:pathLst>
                <a:path extrusionOk="0" h="523" w="523">
                  <a:moveTo>
                    <a:pt x="131" y="0"/>
                  </a:moveTo>
                  <a:cubicBezTo>
                    <a:pt x="66" y="0"/>
                    <a:pt x="1" y="65"/>
                    <a:pt x="1" y="153"/>
                  </a:cubicBezTo>
                  <a:lnTo>
                    <a:pt x="1" y="392"/>
                  </a:lnTo>
                  <a:cubicBezTo>
                    <a:pt x="1" y="457"/>
                    <a:pt x="66" y="522"/>
                    <a:pt x="131" y="522"/>
                  </a:cubicBezTo>
                  <a:lnTo>
                    <a:pt x="392" y="522"/>
                  </a:lnTo>
                  <a:cubicBezTo>
                    <a:pt x="458" y="522"/>
                    <a:pt x="523" y="457"/>
                    <a:pt x="523" y="392"/>
                  </a:cubicBezTo>
                  <a:lnTo>
                    <a:pt x="523" y="153"/>
                  </a:lnTo>
                  <a:cubicBezTo>
                    <a:pt x="523" y="65"/>
                    <a:pt x="458" y="0"/>
                    <a:pt x="392"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7" name="Google Shape;1407;g39181ba8852_8_0"/>
            <p:cNvSpPr/>
            <p:nvPr/>
          </p:nvSpPr>
          <p:spPr>
            <a:xfrm flipH="1">
              <a:off x="8496289" y="2771964"/>
              <a:ext cx="76908" cy="738576"/>
            </a:xfrm>
            <a:custGeom>
              <a:rect b="b" l="l" r="r" t="t"/>
              <a:pathLst>
                <a:path extrusionOk="0" h="7529" w="784">
                  <a:moveTo>
                    <a:pt x="327" y="0"/>
                  </a:moveTo>
                  <a:lnTo>
                    <a:pt x="44" y="22"/>
                  </a:lnTo>
                  <a:cubicBezTo>
                    <a:pt x="44" y="22"/>
                    <a:pt x="239" y="1414"/>
                    <a:pt x="152" y="2459"/>
                  </a:cubicBezTo>
                  <a:cubicBezTo>
                    <a:pt x="65" y="3503"/>
                    <a:pt x="0" y="6745"/>
                    <a:pt x="0" y="6745"/>
                  </a:cubicBezTo>
                  <a:lnTo>
                    <a:pt x="392" y="7528"/>
                  </a:lnTo>
                  <a:lnTo>
                    <a:pt x="783" y="6767"/>
                  </a:lnTo>
                  <a:cubicBezTo>
                    <a:pt x="783" y="6767"/>
                    <a:pt x="609" y="3568"/>
                    <a:pt x="566" y="2437"/>
                  </a:cubicBezTo>
                  <a:cubicBezTo>
                    <a:pt x="544" y="1284"/>
                    <a:pt x="327" y="0"/>
                    <a:pt x="327"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8" name="Google Shape;1408;g39181ba8852_8_0"/>
            <p:cNvSpPr/>
            <p:nvPr/>
          </p:nvSpPr>
          <p:spPr>
            <a:xfrm flipH="1">
              <a:off x="8391718" y="2682303"/>
              <a:ext cx="484602" cy="418386"/>
            </a:xfrm>
            <a:custGeom>
              <a:rect b="b" l="l" r="r" t="t"/>
              <a:pathLst>
                <a:path extrusionOk="0" h="4265" w="4940">
                  <a:moveTo>
                    <a:pt x="1131" y="1"/>
                  </a:moveTo>
                  <a:cubicBezTo>
                    <a:pt x="933" y="1"/>
                    <a:pt x="728" y="62"/>
                    <a:pt x="523" y="218"/>
                  </a:cubicBezTo>
                  <a:cubicBezTo>
                    <a:pt x="0" y="631"/>
                    <a:pt x="175" y="1197"/>
                    <a:pt x="610" y="1697"/>
                  </a:cubicBezTo>
                  <a:cubicBezTo>
                    <a:pt x="1067" y="2198"/>
                    <a:pt x="3830" y="4265"/>
                    <a:pt x="4047" y="4265"/>
                  </a:cubicBezTo>
                  <a:cubicBezTo>
                    <a:pt x="4265" y="4265"/>
                    <a:pt x="4940" y="3569"/>
                    <a:pt x="4853" y="3264"/>
                  </a:cubicBezTo>
                  <a:cubicBezTo>
                    <a:pt x="4744" y="2981"/>
                    <a:pt x="2655" y="849"/>
                    <a:pt x="2220" y="501"/>
                  </a:cubicBezTo>
                  <a:cubicBezTo>
                    <a:pt x="1926" y="266"/>
                    <a:pt x="1543" y="1"/>
                    <a:pt x="1131"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9" name="Google Shape;1409;g39181ba8852_8_0"/>
            <p:cNvSpPr/>
            <p:nvPr/>
          </p:nvSpPr>
          <p:spPr>
            <a:xfrm flipH="1">
              <a:off x="8028855" y="2979539"/>
              <a:ext cx="516680" cy="236415"/>
            </a:xfrm>
            <a:custGeom>
              <a:rect b="b" l="l" r="r" t="t"/>
              <a:pathLst>
                <a:path extrusionOk="0" h="2410" w="5267">
                  <a:moveTo>
                    <a:pt x="934" y="0"/>
                  </a:moveTo>
                  <a:cubicBezTo>
                    <a:pt x="659" y="0"/>
                    <a:pt x="405" y="114"/>
                    <a:pt x="262" y="495"/>
                  </a:cubicBezTo>
                  <a:cubicBezTo>
                    <a:pt x="1" y="1170"/>
                    <a:pt x="1415" y="1692"/>
                    <a:pt x="2155" y="1844"/>
                  </a:cubicBezTo>
                  <a:cubicBezTo>
                    <a:pt x="2873" y="2018"/>
                    <a:pt x="5049" y="2410"/>
                    <a:pt x="5049" y="2410"/>
                  </a:cubicBezTo>
                  <a:lnTo>
                    <a:pt x="5266" y="1518"/>
                  </a:lnTo>
                  <a:cubicBezTo>
                    <a:pt x="5266" y="1518"/>
                    <a:pt x="3569" y="800"/>
                    <a:pt x="1611" y="147"/>
                  </a:cubicBezTo>
                  <a:cubicBezTo>
                    <a:pt x="1404" y="78"/>
                    <a:pt x="1162" y="0"/>
                    <a:pt x="93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0" name="Google Shape;1410;g39181ba8852_8_0"/>
            <p:cNvSpPr/>
            <p:nvPr/>
          </p:nvSpPr>
          <p:spPr>
            <a:xfrm flipH="1">
              <a:off x="8009627" y="3098531"/>
              <a:ext cx="102610" cy="125957"/>
            </a:xfrm>
            <a:custGeom>
              <a:rect b="b" l="l" r="r" t="t"/>
              <a:pathLst>
                <a:path extrusionOk="0" h="1284" w="1046">
                  <a:moveTo>
                    <a:pt x="349" y="0"/>
                  </a:moveTo>
                  <a:lnTo>
                    <a:pt x="1" y="1066"/>
                  </a:lnTo>
                  <a:lnTo>
                    <a:pt x="719" y="1284"/>
                  </a:lnTo>
                  <a:lnTo>
                    <a:pt x="1045" y="218"/>
                  </a:lnTo>
                  <a:lnTo>
                    <a:pt x="349" y="0"/>
                  </a:lnTo>
                  <a:close/>
                </a:path>
              </a:pathLst>
            </a:custGeom>
            <a:solidFill>
              <a:srgbClr val="E0F2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411" name="Google Shape;1411;g39181ba8852_8_0"/>
          <p:cNvGrpSpPr/>
          <p:nvPr/>
        </p:nvGrpSpPr>
        <p:grpSpPr>
          <a:xfrm flipH="1">
            <a:off x="8144674" y="3243574"/>
            <a:ext cx="1518416" cy="3584961"/>
            <a:chOff x="9203075" y="2207500"/>
            <a:chExt cx="1212405" cy="2862473"/>
          </a:xfrm>
        </p:grpSpPr>
        <p:sp>
          <p:nvSpPr>
            <p:cNvPr id="1412" name="Google Shape;1412;g39181ba8852_8_0"/>
            <p:cNvSpPr/>
            <p:nvPr/>
          </p:nvSpPr>
          <p:spPr>
            <a:xfrm>
              <a:off x="9242371" y="2637768"/>
              <a:ext cx="299473" cy="462450"/>
            </a:xfrm>
            <a:custGeom>
              <a:rect b="b" l="l" r="r" t="t"/>
              <a:pathLst>
                <a:path extrusionOk="0" h="4872" w="3155">
                  <a:moveTo>
                    <a:pt x="718" y="0"/>
                  </a:moveTo>
                  <a:lnTo>
                    <a:pt x="0" y="348"/>
                  </a:lnTo>
                  <a:cubicBezTo>
                    <a:pt x="0" y="348"/>
                    <a:pt x="631" y="2437"/>
                    <a:pt x="914" y="3112"/>
                  </a:cubicBezTo>
                  <a:cubicBezTo>
                    <a:pt x="1183" y="3728"/>
                    <a:pt x="1725" y="4871"/>
                    <a:pt x="2283" y="4871"/>
                  </a:cubicBezTo>
                  <a:cubicBezTo>
                    <a:pt x="2356" y="4871"/>
                    <a:pt x="2429" y="4852"/>
                    <a:pt x="2502" y="4809"/>
                  </a:cubicBezTo>
                  <a:cubicBezTo>
                    <a:pt x="3155" y="4417"/>
                    <a:pt x="2959" y="3590"/>
                    <a:pt x="2872" y="3395"/>
                  </a:cubicBezTo>
                  <a:cubicBezTo>
                    <a:pt x="1958" y="1545"/>
                    <a:pt x="718" y="0"/>
                    <a:pt x="718"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3" name="Google Shape;1413;g39181ba8852_8_0"/>
            <p:cNvSpPr/>
            <p:nvPr/>
          </p:nvSpPr>
          <p:spPr>
            <a:xfrm>
              <a:off x="10076709" y="4905382"/>
              <a:ext cx="198383" cy="164591"/>
            </a:xfrm>
            <a:custGeom>
              <a:rect b="b" l="l" r="r" t="t"/>
              <a:pathLst>
                <a:path extrusionOk="0" h="1734" w="2090">
                  <a:moveTo>
                    <a:pt x="1850" y="1"/>
                  </a:moveTo>
                  <a:lnTo>
                    <a:pt x="457" y="327"/>
                  </a:lnTo>
                  <a:cubicBezTo>
                    <a:pt x="457" y="327"/>
                    <a:pt x="0" y="1176"/>
                    <a:pt x="66" y="1371"/>
                  </a:cubicBezTo>
                  <a:cubicBezTo>
                    <a:pt x="104" y="1449"/>
                    <a:pt x="385" y="1733"/>
                    <a:pt x="783" y="1733"/>
                  </a:cubicBezTo>
                  <a:cubicBezTo>
                    <a:pt x="833" y="1733"/>
                    <a:pt x="883" y="1729"/>
                    <a:pt x="936" y="1720"/>
                  </a:cubicBezTo>
                  <a:cubicBezTo>
                    <a:pt x="1284" y="1676"/>
                    <a:pt x="1806" y="1219"/>
                    <a:pt x="1893" y="1197"/>
                  </a:cubicBezTo>
                  <a:cubicBezTo>
                    <a:pt x="2089" y="1132"/>
                    <a:pt x="1850" y="1"/>
                    <a:pt x="185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4" name="Google Shape;1414;g39181ba8852_8_0"/>
            <p:cNvSpPr/>
            <p:nvPr/>
          </p:nvSpPr>
          <p:spPr>
            <a:xfrm>
              <a:off x="9399273" y="2685797"/>
              <a:ext cx="470993" cy="406447"/>
            </a:xfrm>
            <a:custGeom>
              <a:rect b="b" l="l" r="r" t="t"/>
              <a:pathLst>
                <a:path extrusionOk="0" h="4282" w="4962">
                  <a:moveTo>
                    <a:pt x="3824" y="1"/>
                  </a:moveTo>
                  <a:cubicBezTo>
                    <a:pt x="3406" y="1"/>
                    <a:pt x="3018" y="279"/>
                    <a:pt x="2720" y="517"/>
                  </a:cubicBezTo>
                  <a:cubicBezTo>
                    <a:pt x="2285" y="865"/>
                    <a:pt x="218" y="2997"/>
                    <a:pt x="109" y="3302"/>
                  </a:cubicBezTo>
                  <a:cubicBezTo>
                    <a:pt x="1" y="3585"/>
                    <a:pt x="697" y="4281"/>
                    <a:pt x="915" y="4281"/>
                  </a:cubicBezTo>
                  <a:cubicBezTo>
                    <a:pt x="1132" y="4281"/>
                    <a:pt x="3895" y="2192"/>
                    <a:pt x="4331" y="1692"/>
                  </a:cubicBezTo>
                  <a:cubicBezTo>
                    <a:pt x="4766" y="1191"/>
                    <a:pt x="4962" y="626"/>
                    <a:pt x="4418" y="212"/>
                  </a:cubicBezTo>
                  <a:cubicBezTo>
                    <a:pt x="4218" y="61"/>
                    <a:pt x="4018" y="1"/>
                    <a:pt x="3824" y="1"/>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5" name="Google Shape;1415;g39181ba8852_8_0"/>
            <p:cNvSpPr/>
            <p:nvPr/>
          </p:nvSpPr>
          <p:spPr>
            <a:xfrm>
              <a:off x="9477770" y="2684942"/>
              <a:ext cx="361550" cy="351489"/>
            </a:xfrm>
            <a:custGeom>
              <a:rect b="b" l="l" r="r" t="t"/>
              <a:pathLst>
                <a:path extrusionOk="0" h="3703" w="3809">
                  <a:moveTo>
                    <a:pt x="2942" y="0"/>
                  </a:moveTo>
                  <a:cubicBezTo>
                    <a:pt x="2647" y="0"/>
                    <a:pt x="2084" y="117"/>
                    <a:pt x="1415" y="787"/>
                  </a:cubicBezTo>
                  <a:cubicBezTo>
                    <a:pt x="914" y="1266"/>
                    <a:pt x="0" y="2245"/>
                    <a:pt x="0" y="2245"/>
                  </a:cubicBezTo>
                  <a:cubicBezTo>
                    <a:pt x="0" y="2245"/>
                    <a:pt x="175" y="2723"/>
                    <a:pt x="631" y="3137"/>
                  </a:cubicBezTo>
                  <a:cubicBezTo>
                    <a:pt x="1154" y="3616"/>
                    <a:pt x="1654" y="3703"/>
                    <a:pt x="1654" y="3703"/>
                  </a:cubicBezTo>
                  <a:cubicBezTo>
                    <a:pt x="1654" y="3703"/>
                    <a:pt x="3612" y="1723"/>
                    <a:pt x="3765" y="1179"/>
                  </a:cubicBezTo>
                  <a:cubicBezTo>
                    <a:pt x="3808" y="1026"/>
                    <a:pt x="3743" y="47"/>
                    <a:pt x="3025" y="4"/>
                  </a:cubicBezTo>
                  <a:cubicBezTo>
                    <a:pt x="3000" y="2"/>
                    <a:pt x="2972" y="0"/>
                    <a:pt x="2942"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6" name="Google Shape;1416;g39181ba8852_8_0"/>
            <p:cNvSpPr/>
            <p:nvPr/>
          </p:nvSpPr>
          <p:spPr>
            <a:xfrm>
              <a:off x="9616162" y="2439482"/>
              <a:ext cx="547404" cy="1202067"/>
            </a:xfrm>
            <a:custGeom>
              <a:rect b="b" l="l" r="r" t="t"/>
              <a:pathLst>
                <a:path extrusionOk="0" h="12664" w="5767">
                  <a:moveTo>
                    <a:pt x="3395" y="1"/>
                  </a:moveTo>
                  <a:lnTo>
                    <a:pt x="1806" y="588"/>
                  </a:lnTo>
                  <a:cubicBezTo>
                    <a:pt x="1806" y="588"/>
                    <a:pt x="1676" y="2285"/>
                    <a:pt x="1654" y="2394"/>
                  </a:cubicBezTo>
                  <a:cubicBezTo>
                    <a:pt x="1632" y="2524"/>
                    <a:pt x="566" y="2851"/>
                    <a:pt x="392" y="3090"/>
                  </a:cubicBezTo>
                  <a:cubicBezTo>
                    <a:pt x="283" y="3221"/>
                    <a:pt x="305" y="3525"/>
                    <a:pt x="261" y="3721"/>
                  </a:cubicBezTo>
                  <a:cubicBezTo>
                    <a:pt x="240" y="3917"/>
                    <a:pt x="0" y="4635"/>
                    <a:pt x="174" y="5527"/>
                  </a:cubicBezTo>
                  <a:cubicBezTo>
                    <a:pt x="196" y="5658"/>
                    <a:pt x="348" y="7725"/>
                    <a:pt x="348" y="8312"/>
                  </a:cubicBezTo>
                  <a:cubicBezTo>
                    <a:pt x="348" y="8900"/>
                    <a:pt x="174" y="11228"/>
                    <a:pt x="348" y="11511"/>
                  </a:cubicBezTo>
                  <a:cubicBezTo>
                    <a:pt x="522" y="11815"/>
                    <a:pt x="1436" y="12664"/>
                    <a:pt x="1545" y="12664"/>
                  </a:cubicBezTo>
                  <a:cubicBezTo>
                    <a:pt x="1654" y="12664"/>
                    <a:pt x="4482" y="11554"/>
                    <a:pt x="4352" y="10662"/>
                  </a:cubicBezTo>
                  <a:cubicBezTo>
                    <a:pt x="4200" y="9770"/>
                    <a:pt x="3764" y="8334"/>
                    <a:pt x="3982" y="7420"/>
                  </a:cubicBezTo>
                  <a:cubicBezTo>
                    <a:pt x="4178" y="6506"/>
                    <a:pt x="5766" y="3721"/>
                    <a:pt x="5483" y="3090"/>
                  </a:cubicBezTo>
                  <a:cubicBezTo>
                    <a:pt x="5244" y="2590"/>
                    <a:pt x="3960" y="2329"/>
                    <a:pt x="3612" y="2046"/>
                  </a:cubicBezTo>
                  <a:cubicBezTo>
                    <a:pt x="3482" y="1959"/>
                    <a:pt x="3395" y="1"/>
                    <a:pt x="339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7" name="Google Shape;1417;g39181ba8852_8_0"/>
            <p:cNvSpPr/>
            <p:nvPr/>
          </p:nvSpPr>
          <p:spPr>
            <a:xfrm>
              <a:off x="9620244" y="2633591"/>
              <a:ext cx="530888" cy="766669"/>
            </a:xfrm>
            <a:custGeom>
              <a:rect b="b" l="l" r="r" t="t"/>
              <a:pathLst>
                <a:path extrusionOk="0" h="8077" w="5593">
                  <a:moveTo>
                    <a:pt x="3569" y="1"/>
                  </a:moveTo>
                  <a:lnTo>
                    <a:pt x="1850" y="1023"/>
                  </a:lnTo>
                  <a:lnTo>
                    <a:pt x="1611" y="349"/>
                  </a:lnTo>
                  <a:cubicBezTo>
                    <a:pt x="1611" y="349"/>
                    <a:pt x="479" y="719"/>
                    <a:pt x="349" y="958"/>
                  </a:cubicBezTo>
                  <a:cubicBezTo>
                    <a:pt x="197" y="1197"/>
                    <a:pt x="131" y="1807"/>
                    <a:pt x="88" y="2003"/>
                  </a:cubicBezTo>
                  <a:cubicBezTo>
                    <a:pt x="23" y="2198"/>
                    <a:pt x="1" y="3112"/>
                    <a:pt x="88" y="3895"/>
                  </a:cubicBezTo>
                  <a:cubicBezTo>
                    <a:pt x="131" y="4352"/>
                    <a:pt x="110" y="4962"/>
                    <a:pt x="197" y="5723"/>
                  </a:cubicBezTo>
                  <a:cubicBezTo>
                    <a:pt x="262" y="6398"/>
                    <a:pt x="175" y="8073"/>
                    <a:pt x="175" y="8073"/>
                  </a:cubicBezTo>
                  <a:cubicBezTo>
                    <a:pt x="175" y="8073"/>
                    <a:pt x="279" y="8077"/>
                    <a:pt x="467" y="8077"/>
                  </a:cubicBezTo>
                  <a:cubicBezTo>
                    <a:pt x="749" y="8077"/>
                    <a:pt x="1219" y="8069"/>
                    <a:pt x="1807" y="8030"/>
                  </a:cubicBezTo>
                  <a:cubicBezTo>
                    <a:pt x="2960" y="7986"/>
                    <a:pt x="4113" y="7812"/>
                    <a:pt x="4157" y="7768"/>
                  </a:cubicBezTo>
                  <a:cubicBezTo>
                    <a:pt x="4374" y="7573"/>
                    <a:pt x="4070" y="5810"/>
                    <a:pt x="4113" y="5614"/>
                  </a:cubicBezTo>
                  <a:cubicBezTo>
                    <a:pt x="4157" y="5419"/>
                    <a:pt x="5549" y="2024"/>
                    <a:pt x="5571" y="1567"/>
                  </a:cubicBezTo>
                  <a:cubicBezTo>
                    <a:pt x="5593" y="1132"/>
                    <a:pt x="5419" y="828"/>
                    <a:pt x="5070" y="654"/>
                  </a:cubicBezTo>
                  <a:cubicBezTo>
                    <a:pt x="4744" y="479"/>
                    <a:pt x="3569" y="1"/>
                    <a:pt x="3569" y="1"/>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8" name="Google Shape;1418;g39181ba8852_8_0"/>
            <p:cNvSpPr/>
            <p:nvPr/>
          </p:nvSpPr>
          <p:spPr>
            <a:xfrm>
              <a:off x="9634766" y="2689404"/>
              <a:ext cx="551485" cy="691967"/>
            </a:xfrm>
            <a:custGeom>
              <a:rect b="b" l="l" r="r" t="t"/>
              <a:pathLst>
                <a:path extrusionOk="0" h="7290" w="5810">
                  <a:moveTo>
                    <a:pt x="4700" y="0"/>
                  </a:moveTo>
                  <a:lnTo>
                    <a:pt x="4700" y="0"/>
                  </a:lnTo>
                  <a:cubicBezTo>
                    <a:pt x="4700" y="0"/>
                    <a:pt x="5809" y="610"/>
                    <a:pt x="4722" y="1480"/>
                  </a:cubicBezTo>
                  <a:cubicBezTo>
                    <a:pt x="4243" y="1850"/>
                    <a:pt x="1958" y="2415"/>
                    <a:pt x="1523" y="2546"/>
                  </a:cubicBezTo>
                  <a:cubicBezTo>
                    <a:pt x="0" y="3025"/>
                    <a:pt x="2372" y="6419"/>
                    <a:pt x="2546" y="6680"/>
                  </a:cubicBezTo>
                  <a:cubicBezTo>
                    <a:pt x="2720" y="6941"/>
                    <a:pt x="2720" y="7289"/>
                    <a:pt x="2720" y="7289"/>
                  </a:cubicBezTo>
                  <a:lnTo>
                    <a:pt x="4199" y="7115"/>
                  </a:lnTo>
                  <a:cubicBezTo>
                    <a:pt x="4208" y="7117"/>
                    <a:pt x="4217" y="7118"/>
                    <a:pt x="4225" y="7118"/>
                  </a:cubicBezTo>
                  <a:cubicBezTo>
                    <a:pt x="4630" y="7118"/>
                    <a:pt x="3963" y="4995"/>
                    <a:pt x="4134" y="4526"/>
                  </a:cubicBezTo>
                  <a:cubicBezTo>
                    <a:pt x="4308" y="4047"/>
                    <a:pt x="5418" y="1349"/>
                    <a:pt x="5418" y="979"/>
                  </a:cubicBezTo>
                  <a:cubicBezTo>
                    <a:pt x="5418" y="196"/>
                    <a:pt x="4700" y="0"/>
                    <a:pt x="4700"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9" name="Google Shape;1419;g39181ba8852_8_0"/>
            <p:cNvSpPr/>
            <p:nvPr/>
          </p:nvSpPr>
          <p:spPr>
            <a:xfrm>
              <a:off x="9781321" y="2505546"/>
              <a:ext cx="169527" cy="128142"/>
            </a:xfrm>
            <a:custGeom>
              <a:rect b="b" l="l" r="r" t="t"/>
              <a:pathLst>
                <a:path extrusionOk="0" h="1350" w="1786">
                  <a:moveTo>
                    <a:pt x="1742" y="1"/>
                  </a:moveTo>
                  <a:lnTo>
                    <a:pt x="1" y="632"/>
                  </a:lnTo>
                  <a:lnTo>
                    <a:pt x="1241" y="1350"/>
                  </a:lnTo>
                  <a:lnTo>
                    <a:pt x="1785" y="1023"/>
                  </a:lnTo>
                  <a:lnTo>
                    <a:pt x="1742"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0" name="Google Shape;1420;g39181ba8852_8_0"/>
            <p:cNvSpPr/>
            <p:nvPr/>
          </p:nvSpPr>
          <p:spPr>
            <a:xfrm>
              <a:off x="9696654" y="2216517"/>
              <a:ext cx="328518" cy="348641"/>
            </a:xfrm>
            <a:custGeom>
              <a:rect b="b" l="l" r="r" t="t"/>
              <a:pathLst>
                <a:path extrusionOk="0" h="3673" w="3461">
                  <a:moveTo>
                    <a:pt x="1723" y="1"/>
                  </a:moveTo>
                  <a:cubicBezTo>
                    <a:pt x="1240" y="1"/>
                    <a:pt x="765" y="184"/>
                    <a:pt x="523" y="391"/>
                  </a:cubicBezTo>
                  <a:cubicBezTo>
                    <a:pt x="1" y="826"/>
                    <a:pt x="218" y="1610"/>
                    <a:pt x="240" y="1675"/>
                  </a:cubicBezTo>
                  <a:cubicBezTo>
                    <a:pt x="262" y="1740"/>
                    <a:pt x="110" y="2415"/>
                    <a:pt x="110" y="2524"/>
                  </a:cubicBezTo>
                  <a:cubicBezTo>
                    <a:pt x="131" y="2611"/>
                    <a:pt x="218" y="2654"/>
                    <a:pt x="262" y="2654"/>
                  </a:cubicBezTo>
                  <a:cubicBezTo>
                    <a:pt x="305" y="2654"/>
                    <a:pt x="371" y="3590"/>
                    <a:pt x="480" y="3655"/>
                  </a:cubicBezTo>
                  <a:cubicBezTo>
                    <a:pt x="517" y="3668"/>
                    <a:pt x="583" y="3673"/>
                    <a:pt x="665" y="3673"/>
                  </a:cubicBezTo>
                  <a:cubicBezTo>
                    <a:pt x="1007" y="3673"/>
                    <a:pt x="1632" y="3581"/>
                    <a:pt x="1720" y="3546"/>
                  </a:cubicBezTo>
                  <a:cubicBezTo>
                    <a:pt x="2242" y="3350"/>
                    <a:pt x="2503" y="3133"/>
                    <a:pt x="2786" y="2741"/>
                  </a:cubicBezTo>
                  <a:cubicBezTo>
                    <a:pt x="3156" y="2241"/>
                    <a:pt x="3460" y="1414"/>
                    <a:pt x="2873" y="544"/>
                  </a:cubicBezTo>
                  <a:cubicBezTo>
                    <a:pt x="2587" y="145"/>
                    <a:pt x="2151" y="1"/>
                    <a:pt x="1723"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1" name="Google Shape;1421;g39181ba8852_8_0"/>
            <p:cNvSpPr/>
            <p:nvPr/>
          </p:nvSpPr>
          <p:spPr>
            <a:xfrm>
              <a:off x="9719434" y="2207500"/>
              <a:ext cx="305453" cy="308490"/>
            </a:xfrm>
            <a:custGeom>
              <a:rect b="b" l="l" r="r" t="t"/>
              <a:pathLst>
                <a:path extrusionOk="0" h="3250" w="3218">
                  <a:moveTo>
                    <a:pt x="1361" y="0"/>
                  </a:moveTo>
                  <a:cubicBezTo>
                    <a:pt x="1321" y="0"/>
                    <a:pt x="1287" y="3"/>
                    <a:pt x="1262" y="8"/>
                  </a:cubicBezTo>
                  <a:cubicBezTo>
                    <a:pt x="1001" y="51"/>
                    <a:pt x="240" y="73"/>
                    <a:pt x="0" y="878"/>
                  </a:cubicBezTo>
                  <a:cubicBezTo>
                    <a:pt x="0" y="878"/>
                    <a:pt x="161" y="798"/>
                    <a:pt x="420" y="798"/>
                  </a:cubicBezTo>
                  <a:cubicBezTo>
                    <a:pt x="718" y="798"/>
                    <a:pt x="1145" y="903"/>
                    <a:pt x="1610" y="1357"/>
                  </a:cubicBezTo>
                  <a:cubicBezTo>
                    <a:pt x="1784" y="1531"/>
                    <a:pt x="1393" y="2270"/>
                    <a:pt x="1436" y="2336"/>
                  </a:cubicBezTo>
                  <a:cubicBezTo>
                    <a:pt x="1439" y="2342"/>
                    <a:pt x="1445" y="2344"/>
                    <a:pt x="1453" y="2344"/>
                  </a:cubicBezTo>
                  <a:cubicBezTo>
                    <a:pt x="1561" y="2344"/>
                    <a:pt x="2089" y="1892"/>
                    <a:pt x="2132" y="1892"/>
                  </a:cubicBezTo>
                  <a:cubicBezTo>
                    <a:pt x="2135" y="1892"/>
                    <a:pt x="2135" y="1895"/>
                    <a:pt x="2133" y="1901"/>
                  </a:cubicBezTo>
                  <a:cubicBezTo>
                    <a:pt x="1850" y="2749"/>
                    <a:pt x="2111" y="3250"/>
                    <a:pt x="2198" y="3250"/>
                  </a:cubicBezTo>
                  <a:cubicBezTo>
                    <a:pt x="2200" y="3250"/>
                    <a:pt x="2202" y="3250"/>
                    <a:pt x="2204" y="3250"/>
                  </a:cubicBezTo>
                  <a:cubicBezTo>
                    <a:pt x="2451" y="3250"/>
                    <a:pt x="3217" y="2087"/>
                    <a:pt x="2894" y="1096"/>
                  </a:cubicBezTo>
                  <a:cubicBezTo>
                    <a:pt x="2601" y="198"/>
                    <a:pt x="1714" y="0"/>
                    <a:pt x="136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2" name="Google Shape;1422;g39181ba8852_8_0"/>
            <p:cNvSpPr/>
            <p:nvPr/>
          </p:nvSpPr>
          <p:spPr>
            <a:xfrm>
              <a:off x="9868077" y="2376361"/>
              <a:ext cx="64166" cy="94825"/>
            </a:xfrm>
            <a:custGeom>
              <a:rect b="b" l="l" r="r" t="t"/>
              <a:pathLst>
                <a:path extrusionOk="0" h="999" w="676">
                  <a:moveTo>
                    <a:pt x="409" y="0"/>
                  </a:moveTo>
                  <a:cubicBezTo>
                    <a:pt x="309" y="0"/>
                    <a:pt x="224" y="83"/>
                    <a:pt x="153" y="296"/>
                  </a:cubicBezTo>
                  <a:cubicBezTo>
                    <a:pt x="44" y="578"/>
                    <a:pt x="1" y="948"/>
                    <a:pt x="153" y="992"/>
                  </a:cubicBezTo>
                  <a:cubicBezTo>
                    <a:pt x="167" y="996"/>
                    <a:pt x="181" y="999"/>
                    <a:pt x="195" y="999"/>
                  </a:cubicBezTo>
                  <a:cubicBezTo>
                    <a:pt x="323" y="999"/>
                    <a:pt x="491" y="834"/>
                    <a:pt x="588" y="600"/>
                  </a:cubicBezTo>
                  <a:cubicBezTo>
                    <a:pt x="675" y="317"/>
                    <a:pt x="632" y="56"/>
                    <a:pt x="479" y="13"/>
                  </a:cubicBezTo>
                  <a:cubicBezTo>
                    <a:pt x="455" y="5"/>
                    <a:pt x="432" y="0"/>
                    <a:pt x="409"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3" name="Google Shape;1423;g39181ba8852_8_0"/>
            <p:cNvSpPr/>
            <p:nvPr/>
          </p:nvSpPr>
          <p:spPr>
            <a:xfrm>
              <a:off x="9768982" y="4942590"/>
              <a:ext cx="105456" cy="18699"/>
            </a:xfrm>
            <a:custGeom>
              <a:rect b="b" l="l" r="r" t="t"/>
              <a:pathLst>
                <a:path extrusionOk="0" h="197" w="1111">
                  <a:moveTo>
                    <a:pt x="0" y="0"/>
                  </a:moveTo>
                  <a:lnTo>
                    <a:pt x="0" y="196"/>
                  </a:lnTo>
                  <a:lnTo>
                    <a:pt x="1110" y="196"/>
                  </a:lnTo>
                  <a:lnTo>
                    <a:pt x="1110"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4" name="Google Shape;1424;g39181ba8852_8_0"/>
            <p:cNvSpPr/>
            <p:nvPr/>
          </p:nvSpPr>
          <p:spPr>
            <a:xfrm>
              <a:off x="9496375" y="4802774"/>
              <a:ext cx="398664" cy="175032"/>
            </a:xfrm>
            <a:custGeom>
              <a:rect b="b" l="l" r="r" t="t"/>
              <a:pathLst>
                <a:path extrusionOk="0" h="1844" w="4200">
                  <a:moveTo>
                    <a:pt x="3753" y="1"/>
                  </a:moveTo>
                  <a:cubicBezTo>
                    <a:pt x="3431" y="1"/>
                    <a:pt x="2807" y="37"/>
                    <a:pt x="2807" y="37"/>
                  </a:cubicBezTo>
                  <a:cubicBezTo>
                    <a:pt x="2807" y="37"/>
                    <a:pt x="2241" y="233"/>
                    <a:pt x="1393" y="1016"/>
                  </a:cubicBezTo>
                  <a:cubicBezTo>
                    <a:pt x="1066" y="1321"/>
                    <a:pt x="0" y="1125"/>
                    <a:pt x="0" y="1691"/>
                  </a:cubicBezTo>
                  <a:cubicBezTo>
                    <a:pt x="0" y="1821"/>
                    <a:pt x="566" y="1843"/>
                    <a:pt x="892" y="1843"/>
                  </a:cubicBezTo>
                  <a:cubicBezTo>
                    <a:pt x="2002" y="1843"/>
                    <a:pt x="2154" y="1604"/>
                    <a:pt x="2590" y="1539"/>
                  </a:cubicBezTo>
                  <a:cubicBezTo>
                    <a:pt x="3025" y="1495"/>
                    <a:pt x="3525" y="1473"/>
                    <a:pt x="3939" y="1473"/>
                  </a:cubicBezTo>
                  <a:cubicBezTo>
                    <a:pt x="4091" y="1473"/>
                    <a:pt x="4200" y="1016"/>
                    <a:pt x="4200" y="799"/>
                  </a:cubicBezTo>
                  <a:cubicBezTo>
                    <a:pt x="4178" y="603"/>
                    <a:pt x="4091" y="211"/>
                    <a:pt x="3939" y="16"/>
                  </a:cubicBezTo>
                  <a:cubicBezTo>
                    <a:pt x="3933" y="5"/>
                    <a:pt x="3860" y="1"/>
                    <a:pt x="3753"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5" name="Google Shape;1425;g39181ba8852_8_0"/>
            <p:cNvSpPr/>
            <p:nvPr/>
          </p:nvSpPr>
          <p:spPr>
            <a:xfrm>
              <a:off x="9624420" y="3358487"/>
              <a:ext cx="349116" cy="1497458"/>
            </a:xfrm>
            <a:custGeom>
              <a:rect b="b" l="l" r="r" t="t"/>
              <a:pathLst>
                <a:path extrusionOk="0" h="15776" w="3678">
                  <a:moveTo>
                    <a:pt x="174" y="1"/>
                  </a:moveTo>
                  <a:cubicBezTo>
                    <a:pt x="174" y="305"/>
                    <a:pt x="0" y="2438"/>
                    <a:pt x="22" y="3178"/>
                  </a:cubicBezTo>
                  <a:cubicBezTo>
                    <a:pt x="131" y="5484"/>
                    <a:pt x="457" y="8312"/>
                    <a:pt x="501" y="8726"/>
                  </a:cubicBezTo>
                  <a:cubicBezTo>
                    <a:pt x="566" y="9357"/>
                    <a:pt x="914" y="15406"/>
                    <a:pt x="914" y="15406"/>
                  </a:cubicBezTo>
                  <a:cubicBezTo>
                    <a:pt x="914" y="15406"/>
                    <a:pt x="1371" y="15775"/>
                    <a:pt x="1893" y="15775"/>
                  </a:cubicBezTo>
                  <a:cubicBezTo>
                    <a:pt x="2720" y="15775"/>
                    <a:pt x="3046" y="15536"/>
                    <a:pt x="3046" y="15536"/>
                  </a:cubicBezTo>
                  <a:cubicBezTo>
                    <a:pt x="3046" y="15536"/>
                    <a:pt x="2981" y="13077"/>
                    <a:pt x="3003" y="11859"/>
                  </a:cubicBezTo>
                  <a:cubicBezTo>
                    <a:pt x="3025" y="10836"/>
                    <a:pt x="2590" y="9292"/>
                    <a:pt x="2524" y="8922"/>
                  </a:cubicBezTo>
                  <a:cubicBezTo>
                    <a:pt x="2481" y="8530"/>
                    <a:pt x="2611" y="8204"/>
                    <a:pt x="2829" y="6594"/>
                  </a:cubicBezTo>
                  <a:cubicBezTo>
                    <a:pt x="3046" y="4983"/>
                    <a:pt x="3677" y="2916"/>
                    <a:pt x="3612" y="2285"/>
                  </a:cubicBezTo>
                  <a:cubicBezTo>
                    <a:pt x="3525" y="1633"/>
                    <a:pt x="2067" y="153"/>
                    <a:pt x="2067" y="153"/>
                  </a:cubicBezTo>
                  <a:lnTo>
                    <a:pt x="174"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6" name="Google Shape;1426;g39181ba8852_8_0"/>
            <p:cNvSpPr/>
            <p:nvPr/>
          </p:nvSpPr>
          <p:spPr>
            <a:xfrm>
              <a:off x="9795844" y="2679057"/>
              <a:ext cx="86852" cy="51731"/>
            </a:xfrm>
            <a:custGeom>
              <a:rect b="b" l="l" r="r" t="t"/>
              <a:pathLst>
                <a:path extrusionOk="0" h="545" w="915">
                  <a:moveTo>
                    <a:pt x="914" y="0"/>
                  </a:moveTo>
                  <a:lnTo>
                    <a:pt x="87" y="131"/>
                  </a:lnTo>
                  <a:lnTo>
                    <a:pt x="0" y="544"/>
                  </a:lnTo>
                  <a:lnTo>
                    <a:pt x="914"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7" name="Google Shape;1427;g39181ba8852_8_0"/>
            <p:cNvSpPr/>
            <p:nvPr/>
          </p:nvSpPr>
          <p:spPr>
            <a:xfrm>
              <a:off x="9762812" y="2683139"/>
              <a:ext cx="33127" cy="47650"/>
            </a:xfrm>
            <a:custGeom>
              <a:rect b="b" l="l" r="r" t="t"/>
              <a:pathLst>
                <a:path extrusionOk="0" h="502" w="349">
                  <a:moveTo>
                    <a:pt x="218" y="1"/>
                  </a:moveTo>
                  <a:lnTo>
                    <a:pt x="0" y="175"/>
                  </a:lnTo>
                  <a:lnTo>
                    <a:pt x="348" y="501"/>
                  </a:lnTo>
                  <a:lnTo>
                    <a:pt x="218"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8" name="Google Shape;1428;g39181ba8852_8_0"/>
            <p:cNvSpPr/>
            <p:nvPr/>
          </p:nvSpPr>
          <p:spPr>
            <a:xfrm>
              <a:off x="9764805" y="3364752"/>
              <a:ext cx="499944" cy="1586208"/>
            </a:xfrm>
            <a:custGeom>
              <a:rect b="b" l="l" r="r" t="t"/>
              <a:pathLst>
                <a:path extrusionOk="0" h="16711" w="5267">
                  <a:moveTo>
                    <a:pt x="2873" y="0"/>
                  </a:moveTo>
                  <a:lnTo>
                    <a:pt x="1" y="44"/>
                  </a:lnTo>
                  <a:lnTo>
                    <a:pt x="218" y="2198"/>
                  </a:lnTo>
                  <a:cubicBezTo>
                    <a:pt x="218" y="2198"/>
                    <a:pt x="2024" y="8856"/>
                    <a:pt x="2198" y="9791"/>
                  </a:cubicBezTo>
                  <a:cubicBezTo>
                    <a:pt x="2373" y="10727"/>
                    <a:pt x="3439" y="16710"/>
                    <a:pt x="3439" y="16710"/>
                  </a:cubicBezTo>
                  <a:lnTo>
                    <a:pt x="5266" y="16427"/>
                  </a:lnTo>
                  <a:cubicBezTo>
                    <a:pt x="5266" y="16427"/>
                    <a:pt x="5136" y="13577"/>
                    <a:pt x="4896" y="12163"/>
                  </a:cubicBezTo>
                  <a:cubicBezTo>
                    <a:pt x="4679" y="10727"/>
                    <a:pt x="4374" y="9291"/>
                    <a:pt x="4287" y="8834"/>
                  </a:cubicBezTo>
                  <a:cubicBezTo>
                    <a:pt x="4222" y="8355"/>
                    <a:pt x="3939" y="3373"/>
                    <a:pt x="3700" y="2394"/>
                  </a:cubicBezTo>
                  <a:cubicBezTo>
                    <a:pt x="3460" y="1436"/>
                    <a:pt x="2873" y="0"/>
                    <a:pt x="2873"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9" name="Google Shape;1429;g39181ba8852_8_0"/>
            <p:cNvSpPr/>
            <p:nvPr/>
          </p:nvSpPr>
          <p:spPr>
            <a:xfrm>
              <a:off x="9886681" y="3364752"/>
              <a:ext cx="378066" cy="1567604"/>
            </a:xfrm>
            <a:custGeom>
              <a:rect b="b" l="l" r="r" t="t"/>
              <a:pathLst>
                <a:path extrusionOk="0" h="16515" w="3983">
                  <a:moveTo>
                    <a:pt x="1589" y="0"/>
                  </a:moveTo>
                  <a:lnTo>
                    <a:pt x="1" y="44"/>
                  </a:lnTo>
                  <a:cubicBezTo>
                    <a:pt x="1" y="44"/>
                    <a:pt x="1393" y="3438"/>
                    <a:pt x="1545" y="4069"/>
                  </a:cubicBezTo>
                  <a:cubicBezTo>
                    <a:pt x="1698" y="4722"/>
                    <a:pt x="2133" y="9052"/>
                    <a:pt x="2176" y="9313"/>
                  </a:cubicBezTo>
                  <a:cubicBezTo>
                    <a:pt x="2198" y="9552"/>
                    <a:pt x="3330" y="16210"/>
                    <a:pt x="3373" y="16515"/>
                  </a:cubicBezTo>
                  <a:lnTo>
                    <a:pt x="3982" y="16427"/>
                  </a:lnTo>
                  <a:cubicBezTo>
                    <a:pt x="3982" y="16427"/>
                    <a:pt x="3852" y="13577"/>
                    <a:pt x="3612" y="12163"/>
                  </a:cubicBezTo>
                  <a:cubicBezTo>
                    <a:pt x="3395" y="10727"/>
                    <a:pt x="3090" y="9291"/>
                    <a:pt x="3003" y="8834"/>
                  </a:cubicBezTo>
                  <a:cubicBezTo>
                    <a:pt x="2938" y="8355"/>
                    <a:pt x="2655" y="3373"/>
                    <a:pt x="2416" y="2394"/>
                  </a:cubicBezTo>
                  <a:cubicBezTo>
                    <a:pt x="2176" y="1436"/>
                    <a:pt x="1589" y="0"/>
                    <a:pt x="1589"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0" name="Google Shape;1430;g39181ba8852_8_0"/>
            <p:cNvSpPr/>
            <p:nvPr/>
          </p:nvSpPr>
          <p:spPr>
            <a:xfrm>
              <a:off x="9764805" y="2689404"/>
              <a:ext cx="62078" cy="57901"/>
            </a:xfrm>
            <a:custGeom>
              <a:rect b="b" l="l" r="r" t="t"/>
              <a:pathLst>
                <a:path extrusionOk="0" h="610" w="654">
                  <a:moveTo>
                    <a:pt x="1" y="0"/>
                  </a:moveTo>
                  <a:lnTo>
                    <a:pt x="66" y="522"/>
                  </a:lnTo>
                  <a:lnTo>
                    <a:pt x="393" y="609"/>
                  </a:lnTo>
                  <a:lnTo>
                    <a:pt x="654" y="174"/>
                  </a:lnTo>
                  <a:lnTo>
                    <a:pt x="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1" name="Google Shape;1431;g39181ba8852_8_0"/>
            <p:cNvSpPr/>
            <p:nvPr/>
          </p:nvSpPr>
          <p:spPr>
            <a:xfrm>
              <a:off x="9690484" y="2738951"/>
              <a:ext cx="111626" cy="727087"/>
            </a:xfrm>
            <a:custGeom>
              <a:rect b="b" l="l" r="r" t="t"/>
              <a:pathLst>
                <a:path extrusionOk="0" h="7660" w="1176">
                  <a:moveTo>
                    <a:pt x="849" y="0"/>
                  </a:moveTo>
                  <a:cubicBezTo>
                    <a:pt x="849" y="0"/>
                    <a:pt x="349" y="936"/>
                    <a:pt x="175" y="2350"/>
                  </a:cubicBezTo>
                  <a:cubicBezTo>
                    <a:pt x="1" y="3765"/>
                    <a:pt x="240" y="7007"/>
                    <a:pt x="240" y="7007"/>
                  </a:cubicBezTo>
                  <a:lnTo>
                    <a:pt x="610" y="7659"/>
                  </a:lnTo>
                  <a:lnTo>
                    <a:pt x="1045" y="6898"/>
                  </a:lnTo>
                  <a:cubicBezTo>
                    <a:pt x="1045" y="6898"/>
                    <a:pt x="588" y="3503"/>
                    <a:pt x="697" y="2459"/>
                  </a:cubicBezTo>
                  <a:cubicBezTo>
                    <a:pt x="784" y="1415"/>
                    <a:pt x="1176" y="87"/>
                    <a:pt x="1176" y="87"/>
                  </a:cubicBezTo>
                  <a:lnTo>
                    <a:pt x="849"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2" name="Google Shape;1432;g39181ba8852_8_0"/>
            <p:cNvSpPr/>
            <p:nvPr/>
          </p:nvSpPr>
          <p:spPr>
            <a:xfrm>
              <a:off x="9804102" y="2602648"/>
              <a:ext cx="175602" cy="142570"/>
            </a:xfrm>
            <a:custGeom>
              <a:rect b="b" l="l" r="r" t="t"/>
              <a:pathLst>
                <a:path extrusionOk="0" h="1502" w="1850">
                  <a:moveTo>
                    <a:pt x="1545" y="0"/>
                  </a:moveTo>
                  <a:lnTo>
                    <a:pt x="0" y="936"/>
                  </a:lnTo>
                  <a:lnTo>
                    <a:pt x="240" y="1502"/>
                  </a:lnTo>
                  <a:lnTo>
                    <a:pt x="1850" y="436"/>
                  </a:lnTo>
                  <a:lnTo>
                    <a:pt x="1545"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3" name="Google Shape;1433;g39181ba8852_8_0"/>
            <p:cNvSpPr/>
            <p:nvPr/>
          </p:nvSpPr>
          <p:spPr>
            <a:xfrm>
              <a:off x="9742120" y="2652195"/>
              <a:ext cx="41385" cy="70336"/>
            </a:xfrm>
            <a:custGeom>
              <a:rect b="b" l="l" r="r" t="t"/>
              <a:pathLst>
                <a:path extrusionOk="0" h="741" w="436">
                  <a:moveTo>
                    <a:pt x="305" y="1"/>
                  </a:moveTo>
                  <a:lnTo>
                    <a:pt x="1" y="305"/>
                  </a:lnTo>
                  <a:lnTo>
                    <a:pt x="66" y="740"/>
                  </a:lnTo>
                  <a:lnTo>
                    <a:pt x="436" y="327"/>
                  </a:lnTo>
                  <a:lnTo>
                    <a:pt x="305" y="1"/>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4" name="Google Shape;1434;g39181ba8852_8_0"/>
            <p:cNvSpPr/>
            <p:nvPr/>
          </p:nvSpPr>
          <p:spPr>
            <a:xfrm>
              <a:off x="9975526" y="2694339"/>
              <a:ext cx="404834" cy="505544"/>
            </a:xfrm>
            <a:custGeom>
              <a:rect b="b" l="l" r="r" t="t"/>
              <a:pathLst>
                <a:path extrusionOk="0" h="5326" w="4265">
                  <a:moveTo>
                    <a:pt x="1123" y="0"/>
                  </a:moveTo>
                  <a:cubicBezTo>
                    <a:pt x="939" y="0"/>
                    <a:pt x="751" y="76"/>
                    <a:pt x="566" y="253"/>
                  </a:cubicBezTo>
                  <a:cubicBezTo>
                    <a:pt x="0" y="797"/>
                    <a:pt x="305" y="1471"/>
                    <a:pt x="566" y="1928"/>
                  </a:cubicBezTo>
                  <a:cubicBezTo>
                    <a:pt x="827" y="2407"/>
                    <a:pt x="2851" y="5170"/>
                    <a:pt x="3112" y="5301"/>
                  </a:cubicBezTo>
                  <a:cubicBezTo>
                    <a:pt x="3143" y="5318"/>
                    <a:pt x="3182" y="5326"/>
                    <a:pt x="3224" y="5326"/>
                  </a:cubicBezTo>
                  <a:cubicBezTo>
                    <a:pt x="3562" y="5326"/>
                    <a:pt x="4183" y="4844"/>
                    <a:pt x="4221" y="4670"/>
                  </a:cubicBezTo>
                  <a:cubicBezTo>
                    <a:pt x="4265" y="4452"/>
                    <a:pt x="2415" y="1036"/>
                    <a:pt x="2002" y="536"/>
                  </a:cubicBezTo>
                  <a:cubicBezTo>
                    <a:pt x="1741" y="220"/>
                    <a:pt x="1438" y="0"/>
                    <a:pt x="1123"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5" name="Google Shape;1435;g39181ba8852_8_0"/>
            <p:cNvSpPr/>
            <p:nvPr/>
          </p:nvSpPr>
          <p:spPr>
            <a:xfrm>
              <a:off x="9987865" y="2694244"/>
              <a:ext cx="334688" cy="377307"/>
            </a:xfrm>
            <a:custGeom>
              <a:rect b="b" l="l" r="r" t="t"/>
              <a:pathLst>
                <a:path extrusionOk="0" h="3975" w="3526">
                  <a:moveTo>
                    <a:pt x="1004" y="0"/>
                  </a:moveTo>
                  <a:cubicBezTo>
                    <a:pt x="634" y="0"/>
                    <a:pt x="219" y="231"/>
                    <a:pt x="110" y="733"/>
                  </a:cubicBezTo>
                  <a:cubicBezTo>
                    <a:pt x="44" y="972"/>
                    <a:pt x="1" y="1581"/>
                    <a:pt x="305" y="1951"/>
                  </a:cubicBezTo>
                  <a:cubicBezTo>
                    <a:pt x="762" y="2495"/>
                    <a:pt x="1828" y="3974"/>
                    <a:pt x="1828" y="3974"/>
                  </a:cubicBezTo>
                  <a:cubicBezTo>
                    <a:pt x="1828" y="3974"/>
                    <a:pt x="2329" y="3887"/>
                    <a:pt x="2808" y="3518"/>
                  </a:cubicBezTo>
                  <a:cubicBezTo>
                    <a:pt x="3373" y="3061"/>
                    <a:pt x="3526" y="2582"/>
                    <a:pt x="3526" y="2582"/>
                  </a:cubicBezTo>
                  <a:cubicBezTo>
                    <a:pt x="3526" y="2582"/>
                    <a:pt x="1872" y="384"/>
                    <a:pt x="1393" y="102"/>
                  </a:cubicBezTo>
                  <a:cubicBezTo>
                    <a:pt x="1284" y="35"/>
                    <a:pt x="1147" y="0"/>
                    <a:pt x="100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6" name="Google Shape;1436;g39181ba8852_8_0"/>
            <p:cNvSpPr/>
            <p:nvPr/>
          </p:nvSpPr>
          <p:spPr>
            <a:xfrm>
              <a:off x="9977519" y="3098220"/>
              <a:ext cx="437961" cy="373985"/>
            </a:xfrm>
            <a:custGeom>
              <a:rect b="b" l="l" r="r" t="t"/>
              <a:pathLst>
                <a:path extrusionOk="0" h="3940" w="4614">
                  <a:moveTo>
                    <a:pt x="3446" y="1"/>
                  </a:moveTo>
                  <a:cubicBezTo>
                    <a:pt x="3062" y="1"/>
                    <a:pt x="2710" y="208"/>
                    <a:pt x="2612" y="306"/>
                  </a:cubicBezTo>
                  <a:cubicBezTo>
                    <a:pt x="1111" y="1720"/>
                    <a:pt x="1" y="3352"/>
                    <a:pt x="1" y="3352"/>
                  </a:cubicBezTo>
                  <a:lnTo>
                    <a:pt x="567" y="3940"/>
                  </a:lnTo>
                  <a:cubicBezTo>
                    <a:pt x="567" y="3940"/>
                    <a:pt x="2351" y="2721"/>
                    <a:pt x="2938" y="2242"/>
                  </a:cubicBezTo>
                  <a:cubicBezTo>
                    <a:pt x="3504" y="1764"/>
                    <a:pt x="4614" y="719"/>
                    <a:pt x="4070" y="241"/>
                  </a:cubicBezTo>
                  <a:cubicBezTo>
                    <a:pt x="3877" y="63"/>
                    <a:pt x="3657" y="1"/>
                    <a:pt x="3446"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37" name="Google Shape;1437;g39181ba8852_8_0"/>
            <p:cNvSpPr/>
            <p:nvPr/>
          </p:nvSpPr>
          <p:spPr>
            <a:xfrm>
              <a:off x="9203075" y="2408443"/>
              <a:ext cx="150828" cy="281058"/>
            </a:xfrm>
            <a:custGeom>
              <a:rect b="b" l="l" r="r" t="t"/>
              <a:pathLst>
                <a:path extrusionOk="0" h="2961" w="1589">
                  <a:moveTo>
                    <a:pt x="1004" y="1"/>
                  </a:moveTo>
                  <a:cubicBezTo>
                    <a:pt x="1003" y="1"/>
                    <a:pt x="1002" y="1"/>
                    <a:pt x="1002" y="1"/>
                  </a:cubicBezTo>
                  <a:cubicBezTo>
                    <a:pt x="849" y="45"/>
                    <a:pt x="1110" y="1307"/>
                    <a:pt x="1045" y="1307"/>
                  </a:cubicBezTo>
                  <a:cubicBezTo>
                    <a:pt x="980" y="1307"/>
                    <a:pt x="653" y="1328"/>
                    <a:pt x="436" y="1481"/>
                  </a:cubicBezTo>
                  <a:cubicBezTo>
                    <a:pt x="1" y="1764"/>
                    <a:pt x="414" y="2764"/>
                    <a:pt x="414" y="2764"/>
                  </a:cubicBezTo>
                  <a:lnTo>
                    <a:pt x="1241" y="2960"/>
                  </a:lnTo>
                  <a:lnTo>
                    <a:pt x="1589" y="1764"/>
                  </a:lnTo>
                  <a:cubicBezTo>
                    <a:pt x="1589" y="1764"/>
                    <a:pt x="1138" y="1"/>
                    <a:pt x="1004" y="1"/>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g39181ba8852_8_3137"/>
          <p:cNvSpPr txBox="1"/>
          <p:nvPr>
            <p:ph type="title"/>
          </p:nvPr>
        </p:nvSpPr>
        <p:spPr>
          <a:xfrm>
            <a:off x="1280000" y="719331"/>
            <a:ext cx="13695900" cy="1017900"/>
          </a:xfrm>
          <a:prstGeom prst="rect">
            <a:avLst/>
          </a:prstGeom>
        </p:spPr>
        <p:txBody>
          <a:bodyPr anchorCtr="0" anchor="t" bIns="121900" lIns="121900" spcFirstLastPara="1" rIns="121900" wrap="square" tIns="121900">
            <a:noAutofit/>
          </a:bodyPr>
          <a:lstStyle/>
          <a:p>
            <a:pPr indent="0" lvl="0" marL="0" rtl="0" algn="l">
              <a:lnSpc>
                <a:spcPct val="90000"/>
              </a:lnSpc>
              <a:spcBef>
                <a:spcPts val="0"/>
              </a:spcBef>
              <a:spcAft>
                <a:spcPts val="0"/>
              </a:spcAft>
              <a:buClr>
                <a:schemeClr val="dk1"/>
              </a:buClr>
              <a:buSzPts val="4400"/>
              <a:buFont typeface="Play"/>
              <a:buNone/>
            </a:pPr>
            <a:r>
              <a:rPr lang="en-US"/>
              <a:t>About the project</a:t>
            </a:r>
            <a:endParaRPr/>
          </a:p>
          <a:p>
            <a:pPr indent="0" lvl="0" marL="0" rtl="0" algn="l">
              <a:spcBef>
                <a:spcPts val="0"/>
              </a:spcBef>
              <a:spcAft>
                <a:spcPts val="0"/>
              </a:spcAft>
              <a:buNone/>
            </a:pPr>
            <a:r>
              <a:t/>
            </a:r>
            <a:endParaRPr/>
          </a:p>
        </p:txBody>
      </p:sp>
      <p:sp>
        <p:nvSpPr>
          <p:cNvPr id="1443" name="Google Shape;1443;g39181ba8852_8_3137"/>
          <p:cNvSpPr txBox="1"/>
          <p:nvPr>
            <p:ph idx="1" type="subTitle"/>
          </p:nvPr>
        </p:nvSpPr>
        <p:spPr>
          <a:xfrm>
            <a:off x="1458226" y="1878306"/>
            <a:ext cx="7199100" cy="3442800"/>
          </a:xfrm>
          <a:prstGeom prst="rect">
            <a:avLst/>
          </a:prstGeom>
        </p:spPr>
        <p:txBody>
          <a:bodyPr anchorCtr="0" anchor="t" bIns="83500" lIns="83500" spcFirstLastPara="1" rIns="83500" wrap="square" tIns="83500">
            <a:noAutofit/>
          </a:bodyPr>
          <a:lstStyle/>
          <a:p>
            <a:pPr indent="-368300" lvl="0" marL="457200" rtl="0" algn="l">
              <a:lnSpc>
                <a:spcPct val="150000"/>
              </a:lnSpc>
              <a:spcBef>
                <a:spcPts val="0"/>
              </a:spcBef>
              <a:spcAft>
                <a:spcPts val="0"/>
              </a:spcAft>
              <a:buClr>
                <a:schemeClr val="dk1"/>
              </a:buClr>
              <a:buSzPts val="2200"/>
              <a:buFont typeface="Arial"/>
              <a:buChar char="●"/>
            </a:pPr>
            <a:r>
              <a:rPr lang="en-US" sz="2200">
                <a:latin typeface="Arial"/>
                <a:ea typeface="Arial"/>
                <a:cs typeface="Arial"/>
                <a:sym typeface="Arial"/>
              </a:rPr>
              <a:t>Multi-speaker speech is hard (overlap, noise, similar voices)</a:t>
            </a:r>
            <a:endParaRPr sz="2200">
              <a:latin typeface="Arial"/>
              <a:ea typeface="Arial"/>
              <a:cs typeface="Arial"/>
              <a:sym typeface="Arial"/>
            </a:endParaRPr>
          </a:p>
          <a:p>
            <a:pPr indent="-368300" lvl="0" marL="457200" rtl="0" algn="l">
              <a:lnSpc>
                <a:spcPct val="150000"/>
              </a:lnSpc>
              <a:spcBef>
                <a:spcPts val="0"/>
              </a:spcBef>
              <a:spcAft>
                <a:spcPts val="0"/>
              </a:spcAft>
              <a:buClr>
                <a:srgbClr val="000000"/>
              </a:buClr>
              <a:buSzPts val="2200"/>
              <a:buFont typeface="Arial"/>
              <a:buChar char="●"/>
            </a:pPr>
            <a:r>
              <a:rPr lang="en-US" sz="2200">
                <a:latin typeface="Arial"/>
                <a:ea typeface="Arial"/>
                <a:cs typeface="Arial"/>
                <a:sym typeface="Arial"/>
              </a:rPr>
              <a:t>Transcription alone is not enough</a:t>
            </a:r>
            <a:endParaRPr sz="2200">
              <a:latin typeface="Arial"/>
              <a:ea typeface="Arial"/>
              <a:cs typeface="Arial"/>
              <a:sym typeface="Arial"/>
            </a:endParaRPr>
          </a:p>
          <a:p>
            <a:pPr indent="-368300" lvl="0" marL="457200" rtl="0" algn="l">
              <a:lnSpc>
                <a:spcPct val="150000"/>
              </a:lnSpc>
              <a:spcBef>
                <a:spcPts val="0"/>
              </a:spcBef>
              <a:spcAft>
                <a:spcPts val="0"/>
              </a:spcAft>
              <a:buClr>
                <a:srgbClr val="000000"/>
              </a:buClr>
              <a:buSzPts val="2200"/>
              <a:buFont typeface="Arial"/>
              <a:buChar char="●"/>
            </a:pPr>
            <a:r>
              <a:rPr lang="en-US" sz="2200">
                <a:latin typeface="Arial"/>
                <a:ea typeface="Arial"/>
                <a:cs typeface="Arial"/>
                <a:sym typeface="Arial"/>
              </a:rPr>
              <a:t>Need speaker-aware pipelines</a:t>
            </a:r>
            <a:endParaRPr sz="2200">
              <a:latin typeface="Arial"/>
              <a:ea typeface="Arial"/>
              <a:cs typeface="Arial"/>
              <a:sym typeface="Arial"/>
            </a:endParaRPr>
          </a:p>
          <a:p>
            <a:pPr indent="-368300" lvl="0" marL="457200" rtl="0" algn="l">
              <a:lnSpc>
                <a:spcPct val="150000"/>
              </a:lnSpc>
              <a:spcBef>
                <a:spcPts val="0"/>
              </a:spcBef>
              <a:spcAft>
                <a:spcPts val="0"/>
              </a:spcAft>
              <a:buClr>
                <a:srgbClr val="000000"/>
              </a:buClr>
              <a:buSzPts val="2200"/>
              <a:buFont typeface="Arial"/>
              <a:buChar char="●"/>
            </a:pPr>
            <a:r>
              <a:rPr lang="en-US" sz="2200">
                <a:latin typeface="Arial"/>
                <a:ea typeface="Arial"/>
                <a:cs typeface="Arial"/>
                <a:sym typeface="Arial"/>
              </a:rPr>
              <a:t>Who spoke</a:t>
            </a:r>
            <a:r>
              <a:rPr lang="en-US" sz="2200">
                <a:latin typeface="Arial"/>
                <a:ea typeface="Arial"/>
                <a:cs typeface="Arial"/>
                <a:sym typeface="Arial"/>
              </a:rPr>
              <a:t> </a:t>
            </a:r>
            <a:r>
              <a:rPr lang="en-US" sz="2200">
                <a:latin typeface="Arial"/>
                <a:ea typeface="Arial"/>
                <a:cs typeface="Arial"/>
                <a:sym typeface="Arial"/>
              </a:rPr>
              <a:t>what and when</a:t>
            </a:r>
            <a:endParaRPr sz="2200">
              <a:latin typeface="Arial"/>
              <a:ea typeface="Arial"/>
              <a:cs typeface="Arial"/>
              <a:sym typeface="Arial"/>
            </a:endParaRPr>
          </a:p>
          <a:p>
            <a:pPr indent="0" lvl="0" marL="0" rtl="0" algn="l">
              <a:spcBef>
                <a:spcPts val="0"/>
              </a:spcBef>
              <a:spcAft>
                <a:spcPts val="0"/>
              </a:spcAft>
              <a:buNone/>
            </a:pPr>
            <a:r>
              <a:t/>
            </a:r>
            <a:endParaRPr sz="2061"/>
          </a:p>
        </p:txBody>
      </p:sp>
      <p:sp>
        <p:nvSpPr>
          <p:cNvPr id="1444" name="Google Shape;1444;g39181ba8852_8_3137"/>
          <p:cNvSpPr/>
          <p:nvPr/>
        </p:nvSpPr>
        <p:spPr>
          <a:xfrm flipH="1">
            <a:off x="9820239" y="6242400"/>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45" name="Google Shape;1445;g39181ba8852_8_3137"/>
          <p:cNvGrpSpPr/>
          <p:nvPr/>
        </p:nvGrpSpPr>
        <p:grpSpPr>
          <a:xfrm>
            <a:off x="10155582" y="2853637"/>
            <a:ext cx="1164860" cy="3798487"/>
            <a:chOff x="9498975" y="3401300"/>
            <a:chExt cx="368825" cy="1202700"/>
          </a:xfrm>
        </p:grpSpPr>
        <p:sp>
          <p:nvSpPr>
            <p:cNvPr id="1446" name="Google Shape;1446;g39181ba8852_8_3137"/>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7" name="Google Shape;1447;g39181ba8852_8_3137"/>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8" name="Google Shape;1448;g39181ba8852_8_3137"/>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9" name="Google Shape;1449;g39181ba8852_8_3137"/>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0" name="Google Shape;1450;g39181ba8852_8_3137"/>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1" name="Google Shape;1451;g39181ba8852_8_3137"/>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2" name="Google Shape;1452;g39181ba8852_8_3137"/>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3" name="Google Shape;1453;g39181ba8852_8_3137"/>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4" name="Google Shape;1454;g39181ba8852_8_3137"/>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5" name="Google Shape;1455;g39181ba8852_8_3137"/>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6" name="Google Shape;1456;g39181ba8852_8_3137"/>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7" name="Google Shape;1457;g39181ba8852_8_3137"/>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8" name="Google Shape;1458;g39181ba8852_8_3137"/>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59" name="Google Shape;1459;g39181ba8852_8_3137"/>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0" name="Google Shape;1460;g39181ba8852_8_3137"/>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1" name="Google Shape;1461;g39181ba8852_8_3137"/>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2" name="Google Shape;1462;g39181ba8852_8_3137"/>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3" name="Google Shape;1463;g39181ba8852_8_3137"/>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4" name="Google Shape;1464;g39181ba8852_8_3137"/>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5" name="Google Shape;1465;g39181ba8852_8_3137"/>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6" name="Google Shape;1466;g39181ba8852_8_3137"/>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7" name="Google Shape;1467;g39181ba8852_8_3137"/>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8" name="Google Shape;1468;g39181ba8852_8_3137"/>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69" name="Google Shape;1469;g39181ba8852_8_3137"/>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0" name="Google Shape;1470;g39181ba8852_8_3137"/>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1" name="Google Shape;1471;g39181ba8852_8_3137"/>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2" name="Google Shape;1472;g39181ba8852_8_3137"/>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3" name="Google Shape;1473;g39181ba8852_8_3137"/>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4" name="Google Shape;1474;g39181ba8852_8_3137"/>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5" name="Google Shape;1475;g39181ba8852_8_3137"/>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6" name="Google Shape;1476;g39181ba8852_8_3137"/>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7" name="Google Shape;1477;g39181ba8852_8_3137"/>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8" name="Google Shape;1478;g39181ba8852_8_3137"/>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79" name="Google Shape;1479;g39181ba8852_8_3137"/>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0" name="Google Shape;1480;g39181ba8852_8_3137"/>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1" name="Google Shape;1481;g39181ba8852_8_3137"/>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2" name="Google Shape;1482;g39181ba8852_8_3137"/>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3" name="Google Shape;1483;g39181ba8852_8_3137"/>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4" name="Google Shape;1484;g39181ba8852_8_3137"/>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85" name="Google Shape;1485;g39181ba8852_8_3137"/>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486" name="Google Shape;1486;g39181ba8852_8_3137"/>
          <p:cNvSpPr/>
          <p:nvPr/>
        </p:nvSpPr>
        <p:spPr>
          <a:xfrm flipH="1">
            <a:off x="-355919" y="6138675"/>
            <a:ext cx="2170075" cy="615597"/>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487" name="Google Shape;1487;g39181ba8852_8_3137"/>
          <p:cNvGrpSpPr/>
          <p:nvPr/>
        </p:nvGrpSpPr>
        <p:grpSpPr>
          <a:xfrm>
            <a:off x="-10" y="3121307"/>
            <a:ext cx="1458229" cy="3442840"/>
            <a:chOff x="-217339" y="2244225"/>
            <a:chExt cx="1197429" cy="2827098"/>
          </a:xfrm>
        </p:grpSpPr>
        <p:sp>
          <p:nvSpPr>
            <p:cNvPr id="1488" name="Google Shape;1488;g39181ba8852_8_3137"/>
            <p:cNvSpPr/>
            <p:nvPr/>
          </p:nvSpPr>
          <p:spPr>
            <a:xfrm flipH="1">
              <a:off x="645505" y="2669176"/>
              <a:ext cx="295773" cy="456726"/>
            </a:xfrm>
            <a:custGeom>
              <a:rect b="b" l="l" r="r" t="t"/>
              <a:pathLst>
                <a:path extrusionOk="0" h="4872" w="3155">
                  <a:moveTo>
                    <a:pt x="718" y="0"/>
                  </a:moveTo>
                  <a:lnTo>
                    <a:pt x="0" y="348"/>
                  </a:lnTo>
                  <a:cubicBezTo>
                    <a:pt x="0" y="348"/>
                    <a:pt x="631" y="2437"/>
                    <a:pt x="914" y="3112"/>
                  </a:cubicBezTo>
                  <a:cubicBezTo>
                    <a:pt x="1183" y="3728"/>
                    <a:pt x="1725" y="4871"/>
                    <a:pt x="2283" y="4871"/>
                  </a:cubicBezTo>
                  <a:cubicBezTo>
                    <a:pt x="2356" y="4871"/>
                    <a:pt x="2429" y="4852"/>
                    <a:pt x="2502" y="4809"/>
                  </a:cubicBezTo>
                  <a:cubicBezTo>
                    <a:pt x="3155" y="4417"/>
                    <a:pt x="2959" y="3590"/>
                    <a:pt x="2872" y="3395"/>
                  </a:cubicBezTo>
                  <a:cubicBezTo>
                    <a:pt x="1958" y="1545"/>
                    <a:pt x="718" y="0"/>
                    <a:pt x="718" y="0"/>
                  </a:cubicBezTo>
                  <a:close/>
                </a:path>
              </a:pathLst>
            </a:custGeom>
            <a:solidFill>
              <a:srgbClr val="FFA47C"/>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89" name="Google Shape;1489;g39181ba8852_8_3137"/>
            <p:cNvSpPr/>
            <p:nvPr/>
          </p:nvSpPr>
          <p:spPr>
            <a:xfrm flipH="1">
              <a:off x="-78686" y="4908769"/>
              <a:ext cx="195932" cy="162554"/>
            </a:xfrm>
            <a:custGeom>
              <a:rect b="b" l="l" r="r" t="t"/>
              <a:pathLst>
                <a:path extrusionOk="0" h="1734" w="2090">
                  <a:moveTo>
                    <a:pt x="1850" y="1"/>
                  </a:moveTo>
                  <a:lnTo>
                    <a:pt x="457" y="327"/>
                  </a:lnTo>
                  <a:cubicBezTo>
                    <a:pt x="457" y="327"/>
                    <a:pt x="0" y="1176"/>
                    <a:pt x="66" y="1371"/>
                  </a:cubicBezTo>
                  <a:cubicBezTo>
                    <a:pt x="104" y="1449"/>
                    <a:pt x="385" y="1733"/>
                    <a:pt x="783" y="1733"/>
                  </a:cubicBezTo>
                  <a:cubicBezTo>
                    <a:pt x="833" y="1733"/>
                    <a:pt x="883" y="1729"/>
                    <a:pt x="936" y="1720"/>
                  </a:cubicBezTo>
                  <a:cubicBezTo>
                    <a:pt x="1284" y="1676"/>
                    <a:pt x="1806" y="1219"/>
                    <a:pt x="1893" y="1197"/>
                  </a:cubicBezTo>
                  <a:cubicBezTo>
                    <a:pt x="2089" y="1132"/>
                    <a:pt x="1850" y="1"/>
                    <a:pt x="1850" y="1"/>
                  </a:cubicBez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0" name="Google Shape;1490;g39181ba8852_8_3137"/>
            <p:cNvSpPr/>
            <p:nvPr/>
          </p:nvSpPr>
          <p:spPr>
            <a:xfrm flipH="1">
              <a:off x="321141" y="2716611"/>
              <a:ext cx="465175" cy="401416"/>
            </a:xfrm>
            <a:custGeom>
              <a:rect b="b" l="l" r="r" t="t"/>
              <a:pathLst>
                <a:path extrusionOk="0" h="4282" w="4962">
                  <a:moveTo>
                    <a:pt x="3824" y="1"/>
                  </a:moveTo>
                  <a:cubicBezTo>
                    <a:pt x="3406" y="1"/>
                    <a:pt x="3018" y="279"/>
                    <a:pt x="2720" y="517"/>
                  </a:cubicBezTo>
                  <a:cubicBezTo>
                    <a:pt x="2285" y="865"/>
                    <a:pt x="218" y="2997"/>
                    <a:pt x="109" y="3302"/>
                  </a:cubicBezTo>
                  <a:cubicBezTo>
                    <a:pt x="1" y="3585"/>
                    <a:pt x="697" y="4281"/>
                    <a:pt x="915" y="4281"/>
                  </a:cubicBezTo>
                  <a:cubicBezTo>
                    <a:pt x="1132" y="4281"/>
                    <a:pt x="3895" y="2192"/>
                    <a:pt x="4331" y="1692"/>
                  </a:cubicBezTo>
                  <a:cubicBezTo>
                    <a:pt x="4766" y="1191"/>
                    <a:pt x="4962" y="626"/>
                    <a:pt x="4418" y="212"/>
                  </a:cubicBezTo>
                  <a:cubicBezTo>
                    <a:pt x="4218" y="61"/>
                    <a:pt x="4018" y="1"/>
                    <a:pt x="3824" y="1"/>
                  </a:cubicBezTo>
                  <a:close/>
                </a:path>
              </a:pathLst>
            </a:custGeom>
            <a:solidFill>
              <a:srgbClr val="FFA47C"/>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1" name="Google Shape;1491;g39181ba8852_8_3137"/>
            <p:cNvSpPr/>
            <p:nvPr/>
          </p:nvSpPr>
          <p:spPr>
            <a:xfrm flipH="1">
              <a:off x="351703" y="2715768"/>
              <a:ext cx="357084" cy="347138"/>
            </a:xfrm>
            <a:custGeom>
              <a:rect b="b" l="l" r="r" t="t"/>
              <a:pathLst>
                <a:path extrusionOk="0" h="3703" w="3809">
                  <a:moveTo>
                    <a:pt x="2942" y="0"/>
                  </a:moveTo>
                  <a:cubicBezTo>
                    <a:pt x="2647" y="0"/>
                    <a:pt x="2084" y="117"/>
                    <a:pt x="1415" y="787"/>
                  </a:cubicBezTo>
                  <a:cubicBezTo>
                    <a:pt x="914" y="1266"/>
                    <a:pt x="0" y="2245"/>
                    <a:pt x="0" y="2245"/>
                  </a:cubicBezTo>
                  <a:cubicBezTo>
                    <a:pt x="0" y="2245"/>
                    <a:pt x="175" y="2723"/>
                    <a:pt x="631" y="3137"/>
                  </a:cubicBezTo>
                  <a:cubicBezTo>
                    <a:pt x="1154" y="3616"/>
                    <a:pt x="1654" y="3703"/>
                    <a:pt x="1654" y="3703"/>
                  </a:cubicBezTo>
                  <a:cubicBezTo>
                    <a:pt x="1654" y="3703"/>
                    <a:pt x="3612" y="1723"/>
                    <a:pt x="3765" y="1179"/>
                  </a:cubicBezTo>
                  <a:cubicBezTo>
                    <a:pt x="3808" y="1026"/>
                    <a:pt x="3743" y="47"/>
                    <a:pt x="3025" y="4"/>
                  </a:cubicBezTo>
                  <a:cubicBezTo>
                    <a:pt x="3000" y="2"/>
                    <a:pt x="2972" y="0"/>
                    <a:pt x="2942" y="0"/>
                  </a:cubicBezTo>
                  <a:close/>
                </a:path>
              </a:pathLst>
            </a:custGeom>
            <a:solidFill>
              <a:schemeClr val="accent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2" name="Google Shape;1492;g39181ba8852_8_3137"/>
            <p:cNvSpPr/>
            <p:nvPr/>
          </p:nvSpPr>
          <p:spPr>
            <a:xfrm flipH="1">
              <a:off x="351703" y="2715768"/>
              <a:ext cx="357084" cy="347138"/>
            </a:xfrm>
            <a:custGeom>
              <a:rect b="b" l="l" r="r" t="t"/>
              <a:pathLst>
                <a:path extrusionOk="0" h="3703" w="3809">
                  <a:moveTo>
                    <a:pt x="2942" y="0"/>
                  </a:moveTo>
                  <a:cubicBezTo>
                    <a:pt x="2647" y="0"/>
                    <a:pt x="2084" y="117"/>
                    <a:pt x="1415" y="787"/>
                  </a:cubicBezTo>
                  <a:cubicBezTo>
                    <a:pt x="914" y="1266"/>
                    <a:pt x="0" y="2245"/>
                    <a:pt x="0" y="2245"/>
                  </a:cubicBezTo>
                  <a:cubicBezTo>
                    <a:pt x="0" y="2245"/>
                    <a:pt x="175" y="2723"/>
                    <a:pt x="631" y="3137"/>
                  </a:cubicBezTo>
                  <a:cubicBezTo>
                    <a:pt x="1154" y="3616"/>
                    <a:pt x="1654" y="3703"/>
                    <a:pt x="1654" y="3703"/>
                  </a:cubicBezTo>
                  <a:cubicBezTo>
                    <a:pt x="1654" y="3703"/>
                    <a:pt x="3612" y="1723"/>
                    <a:pt x="3765" y="1179"/>
                  </a:cubicBezTo>
                  <a:cubicBezTo>
                    <a:pt x="3808" y="1026"/>
                    <a:pt x="3743" y="47"/>
                    <a:pt x="3025" y="4"/>
                  </a:cubicBezTo>
                  <a:cubicBezTo>
                    <a:pt x="3000" y="2"/>
                    <a:pt x="2972" y="0"/>
                    <a:pt x="2942" y="0"/>
                  </a:cubicBezTo>
                  <a:close/>
                </a:path>
              </a:pathLst>
            </a:custGeom>
            <a:solidFill>
              <a:srgbClr val="191919">
                <a:alpha val="17610"/>
              </a:srgbClr>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3" name="Google Shape;1493;g39181ba8852_8_3137"/>
            <p:cNvSpPr/>
            <p:nvPr/>
          </p:nvSpPr>
          <p:spPr>
            <a:xfrm flipH="1">
              <a:off x="31463" y="2473340"/>
              <a:ext cx="540642" cy="1187187"/>
            </a:xfrm>
            <a:custGeom>
              <a:rect b="b" l="l" r="r" t="t"/>
              <a:pathLst>
                <a:path extrusionOk="0" h="12664" w="5767">
                  <a:moveTo>
                    <a:pt x="3395" y="1"/>
                  </a:moveTo>
                  <a:lnTo>
                    <a:pt x="1806" y="588"/>
                  </a:lnTo>
                  <a:cubicBezTo>
                    <a:pt x="1806" y="588"/>
                    <a:pt x="1676" y="2285"/>
                    <a:pt x="1654" y="2394"/>
                  </a:cubicBezTo>
                  <a:cubicBezTo>
                    <a:pt x="1632" y="2524"/>
                    <a:pt x="566" y="2851"/>
                    <a:pt x="392" y="3090"/>
                  </a:cubicBezTo>
                  <a:cubicBezTo>
                    <a:pt x="283" y="3221"/>
                    <a:pt x="305" y="3525"/>
                    <a:pt x="261" y="3721"/>
                  </a:cubicBezTo>
                  <a:cubicBezTo>
                    <a:pt x="240" y="3917"/>
                    <a:pt x="0" y="4635"/>
                    <a:pt x="174" y="5527"/>
                  </a:cubicBezTo>
                  <a:cubicBezTo>
                    <a:pt x="196" y="5658"/>
                    <a:pt x="348" y="7725"/>
                    <a:pt x="348" y="8312"/>
                  </a:cubicBezTo>
                  <a:cubicBezTo>
                    <a:pt x="348" y="8900"/>
                    <a:pt x="174" y="11228"/>
                    <a:pt x="348" y="11511"/>
                  </a:cubicBezTo>
                  <a:cubicBezTo>
                    <a:pt x="522" y="11815"/>
                    <a:pt x="1436" y="12664"/>
                    <a:pt x="1545" y="12664"/>
                  </a:cubicBezTo>
                  <a:cubicBezTo>
                    <a:pt x="1654" y="12664"/>
                    <a:pt x="4482" y="11554"/>
                    <a:pt x="4352" y="10662"/>
                  </a:cubicBezTo>
                  <a:cubicBezTo>
                    <a:pt x="4200" y="9770"/>
                    <a:pt x="3764" y="8334"/>
                    <a:pt x="3982" y="7420"/>
                  </a:cubicBezTo>
                  <a:cubicBezTo>
                    <a:pt x="4178" y="6506"/>
                    <a:pt x="5766" y="3721"/>
                    <a:pt x="5483" y="3090"/>
                  </a:cubicBezTo>
                  <a:cubicBezTo>
                    <a:pt x="5244" y="2590"/>
                    <a:pt x="3960" y="2329"/>
                    <a:pt x="3612" y="2046"/>
                  </a:cubicBezTo>
                  <a:cubicBezTo>
                    <a:pt x="3482" y="1959"/>
                    <a:pt x="3395" y="1"/>
                    <a:pt x="3395" y="1"/>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4" name="Google Shape;1494;g39181ba8852_8_3137"/>
            <p:cNvSpPr/>
            <p:nvPr/>
          </p:nvSpPr>
          <p:spPr>
            <a:xfrm flipH="1">
              <a:off x="43744" y="2665051"/>
              <a:ext cx="524330" cy="757178"/>
            </a:xfrm>
            <a:custGeom>
              <a:rect b="b" l="l" r="r" t="t"/>
              <a:pathLst>
                <a:path extrusionOk="0" h="8077" w="5593">
                  <a:moveTo>
                    <a:pt x="3569" y="1"/>
                  </a:moveTo>
                  <a:lnTo>
                    <a:pt x="1850" y="1023"/>
                  </a:lnTo>
                  <a:lnTo>
                    <a:pt x="1611" y="349"/>
                  </a:lnTo>
                  <a:cubicBezTo>
                    <a:pt x="1611" y="349"/>
                    <a:pt x="479" y="719"/>
                    <a:pt x="349" y="958"/>
                  </a:cubicBezTo>
                  <a:cubicBezTo>
                    <a:pt x="197" y="1197"/>
                    <a:pt x="131" y="1807"/>
                    <a:pt x="88" y="2003"/>
                  </a:cubicBezTo>
                  <a:cubicBezTo>
                    <a:pt x="23" y="2198"/>
                    <a:pt x="1" y="3112"/>
                    <a:pt x="88" y="3895"/>
                  </a:cubicBezTo>
                  <a:cubicBezTo>
                    <a:pt x="131" y="4352"/>
                    <a:pt x="110" y="4962"/>
                    <a:pt x="197" y="5723"/>
                  </a:cubicBezTo>
                  <a:cubicBezTo>
                    <a:pt x="262" y="6398"/>
                    <a:pt x="175" y="8073"/>
                    <a:pt x="175" y="8073"/>
                  </a:cubicBezTo>
                  <a:cubicBezTo>
                    <a:pt x="175" y="8073"/>
                    <a:pt x="279" y="8077"/>
                    <a:pt x="467" y="8077"/>
                  </a:cubicBezTo>
                  <a:cubicBezTo>
                    <a:pt x="749" y="8077"/>
                    <a:pt x="1219" y="8069"/>
                    <a:pt x="1807" y="8030"/>
                  </a:cubicBezTo>
                  <a:cubicBezTo>
                    <a:pt x="2960" y="7986"/>
                    <a:pt x="4113" y="7812"/>
                    <a:pt x="4157" y="7768"/>
                  </a:cubicBezTo>
                  <a:cubicBezTo>
                    <a:pt x="4374" y="7573"/>
                    <a:pt x="4070" y="5810"/>
                    <a:pt x="4113" y="5614"/>
                  </a:cubicBezTo>
                  <a:cubicBezTo>
                    <a:pt x="4157" y="5419"/>
                    <a:pt x="5549" y="2024"/>
                    <a:pt x="5571" y="1567"/>
                  </a:cubicBezTo>
                  <a:cubicBezTo>
                    <a:pt x="5593" y="1132"/>
                    <a:pt x="5419" y="828"/>
                    <a:pt x="5070" y="654"/>
                  </a:cubicBezTo>
                  <a:cubicBezTo>
                    <a:pt x="4744" y="479"/>
                    <a:pt x="3569" y="1"/>
                    <a:pt x="3569" y="1"/>
                  </a:cubicBezTo>
                  <a:close/>
                </a:path>
              </a:pathLst>
            </a:custGeom>
            <a:solidFill>
              <a:schemeClr val="accent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5" name="Google Shape;1495;g39181ba8852_8_3137"/>
            <p:cNvSpPr/>
            <p:nvPr/>
          </p:nvSpPr>
          <p:spPr>
            <a:xfrm flipH="1">
              <a:off x="9057" y="2720174"/>
              <a:ext cx="544673" cy="683401"/>
            </a:xfrm>
            <a:custGeom>
              <a:rect b="b" l="l" r="r" t="t"/>
              <a:pathLst>
                <a:path extrusionOk="0" h="7290" w="5810">
                  <a:moveTo>
                    <a:pt x="4700" y="0"/>
                  </a:moveTo>
                  <a:lnTo>
                    <a:pt x="4700" y="0"/>
                  </a:lnTo>
                  <a:cubicBezTo>
                    <a:pt x="4700" y="0"/>
                    <a:pt x="5809" y="610"/>
                    <a:pt x="4722" y="1480"/>
                  </a:cubicBezTo>
                  <a:cubicBezTo>
                    <a:pt x="4243" y="1850"/>
                    <a:pt x="1958" y="2415"/>
                    <a:pt x="1523" y="2546"/>
                  </a:cubicBezTo>
                  <a:cubicBezTo>
                    <a:pt x="0" y="3025"/>
                    <a:pt x="2372" y="6419"/>
                    <a:pt x="2546" y="6680"/>
                  </a:cubicBezTo>
                  <a:cubicBezTo>
                    <a:pt x="2720" y="6941"/>
                    <a:pt x="2720" y="7289"/>
                    <a:pt x="2720" y="7289"/>
                  </a:cubicBezTo>
                  <a:lnTo>
                    <a:pt x="4199" y="7115"/>
                  </a:lnTo>
                  <a:cubicBezTo>
                    <a:pt x="4208" y="7117"/>
                    <a:pt x="4217" y="7118"/>
                    <a:pt x="4225" y="7118"/>
                  </a:cubicBezTo>
                  <a:cubicBezTo>
                    <a:pt x="4630" y="7118"/>
                    <a:pt x="3963" y="4995"/>
                    <a:pt x="4134" y="4526"/>
                  </a:cubicBezTo>
                  <a:cubicBezTo>
                    <a:pt x="4308" y="4047"/>
                    <a:pt x="5418" y="1349"/>
                    <a:pt x="5418" y="979"/>
                  </a:cubicBezTo>
                  <a:cubicBezTo>
                    <a:pt x="5418" y="196"/>
                    <a:pt x="4700" y="0"/>
                    <a:pt x="4700" y="0"/>
                  </a:cubicBezTo>
                  <a:close/>
                </a:path>
              </a:pathLst>
            </a:custGeom>
            <a:solidFill>
              <a:schemeClr val="accent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6" name="Google Shape;1496;g39181ba8852_8_3137"/>
            <p:cNvSpPr/>
            <p:nvPr/>
          </p:nvSpPr>
          <p:spPr>
            <a:xfrm flipH="1">
              <a:off x="241553" y="2538588"/>
              <a:ext cx="167433" cy="126556"/>
            </a:xfrm>
            <a:custGeom>
              <a:rect b="b" l="l" r="r" t="t"/>
              <a:pathLst>
                <a:path extrusionOk="0" h="1350" w="1786">
                  <a:moveTo>
                    <a:pt x="1742" y="1"/>
                  </a:moveTo>
                  <a:lnTo>
                    <a:pt x="1" y="632"/>
                  </a:lnTo>
                  <a:lnTo>
                    <a:pt x="1241" y="1350"/>
                  </a:lnTo>
                  <a:lnTo>
                    <a:pt x="1785" y="1023"/>
                  </a:lnTo>
                  <a:lnTo>
                    <a:pt x="1742" y="1"/>
                  </a:lnTo>
                  <a:close/>
                </a:path>
              </a:pathLst>
            </a:custGeom>
            <a:solidFill>
              <a:srgbClr val="FFA47C"/>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7" name="Google Shape;1497;g39181ba8852_8_3137"/>
            <p:cNvSpPr/>
            <p:nvPr/>
          </p:nvSpPr>
          <p:spPr>
            <a:xfrm flipH="1">
              <a:off x="168148" y="2253131"/>
              <a:ext cx="324460" cy="344325"/>
            </a:xfrm>
            <a:custGeom>
              <a:rect b="b" l="l" r="r" t="t"/>
              <a:pathLst>
                <a:path extrusionOk="0" h="3673" w="3461">
                  <a:moveTo>
                    <a:pt x="1723" y="1"/>
                  </a:moveTo>
                  <a:cubicBezTo>
                    <a:pt x="1240" y="1"/>
                    <a:pt x="765" y="184"/>
                    <a:pt x="523" y="391"/>
                  </a:cubicBezTo>
                  <a:cubicBezTo>
                    <a:pt x="1" y="826"/>
                    <a:pt x="218" y="1610"/>
                    <a:pt x="240" y="1675"/>
                  </a:cubicBezTo>
                  <a:cubicBezTo>
                    <a:pt x="262" y="1740"/>
                    <a:pt x="110" y="2415"/>
                    <a:pt x="110" y="2524"/>
                  </a:cubicBezTo>
                  <a:cubicBezTo>
                    <a:pt x="131" y="2611"/>
                    <a:pt x="218" y="2654"/>
                    <a:pt x="262" y="2654"/>
                  </a:cubicBezTo>
                  <a:cubicBezTo>
                    <a:pt x="305" y="2654"/>
                    <a:pt x="371" y="3590"/>
                    <a:pt x="480" y="3655"/>
                  </a:cubicBezTo>
                  <a:cubicBezTo>
                    <a:pt x="517" y="3668"/>
                    <a:pt x="583" y="3673"/>
                    <a:pt x="665" y="3673"/>
                  </a:cubicBezTo>
                  <a:cubicBezTo>
                    <a:pt x="1007" y="3673"/>
                    <a:pt x="1632" y="3581"/>
                    <a:pt x="1720" y="3546"/>
                  </a:cubicBezTo>
                  <a:cubicBezTo>
                    <a:pt x="2242" y="3350"/>
                    <a:pt x="2503" y="3133"/>
                    <a:pt x="2786" y="2741"/>
                  </a:cubicBezTo>
                  <a:cubicBezTo>
                    <a:pt x="3156" y="2241"/>
                    <a:pt x="3460" y="1414"/>
                    <a:pt x="2873" y="544"/>
                  </a:cubicBezTo>
                  <a:cubicBezTo>
                    <a:pt x="2587" y="145"/>
                    <a:pt x="2151" y="1"/>
                    <a:pt x="1723" y="1"/>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8" name="Google Shape;1498;g39181ba8852_8_3137"/>
            <p:cNvSpPr/>
            <p:nvPr/>
          </p:nvSpPr>
          <p:spPr>
            <a:xfrm flipH="1">
              <a:off x="168429" y="2244225"/>
              <a:ext cx="301679" cy="304671"/>
            </a:xfrm>
            <a:custGeom>
              <a:rect b="b" l="l" r="r" t="t"/>
              <a:pathLst>
                <a:path extrusionOk="0" h="3250" w="3218">
                  <a:moveTo>
                    <a:pt x="1361" y="0"/>
                  </a:moveTo>
                  <a:cubicBezTo>
                    <a:pt x="1321" y="0"/>
                    <a:pt x="1287" y="3"/>
                    <a:pt x="1262" y="8"/>
                  </a:cubicBezTo>
                  <a:cubicBezTo>
                    <a:pt x="1001" y="51"/>
                    <a:pt x="240" y="73"/>
                    <a:pt x="0" y="878"/>
                  </a:cubicBezTo>
                  <a:cubicBezTo>
                    <a:pt x="0" y="878"/>
                    <a:pt x="161" y="798"/>
                    <a:pt x="420" y="798"/>
                  </a:cubicBezTo>
                  <a:cubicBezTo>
                    <a:pt x="718" y="798"/>
                    <a:pt x="1145" y="903"/>
                    <a:pt x="1610" y="1357"/>
                  </a:cubicBezTo>
                  <a:cubicBezTo>
                    <a:pt x="1784" y="1531"/>
                    <a:pt x="1393" y="2270"/>
                    <a:pt x="1436" y="2336"/>
                  </a:cubicBezTo>
                  <a:cubicBezTo>
                    <a:pt x="1439" y="2342"/>
                    <a:pt x="1445" y="2344"/>
                    <a:pt x="1453" y="2344"/>
                  </a:cubicBezTo>
                  <a:cubicBezTo>
                    <a:pt x="1561" y="2344"/>
                    <a:pt x="2089" y="1892"/>
                    <a:pt x="2132" y="1892"/>
                  </a:cubicBezTo>
                  <a:cubicBezTo>
                    <a:pt x="2135" y="1892"/>
                    <a:pt x="2135" y="1895"/>
                    <a:pt x="2133" y="1901"/>
                  </a:cubicBezTo>
                  <a:cubicBezTo>
                    <a:pt x="1850" y="2749"/>
                    <a:pt x="2111" y="3250"/>
                    <a:pt x="2198" y="3250"/>
                  </a:cubicBezTo>
                  <a:cubicBezTo>
                    <a:pt x="2200" y="3250"/>
                    <a:pt x="2202" y="3250"/>
                    <a:pt x="2204" y="3250"/>
                  </a:cubicBezTo>
                  <a:cubicBezTo>
                    <a:pt x="2451" y="3250"/>
                    <a:pt x="3217" y="2087"/>
                    <a:pt x="2894" y="1096"/>
                  </a:cubicBezTo>
                  <a:cubicBezTo>
                    <a:pt x="2601" y="198"/>
                    <a:pt x="1714" y="0"/>
                    <a:pt x="1361" y="0"/>
                  </a:cubicBez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499" name="Google Shape;1499;g39181ba8852_8_3137"/>
            <p:cNvSpPr/>
            <p:nvPr/>
          </p:nvSpPr>
          <p:spPr>
            <a:xfrm flipH="1">
              <a:off x="259928" y="2410999"/>
              <a:ext cx="63373" cy="93651"/>
            </a:xfrm>
            <a:custGeom>
              <a:rect b="b" l="l" r="r" t="t"/>
              <a:pathLst>
                <a:path extrusionOk="0" h="999" w="676">
                  <a:moveTo>
                    <a:pt x="409" y="0"/>
                  </a:moveTo>
                  <a:cubicBezTo>
                    <a:pt x="309" y="0"/>
                    <a:pt x="224" y="83"/>
                    <a:pt x="153" y="296"/>
                  </a:cubicBezTo>
                  <a:cubicBezTo>
                    <a:pt x="44" y="578"/>
                    <a:pt x="1" y="948"/>
                    <a:pt x="153" y="992"/>
                  </a:cubicBezTo>
                  <a:cubicBezTo>
                    <a:pt x="167" y="996"/>
                    <a:pt x="181" y="999"/>
                    <a:pt x="195" y="999"/>
                  </a:cubicBezTo>
                  <a:cubicBezTo>
                    <a:pt x="323" y="999"/>
                    <a:pt x="491" y="834"/>
                    <a:pt x="588" y="600"/>
                  </a:cubicBezTo>
                  <a:cubicBezTo>
                    <a:pt x="675" y="317"/>
                    <a:pt x="632" y="56"/>
                    <a:pt x="479" y="13"/>
                  </a:cubicBezTo>
                  <a:cubicBezTo>
                    <a:pt x="455" y="5"/>
                    <a:pt x="432" y="0"/>
                    <a:pt x="409" y="0"/>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0" name="Google Shape;1500;g39181ba8852_8_3137"/>
            <p:cNvSpPr/>
            <p:nvPr/>
          </p:nvSpPr>
          <p:spPr>
            <a:xfrm flipH="1">
              <a:off x="317019" y="4945518"/>
              <a:ext cx="104153" cy="18468"/>
            </a:xfrm>
            <a:custGeom>
              <a:rect b="b" l="l" r="r" t="t"/>
              <a:pathLst>
                <a:path extrusionOk="0" h="197" w="1111">
                  <a:moveTo>
                    <a:pt x="0" y="0"/>
                  </a:moveTo>
                  <a:lnTo>
                    <a:pt x="0" y="196"/>
                  </a:lnTo>
                  <a:lnTo>
                    <a:pt x="1110" y="196"/>
                  </a:lnTo>
                  <a:lnTo>
                    <a:pt x="1110" y="0"/>
                  </a:ln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1" name="Google Shape;1501;g39181ba8852_8_3137"/>
            <p:cNvSpPr/>
            <p:nvPr/>
          </p:nvSpPr>
          <p:spPr>
            <a:xfrm flipH="1">
              <a:off x="296673" y="4807430"/>
              <a:ext cx="393740" cy="172866"/>
            </a:xfrm>
            <a:custGeom>
              <a:rect b="b" l="l" r="r" t="t"/>
              <a:pathLst>
                <a:path extrusionOk="0" h="1844" w="4200">
                  <a:moveTo>
                    <a:pt x="3753" y="1"/>
                  </a:moveTo>
                  <a:cubicBezTo>
                    <a:pt x="3431" y="1"/>
                    <a:pt x="2807" y="37"/>
                    <a:pt x="2807" y="37"/>
                  </a:cubicBezTo>
                  <a:cubicBezTo>
                    <a:pt x="2807" y="37"/>
                    <a:pt x="2241" y="233"/>
                    <a:pt x="1393" y="1016"/>
                  </a:cubicBezTo>
                  <a:cubicBezTo>
                    <a:pt x="1066" y="1321"/>
                    <a:pt x="0" y="1125"/>
                    <a:pt x="0" y="1691"/>
                  </a:cubicBezTo>
                  <a:cubicBezTo>
                    <a:pt x="0" y="1821"/>
                    <a:pt x="566" y="1843"/>
                    <a:pt x="892" y="1843"/>
                  </a:cubicBezTo>
                  <a:cubicBezTo>
                    <a:pt x="2002" y="1843"/>
                    <a:pt x="2154" y="1604"/>
                    <a:pt x="2590" y="1539"/>
                  </a:cubicBezTo>
                  <a:cubicBezTo>
                    <a:pt x="3025" y="1495"/>
                    <a:pt x="3525" y="1473"/>
                    <a:pt x="3939" y="1473"/>
                  </a:cubicBezTo>
                  <a:cubicBezTo>
                    <a:pt x="4091" y="1473"/>
                    <a:pt x="4200" y="1016"/>
                    <a:pt x="4200" y="799"/>
                  </a:cubicBezTo>
                  <a:cubicBezTo>
                    <a:pt x="4178" y="603"/>
                    <a:pt x="4091" y="211"/>
                    <a:pt x="3939" y="16"/>
                  </a:cubicBezTo>
                  <a:cubicBezTo>
                    <a:pt x="3933" y="5"/>
                    <a:pt x="3860" y="1"/>
                    <a:pt x="3753" y="1"/>
                  </a:cubicBez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2" name="Google Shape;1502;g39181ba8852_8_3137"/>
            <p:cNvSpPr/>
            <p:nvPr/>
          </p:nvSpPr>
          <p:spPr>
            <a:xfrm flipH="1">
              <a:off x="219145" y="3380990"/>
              <a:ext cx="344803" cy="1478921"/>
            </a:xfrm>
            <a:custGeom>
              <a:rect b="b" l="l" r="r" t="t"/>
              <a:pathLst>
                <a:path extrusionOk="0" h="15776" w="3678">
                  <a:moveTo>
                    <a:pt x="174" y="1"/>
                  </a:moveTo>
                  <a:cubicBezTo>
                    <a:pt x="174" y="305"/>
                    <a:pt x="0" y="2438"/>
                    <a:pt x="22" y="3178"/>
                  </a:cubicBezTo>
                  <a:cubicBezTo>
                    <a:pt x="131" y="5484"/>
                    <a:pt x="457" y="8312"/>
                    <a:pt x="501" y="8726"/>
                  </a:cubicBezTo>
                  <a:cubicBezTo>
                    <a:pt x="566" y="9357"/>
                    <a:pt x="914" y="15406"/>
                    <a:pt x="914" y="15406"/>
                  </a:cubicBezTo>
                  <a:cubicBezTo>
                    <a:pt x="914" y="15406"/>
                    <a:pt x="1371" y="15775"/>
                    <a:pt x="1893" y="15775"/>
                  </a:cubicBezTo>
                  <a:cubicBezTo>
                    <a:pt x="2720" y="15775"/>
                    <a:pt x="3046" y="15536"/>
                    <a:pt x="3046" y="15536"/>
                  </a:cubicBezTo>
                  <a:cubicBezTo>
                    <a:pt x="3046" y="15536"/>
                    <a:pt x="2981" y="13077"/>
                    <a:pt x="3003" y="11859"/>
                  </a:cubicBezTo>
                  <a:cubicBezTo>
                    <a:pt x="3025" y="10836"/>
                    <a:pt x="2590" y="9292"/>
                    <a:pt x="2524" y="8922"/>
                  </a:cubicBezTo>
                  <a:cubicBezTo>
                    <a:pt x="2481" y="8530"/>
                    <a:pt x="2611" y="8204"/>
                    <a:pt x="2829" y="6594"/>
                  </a:cubicBezTo>
                  <a:cubicBezTo>
                    <a:pt x="3046" y="4983"/>
                    <a:pt x="3677" y="2916"/>
                    <a:pt x="3612" y="2285"/>
                  </a:cubicBezTo>
                  <a:cubicBezTo>
                    <a:pt x="3525" y="1633"/>
                    <a:pt x="2067" y="153"/>
                    <a:pt x="2067" y="153"/>
                  </a:cubicBezTo>
                  <a:lnTo>
                    <a:pt x="174" y="1"/>
                  </a:ln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3" name="Google Shape;1503;g39181ba8852_8_3137"/>
            <p:cNvSpPr/>
            <p:nvPr/>
          </p:nvSpPr>
          <p:spPr>
            <a:xfrm flipH="1">
              <a:off x="308863" y="2709955"/>
              <a:ext cx="85779" cy="51091"/>
            </a:xfrm>
            <a:custGeom>
              <a:rect b="b" l="l" r="r" t="t"/>
              <a:pathLst>
                <a:path extrusionOk="0" h="545" w="915">
                  <a:moveTo>
                    <a:pt x="914" y="0"/>
                  </a:moveTo>
                  <a:lnTo>
                    <a:pt x="87" y="131"/>
                  </a:lnTo>
                  <a:lnTo>
                    <a:pt x="0" y="544"/>
                  </a:lnTo>
                  <a:lnTo>
                    <a:pt x="914" y="0"/>
                  </a:lnTo>
                  <a:close/>
                </a:path>
              </a:pathLst>
            </a:custGeom>
            <a:solidFill>
              <a:srgbClr val="B8D1FF"/>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4" name="Google Shape;1504;g39181ba8852_8_3137"/>
            <p:cNvSpPr/>
            <p:nvPr/>
          </p:nvSpPr>
          <p:spPr>
            <a:xfrm flipH="1">
              <a:off x="394548" y="2713987"/>
              <a:ext cx="32718" cy="47060"/>
            </a:xfrm>
            <a:custGeom>
              <a:rect b="b" l="l" r="r" t="t"/>
              <a:pathLst>
                <a:path extrusionOk="0" h="502" w="349">
                  <a:moveTo>
                    <a:pt x="218" y="1"/>
                  </a:moveTo>
                  <a:lnTo>
                    <a:pt x="0" y="175"/>
                  </a:lnTo>
                  <a:lnTo>
                    <a:pt x="348" y="501"/>
                  </a:lnTo>
                  <a:lnTo>
                    <a:pt x="218" y="1"/>
                  </a:lnTo>
                  <a:close/>
                </a:path>
              </a:pathLst>
            </a:custGeom>
            <a:solidFill>
              <a:srgbClr val="B8D1FF"/>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5" name="Google Shape;1505;g39181ba8852_8_3137"/>
            <p:cNvSpPr/>
            <p:nvPr/>
          </p:nvSpPr>
          <p:spPr>
            <a:xfrm flipH="1">
              <a:off x="9057" y="2715949"/>
              <a:ext cx="544673" cy="683401"/>
            </a:xfrm>
            <a:custGeom>
              <a:rect b="b" l="l" r="r" t="t"/>
              <a:pathLst>
                <a:path extrusionOk="0" h="7290" w="5810">
                  <a:moveTo>
                    <a:pt x="4700" y="0"/>
                  </a:moveTo>
                  <a:lnTo>
                    <a:pt x="4700" y="0"/>
                  </a:lnTo>
                  <a:cubicBezTo>
                    <a:pt x="4700" y="0"/>
                    <a:pt x="5809" y="610"/>
                    <a:pt x="4722" y="1480"/>
                  </a:cubicBezTo>
                  <a:cubicBezTo>
                    <a:pt x="4243" y="1850"/>
                    <a:pt x="1958" y="2415"/>
                    <a:pt x="1523" y="2546"/>
                  </a:cubicBezTo>
                  <a:cubicBezTo>
                    <a:pt x="0" y="3025"/>
                    <a:pt x="2372" y="6419"/>
                    <a:pt x="2546" y="6680"/>
                  </a:cubicBezTo>
                  <a:cubicBezTo>
                    <a:pt x="2720" y="6941"/>
                    <a:pt x="2720" y="7289"/>
                    <a:pt x="2720" y="7289"/>
                  </a:cubicBezTo>
                  <a:lnTo>
                    <a:pt x="4199" y="7115"/>
                  </a:lnTo>
                  <a:cubicBezTo>
                    <a:pt x="4208" y="7117"/>
                    <a:pt x="4217" y="7118"/>
                    <a:pt x="4225" y="7118"/>
                  </a:cubicBezTo>
                  <a:cubicBezTo>
                    <a:pt x="4630" y="7118"/>
                    <a:pt x="3963" y="4995"/>
                    <a:pt x="4134" y="4526"/>
                  </a:cubicBezTo>
                  <a:cubicBezTo>
                    <a:pt x="4308" y="4047"/>
                    <a:pt x="5418" y="1349"/>
                    <a:pt x="5418" y="979"/>
                  </a:cubicBezTo>
                  <a:cubicBezTo>
                    <a:pt x="5418" y="196"/>
                    <a:pt x="4700" y="0"/>
                    <a:pt x="4700" y="0"/>
                  </a:cubicBezTo>
                  <a:close/>
                </a:path>
              </a:pathLst>
            </a:custGeom>
            <a:solidFill>
              <a:srgbClr val="191919">
                <a:alpha val="17610"/>
              </a:srgbClr>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6" name="Google Shape;1506;g39181ba8852_8_3137"/>
            <p:cNvSpPr/>
            <p:nvPr/>
          </p:nvSpPr>
          <p:spPr>
            <a:xfrm flipH="1">
              <a:off x="-68471" y="3387177"/>
              <a:ext cx="493768" cy="1566573"/>
            </a:xfrm>
            <a:custGeom>
              <a:rect b="b" l="l" r="r" t="t"/>
              <a:pathLst>
                <a:path extrusionOk="0" h="16711" w="5267">
                  <a:moveTo>
                    <a:pt x="2873" y="0"/>
                  </a:moveTo>
                  <a:lnTo>
                    <a:pt x="1" y="44"/>
                  </a:lnTo>
                  <a:lnTo>
                    <a:pt x="218" y="2198"/>
                  </a:lnTo>
                  <a:cubicBezTo>
                    <a:pt x="218" y="2198"/>
                    <a:pt x="2024" y="8856"/>
                    <a:pt x="2198" y="9791"/>
                  </a:cubicBezTo>
                  <a:cubicBezTo>
                    <a:pt x="2373" y="10727"/>
                    <a:pt x="3439" y="16710"/>
                    <a:pt x="3439" y="16710"/>
                  </a:cubicBezTo>
                  <a:lnTo>
                    <a:pt x="5266" y="16427"/>
                  </a:lnTo>
                  <a:cubicBezTo>
                    <a:pt x="5266" y="16427"/>
                    <a:pt x="5136" y="13577"/>
                    <a:pt x="4896" y="12163"/>
                  </a:cubicBezTo>
                  <a:cubicBezTo>
                    <a:pt x="4679" y="10727"/>
                    <a:pt x="4374" y="9291"/>
                    <a:pt x="4287" y="8834"/>
                  </a:cubicBezTo>
                  <a:cubicBezTo>
                    <a:pt x="4222" y="8355"/>
                    <a:pt x="3939" y="3373"/>
                    <a:pt x="3700" y="2394"/>
                  </a:cubicBezTo>
                  <a:cubicBezTo>
                    <a:pt x="3460" y="1436"/>
                    <a:pt x="2873" y="0"/>
                    <a:pt x="2873" y="0"/>
                  </a:cubicBez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7" name="Google Shape;1507;g39181ba8852_8_3137"/>
            <p:cNvSpPr/>
            <p:nvPr/>
          </p:nvSpPr>
          <p:spPr>
            <a:xfrm flipH="1">
              <a:off x="-68469" y="3387177"/>
              <a:ext cx="373396" cy="1548199"/>
            </a:xfrm>
            <a:custGeom>
              <a:rect b="b" l="l" r="r" t="t"/>
              <a:pathLst>
                <a:path extrusionOk="0" h="16515" w="3983">
                  <a:moveTo>
                    <a:pt x="1589" y="0"/>
                  </a:moveTo>
                  <a:lnTo>
                    <a:pt x="1" y="44"/>
                  </a:lnTo>
                  <a:cubicBezTo>
                    <a:pt x="1" y="44"/>
                    <a:pt x="1393" y="3438"/>
                    <a:pt x="1545" y="4069"/>
                  </a:cubicBezTo>
                  <a:cubicBezTo>
                    <a:pt x="1698" y="4722"/>
                    <a:pt x="2133" y="9052"/>
                    <a:pt x="2176" y="9313"/>
                  </a:cubicBezTo>
                  <a:cubicBezTo>
                    <a:pt x="2198" y="9552"/>
                    <a:pt x="3330" y="16210"/>
                    <a:pt x="3373" y="16515"/>
                  </a:cubicBezTo>
                  <a:lnTo>
                    <a:pt x="3982" y="16427"/>
                  </a:lnTo>
                  <a:cubicBezTo>
                    <a:pt x="3982" y="16427"/>
                    <a:pt x="3852" y="13577"/>
                    <a:pt x="3612" y="12163"/>
                  </a:cubicBezTo>
                  <a:cubicBezTo>
                    <a:pt x="3395" y="10727"/>
                    <a:pt x="3090" y="9291"/>
                    <a:pt x="3003" y="8834"/>
                  </a:cubicBezTo>
                  <a:cubicBezTo>
                    <a:pt x="2938" y="8355"/>
                    <a:pt x="2655" y="3373"/>
                    <a:pt x="2416" y="2394"/>
                  </a:cubicBezTo>
                  <a:cubicBezTo>
                    <a:pt x="2176" y="1436"/>
                    <a:pt x="1589" y="0"/>
                    <a:pt x="1589" y="0"/>
                  </a:cubicBezTo>
                  <a:close/>
                </a:path>
              </a:pathLst>
            </a:custGeom>
            <a:solidFill>
              <a:srgbClr val="FFFFFF">
                <a:alpha val="18240"/>
              </a:srgbClr>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8" name="Google Shape;1508;g39181ba8852_8_3137"/>
            <p:cNvSpPr/>
            <p:nvPr/>
          </p:nvSpPr>
          <p:spPr>
            <a:xfrm flipH="1">
              <a:off x="141616" y="3380990"/>
              <a:ext cx="408083" cy="51091"/>
            </a:xfrm>
            <a:custGeom>
              <a:rect b="b" l="l" r="r" t="t"/>
              <a:pathLst>
                <a:path extrusionOk="0" h="545" w="4353">
                  <a:moveTo>
                    <a:pt x="22" y="1"/>
                  </a:moveTo>
                  <a:lnTo>
                    <a:pt x="1" y="436"/>
                  </a:lnTo>
                  <a:cubicBezTo>
                    <a:pt x="1" y="436"/>
                    <a:pt x="1067" y="545"/>
                    <a:pt x="1567" y="545"/>
                  </a:cubicBezTo>
                  <a:cubicBezTo>
                    <a:pt x="2089" y="545"/>
                    <a:pt x="4352" y="414"/>
                    <a:pt x="4352" y="414"/>
                  </a:cubicBezTo>
                  <a:lnTo>
                    <a:pt x="4243" y="66"/>
                  </a:lnTo>
                  <a:cubicBezTo>
                    <a:pt x="4243" y="66"/>
                    <a:pt x="1437" y="110"/>
                    <a:pt x="1284" y="110"/>
                  </a:cubicBezTo>
                  <a:cubicBezTo>
                    <a:pt x="1110" y="110"/>
                    <a:pt x="22" y="1"/>
                    <a:pt x="22" y="1"/>
                  </a:cubicBezTo>
                  <a:close/>
                </a:path>
              </a:pathLst>
            </a:custGeom>
            <a:solidFill>
              <a:srgbClr val="3B1B1D"/>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09" name="Google Shape;1509;g39181ba8852_8_3137"/>
            <p:cNvSpPr/>
            <p:nvPr/>
          </p:nvSpPr>
          <p:spPr>
            <a:xfrm flipH="1">
              <a:off x="363987" y="2720174"/>
              <a:ext cx="61311" cy="57184"/>
            </a:xfrm>
            <a:custGeom>
              <a:rect b="b" l="l" r="r" t="t"/>
              <a:pathLst>
                <a:path extrusionOk="0" h="610" w="654">
                  <a:moveTo>
                    <a:pt x="1" y="0"/>
                  </a:moveTo>
                  <a:lnTo>
                    <a:pt x="66" y="522"/>
                  </a:lnTo>
                  <a:lnTo>
                    <a:pt x="393" y="609"/>
                  </a:lnTo>
                  <a:lnTo>
                    <a:pt x="654" y="174"/>
                  </a:lnTo>
                  <a:lnTo>
                    <a:pt x="1" y="0"/>
                  </a:ln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0" name="Google Shape;1510;g39181ba8852_8_3137"/>
            <p:cNvSpPr/>
            <p:nvPr/>
          </p:nvSpPr>
          <p:spPr>
            <a:xfrm flipH="1">
              <a:off x="388454" y="2769109"/>
              <a:ext cx="110247" cy="718087"/>
            </a:xfrm>
            <a:custGeom>
              <a:rect b="b" l="l" r="r" t="t"/>
              <a:pathLst>
                <a:path extrusionOk="0" h="7660" w="1176">
                  <a:moveTo>
                    <a:pt x="849" y="0"/>
                  </a:moveTo>
                  <a:cubicBezTo>
                    <a:pt x="849" y="0"/>
                    <a:pt x="349" y="936"/>
                    <a:pt x="175" y="2350"/>
                  </a:cubicBezTo>
                  <a:cubicBezTo>
                    <a:pt x="1" y="3765"/>
                    <a:pt x="240" y="7007"/>
                    <a:pt x="240" y="7007"/>
                  </a:cubicBezTo>
                  <a:lnTo>
                    <a:pt x="610" y="7659"/>
                  </a:lnTo>
                  <a:lnTo>
                    <a:pt x="1045" y="6898"/>
                  </a:lnTo>
                  <a:cubicBezTo>
                    <a:pt x="1045" y="6898"/>
                    <a:pt x="588" y="3503"/>
                    <a:pt x="697" y="2459"/>
                  </a:cubicBezTo>
                  <a:cubicBezTo>
                    <a:pt x="784" y="1415"/>
                    <a:pt x="1176" y="87"/>
                    <a:pt x="1176" y="87"/>
                  </a:cubicBezTo>
                  <a:lnTo>
                    <a:pt x="849" y="0"/>
                  </a:lnTo>
                  <a:close/>
                </a:path>
              </a:pathLst>
            </a:custGeom>
            <a:solidFill>
              <a:schemeClr val="dk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1" name="Google Shape;1511;g39181ba8852_8_3137"/>
            <p:cNvSpPr/>
            <p:nvPr/>
          </p:nvSpPr>
          <p:spPr>
            <a:xfrm flipH="1">
              <a:off x="213054" y="2634490"/>
              <a:ext cx="173433" cy="140805"/>
            </a:xfrm>
            <a:custGeom>
              <a:rect b="b" l="l" r="r" t="t"/>
              <a:pathLst>
                <a:path extrusionOk="0" h="1502" w="1850">
                  <a:moveTo>
                    <a:pt x="1545" y="0"/>
                  </a:moveTo>
                  <a:lnTo>
                    <a:pt x="0" y="936"/>
                  </a:lnTo>
                  <a:lnTo>
                    <a:pt x="240" y="1502"/>
                  </a:lnTo>
                  <a:lnTo>
                    <a:pt x="1850" y="436"/>
                  </a:lnTo>
                  <a:lnTo>
                    <a:pt x="1545" y="0"/>
                  </a:lnTo>
                  <a:close/>
                </a:path>
              </a:pathLst>
            </a:custGeom>
            <a:solidFill>
              <a:schemeClr val="lt2"/>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2" name="Google Shape;1512;g39181ba8852_8_3137"/>
            <p:cNvSpPr/>
            <p:nvPr/>
          </p:nvSpPr>
          <p:spPr>
            <a:xfrm flipH="1">
              <a:off x="406829" y="2683425"/>
              <a:ext cx="40874" cy="69465"/>
            </a:xfrm>
            <a:custGeom>
              <a:rect b="b" l="l" r="r" t="t"/>
              <a:pathLst>
                <a:path extrusionOk="0" h="741" w="436">
                  <a:moveTo>
                    <a:pt x="305" y="1"/>
                  </a:moveTo>
                  <a:lnTo>
                    <a:pt x="1" y="305"/>
                  </a:lnTo>
                  <a:lnTo>
                    <a:pt x="66" y="740"/>
                  </a:lnTo>
                  <a:lnTo>
                    <a:pt x="436" y="327"/>
                  </a:lnTo>
                  <a:lnTo>
                    <a:pt x="305" y="1"/>
                  </a:lnTo>
                  <a:close/>
                </a:path>
              </a:pathLst>
            </a:custGeom>
            <a:solidFill>
              <a:schemeClr val="lt2"/>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3" name="Google Shape;1513;g39181ba8852_8_3137"/>
            <p:cNvSpPr/>
            <p:nvPr/>
          </p:nvSpPr>
          <p:spPr>
            <a:xfrm flipH="1">
              <a:off x="-182653" y="2725049"/>
              <a:ext cx="399833" cy="499286"/>
            </a:xfrm>
            <a:custGeom>
              <a:rect b="b" l="l" r="r" t="t"/>
              <a:pathLst>
                <a:path extrusionOk="0" h="5326" w="4265">
                  <a:moveTo>
                    <a:pt x="1123" y="0"/>
                  </a:moveTo>
                  <a:cubicBezTo>
                    <a:pt x="939" y="0"/>
                    <a:pt x="751" y="76"/>
                    <a:pt x="566" y="253"/>
                  </a:cubicBezTo>
                  <a:cubicBezTo>
                    <a:pt x="0" y="797"/>
                    <a:pt x="305" y="1471"/>
                    <a:pt x="566" y="1928"/>
                  </a:cubicBezTo>
                  <a:cubicBezTo>
                    <a:pt x="827" y="2407"/>
                    <a:pt x="2851" y="5170"/>
                    <a:pt x="3112" y="5301"/>
                  </a:cubicBezTo>
                  <a:cubicBezTo>
                    <a:pt x="3143" y="5318"/>
                    <a:pt x="3182" y="5326"/>
                    <a:pt x="3224" y="5326"/>
                  </a:cubicBezTo>
                  <a:cubicBezTo>
                    <a:pt x="3562" y="5326"/>
                    <a:pt x="4183" y="4844"/>
                    <a:pt x="4221" y="4670"/>
                  </a:cubicBezTo>
                  <a:cubicBezTo>
                    <a:pt x="4265" y="4452"/>
                    <a:pt x="2415" y="1036"/>
                    <a:pt x="2002" y="536"/>
                  </a:cubicBezTo>
                  <a:cubicBezTo>
                    <a:pt x="1741" y="220"/>
                    <a:pt x="1438" y="0"/>
                    <a:pt x="1123" y="0"/>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4" name="Google Shape;1514;g39181ba8852_8_3137"/>
            <p:cNvSpPr/>
            <p:nvPr/>
          </p:nvSpPr>
          <p:spPr>
            <a:xfrm flipH="1">
              <a:off x="-125561" y="2724955"/>
              <a:ext cx="330554" cy="372636"/>
            </a:xfrm>
            <a:custGeom>
              <a:rect b="b" l="l" r="r" t="t"/>
              <a:pathLst>
                <a:path extrusionOk="0" h="3975" w="3526">
                  <a:moveTo>
                    <a:pt x="1004" y="0"/>
                  </a:moveTo>
                  <a:cubicBezTo>
                    <a:pt x="634" y="0"/>
                    <a:pt x="219" y="231"/>
                    <a:pt x="110" y="733"/>
                  </a:cubicBezTo>
                  <a:cubicBezTo>
                    <a:pt x="44" y="972"/>
                    <a:pt x="1" y="1581"/>
                    <a:pt x="305" y="1951"/>
                  </a:cubicBezTo>
                  <a:cubicBezTo>
                    <a:pt x="762" y="2495"/>
                    <a:pt x="1828" y="3974"/>
                    <a:pt x="1828" y="3974"/>
                  </a:cubicBezTo>
                  <a:cubicBezTo>
                    <a:pt x="1828" y="3974"/>
                    <a:pt x="2329" y="3887"/>
                    <a:pt x="2808" y="3518"/>
                  </a:cubicBezTo>
                  <a:cubicBezTo>
                    <a:pt x="3373" y="3061"/>
                    <a:pt x="3526" y="2582"/>
                    <a:pt x="3526" y="2582"/>
                  </a:cubicBezTo>
                  <a:cubicBezTo>
                    <a:pt x="3526" y="2582"/>
                    <a:pt x="1872" y="384"/>
                    <a:pt x="1393" y="102"/>
                  </a:cubicBezTo>
                  <a:cubicBezTo>
                    <a:pt x="1284" y="35"/>
                    <a:pt x="1147" y="0"/>
                    <a:pt x="1004" y="0"/>
                  </a:cubicBezTo>
                  <a:close/>
                </a:path>
              </a:pathLst>
            </a:custGeom>
            <a:solidFill>
              <a:schemeClr val="accent1"/>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5" name="Google Shape;1515;g39181ba8852_8_3137"/>
            <p:cNvSpPr/>
            <p:nvPr/>
          </p:nvSpPr>
          <p:spPr>
            <a:xfrm flipH="1">
              <a:off x="-217339" y="3123938"/>
              <a:ext cx="432551" cy="369355"/>
            </a:xfrm>
            <a:custGeom>
              <a:rect b="b" l="l" r="r" t="t"/>
              <a:pathLst>
                <a:path extrusionOk="0" h="3940" w="4614">
                  <a:moveTo>
                    <a:pt x="3446" y="1"/>
                  </a:moveTo>
                  <a:cubicBezTo>
                    <a:pt x="3062" y="1"/>
                    <a:pt x="2710" y="208"/>
                    <a:pt x="2612" y="306"/>
                  </a:cubicBezTo>
                  <a:cubicBezTo>
                    <a:pt x="1111" y="1720"/>
                    <a:pt x="1" y="3352"/>
                    <a:pt x="1" y="3352"/>
                  </a:cubicBezTo>
                  <a:lnTo>
                    <a:pt x="567" y="3940"/>
                  </a:lnTo>
                  <a:cubicBezTo>
                    <a:pt x="567" y="3940"/>
                    <a:pt x="2351" y="2721"/>
                    <a:pt x="2938" y="2242"/>
                  </a:cubicBezTo>
                  <a:cubicBezTo>
                    <a:pt x="3504" y="1764"/>
                    <a:pt x="4614" y="719"/>
                    <a:pt x="4070" y="241"/>
                  </a:cubicBezTo>
                  <a:cubicBezTo>
                    <a:pt x="3877" y="63"/>
                    <a:pt x="3657" y="1"/>
                    <a:pt x="3446" y="1"/>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6" name="Google Shape;1516;g39181ba8852_8_3137"/>
            <p:cNvSpPr/>
            <p:nvPr/>
          </p:nvSpPr>
          <p:spPr>
            <a:xfrm flipH="1">
              <a:off x="192618" y="3525734"/>
              <a:ext cx="65342" cy="73684"/>
            </a:xfrm>
            <a:custGeom>
              <a:rect b="b" l="l" r="r" t="t"/>
              <a:pathLst>
                <a:path extrusionOk="0" h="786" w="697">
                  <a:moveTo>
                    <a:pt x="535" y="1"/>
                  </a:moveTo>
                  <a:cubicBezTo>
                    <a:pt x="488" y="1"/>
                    <a:pt x="442" y="25"/>
                    <a:pt x="413" y="67"/>
                  </a:cubicBezTo>
                  <a:lnTo>
                    <a:pt x="44" y="546"/>
                  </a:lnTo>
                  <a:cubicBezTo>
                    <a:pt x="0" y="611"/>
                    <a:pt x="22" y="698"/>
                    <a:pt x="87" y="763"/>
                  </a:cubicBezTo>
                  <a:cubicBezTo>
                    <a:pt x="110" y="779"/>
                    <a:pt x="136" y="786"/>
                    <a:pt x="162" y="786"/>
                  </a:cubicBezTo>
                  <a:cubicBezTo>
                    <a:pt x="209" y="786"/>
                    <a:pt x="255" y="762"/>
                    <a:pt x="283" y="720"/>
                  </a:cubicBezTo>
                  <a:lnTo>
                    <a:pt x="653" y="241"/>
                  </a:lnTo>
                  <a:cubicBezTo>
                    <a:pt x="696" y="176"/>
                    <a:pt x="675" y="89"/>
                    <a:pt x="609" y="23"/>
                  </a:cubicBezTo>
                  <a:cubicBezTo>
                    <a:pt x="586" y="8"/>
                    <a:pt x="560" y="1"/>
                    <a:pt x="535" y="1"/>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7" name="Google Shape;1517;g39181ba8852_8_3137"/>
            <p:cNvSpPr/>
            <p:nvPr/>
          </p:nvSpPr>
          <p:spPr>
            <a:xfrm flipH="1">
              <a:off x="215117" y="3513453"/>
              <a:ext cx="63280" cy="72465"/>
            </a:xfrm>
            <a:custGeom>
              <a:rect b="b" l="l" r="r" t="t"/>
              <a:pathLst>
                <a:path extrusionOk="0" h="773" w="675">
                  <a:moveTo>
                    <a:pt x="517" y="0"/>
                  </a:moveTo>
                  <a:cubicBezTo>
                    <a:pt x="471" y="0"/>
                    <a:pt x="419" y="19"/>
                    <a:pt x="392" y="46"/>
                  </a:cubicBezTo>
                  <a:lnTo>
                    <a:pt x="44" y="546"/>
                  </a:lnTo>
                  <a:cubicBezTo>
                    <a:pt x="0" y="611"/>
                    <a:pt x="0" y="698"/>
                    <a:pt x="66" y="742"/>
                  </a:cubicBezTo>
                  <a:cubicBezTo>
                    <a:pt x="95" y="761"/>
                    <a:pt x="129" y="772"/>
                    <a:pt x="161" y="772"/>
                  </a:cubicBezTo>
                  <a:cubicBezTo>
                    <a:pt x="200" y="772"/>
                    <a:pt x="238" y="756"/>
                    <a:pt x="262" y="720"/>
                  </a:cubicBezTo>
                  <a:lnTo>
                    <a:pt x="631" y="220"/>
                  </a:lnTo>
                  <a:cubicBezTo>
                    <a:pt x="675" y="154"/>
                    <a:pt x="653" y="67"/>
                    <a:pt x="610" y="24"/>
                  </a:cubicBezTo>
                  <a:lnTo>
                    <a:pt x="588" y="24"/>
                  </a:lnTo>
                  <a:cubicBezTo>
                    <a:pt x="571" y="7"/>
                    <a:pt x="545" y="0"/>
                    <a:pt x="517" y="0"/>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8" name="Google Shape;1518;g39181ba8852_8_3137"/>
            <p:cNvSpPr/>
            <p:nvPr/>
          </p:nvSpPr>
          <p:spPr>
            <a:xfrm flipH="1">
              <a:off x="235460" y="3499204"/>
              <a:ext cx="63373" cy="73309"/>
            </a:xfrm>
            <a:custGeom>
              <a:rect b="b" l="l" r="r" t="t"/>
              <a:pathLst>
                <a:path extrusionOk="0" h="782" w="676">
                  <a:moveTo>
                    <a:pt x="534" y="1"/>
                  </a:moveTo>
                  <a:cubicBezTo>
                    <a:pt x="486" y="1"/>
                    <a:pt x="435" y="25"/>
                    <a:pt x="393" y="67"/>
                  </a:cubicBezTo>
                  <a:lnTo>
                    <a:pt x="44" y="546"/>
                  </a:lnTo>
                  <a:cubicBezTo>
                    <a:pt x="1" y="611"/>
                    <a:pt x="1" y="698"/>
                    <a:pt x="66" y="742"/>
                  </a:cubicBezTo>
                  <a:cubicBezTo>
                    <a:pt x="94" y="769"/>
                    <a:pt x="125" y="781"/>
                    <a:pt x="155" y="781"/>
                  </a:cubicBezTo>
                  <a:cubicBezTo>
                    <a:pt x="197" y="781"/>
                    <a:pt x="237" y="758"/>
                    <a:pt x="262" y="720"/>
                  </a:cubicBezTo>
                  <a:lnTo>
                    <a:pt x="632" y="219"/>
                  </a:lnTo>
                  <a:cubicBezTo>
                    <a:pt x="675" y="176"/>
                    <a:pt x="654" y="67"/>
                    <a:pt x="610" y="24"/>
                  </a:cubicBezTo>
                  <a:cubicBezTo>
                    <a:pt x="587" y="8"/>
                    <a:pt x="561" y="1"/>
                    <a:pt x="534" y="1"/>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19" name="Google Shape;1519;g39181ba8852_8_3137"/>
            <p:cNvSpPr/>
            <p:nvPr/>
          </p:nvSpPr>
          <p:spPr>
            <a:xfrm flipH="1">
              <a:off x="253834" y="3484204"/>
              <a:ext cx="63280" cy="73121"/>
            </a:xfrm>
            <a:custGeom>
              <a:rect b="b" l="l" r="r" t="t"/>
              <a:pathLst>
                <a:path extrusionOk="0" h="780" w="675">
                  <a:moveTo>
                    <a:pt x="512" y="1"/>
                  </a:moveTo>
                  <a:cubicBezTo>
                    <a:pt x="470" y="1"/>
                    <a:pt x="428" y="17"/>
                    <a:pt x="392" y="53"/>
                  </a:cubicBezTo>
                  <a:lnTo>
                    <a:pt x="44" y="553"/>
                  </a:lnTo>
                  <a:cubicBezTo>
                    <a:pt x="0" y="619"/>
                    <a:pt x="0" y="706"/>
                    <a:pt x="65" y="749"/>
                  </a:cubicBezTo>
                  <a:cubicBezTo>
                    <a:pt x="95" y="769"/>
                    <a:pt x="128" y="780"/>
                    <a:pt x="161" y="780"/>
                  </a:cubicBezTo>
                  <a:cubicBezTo>
                    <a:pt x="200" y="780"/>
                    <a:pt x="237" y="763"/>
                    <a:pt x="261" y="728"/>
                  </a:cubicBezTo>
                  <a:lnTo>
                    <a:pt x="631" y="227"/>
                  </a:lnTo>
                  <a:cubicBezTo>
                    <a:pt x="675" y="162"/>
                    <a:pt x="675" y="75"/>
                    <a:pt x="609" y="31"/>
                  </a:cubicBezTo>
                  <a:cubicBezTo>
                    <a:pt x="580" y="12"/>
                    <a:pt x="546" y="1"/>
                    <a:pt x="512" y="1"/>
                  </a:cubicBez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20" name="Google Shape;1520;g39181ba8852_8_3137"/>
            <p:cNvSpPr/>
            <p:nvPr/>
          </p:nvSpPr>
          <p:spPr>
            <a:xfrm flipH="1">
              <a:off x="141619" y="3401426"/>
              <a:ext cx="173527" cy="191802"/>
            </a:xfrm>
            <a:custGeom>
              <a:rect b="b" l="l" r="r" t="t"/>
              <a:pathLst>
                <a:path extrusionOk="0" h="2046" w="1851">
                  <a:moveTo>
                    <a:pt x="1480" y="0"/>
                  </a:moveTo>
                  <a:cubicBezTo>
                    <a:pt x="1480" y="0"/>
                    <a:pt x="588" y="501"/>
                    <a:pt x="458" y="653"/>
                  </a:cubicBezTo>
                  <a:cubicBezTo>
                    <a:pt x="327" y="805"/>
                    <a:pt x="1" y="1502"/>
                    <a:pt x="1" y="1502"/>
                  </a:cubicBezTo>
                  <a:cubicBezTo>
                    <a:pt x="1" y="1502"/>
                    <a:pt x="57" y="1495"/>
                    <a:pt x="130" y="1495"/>
                  </a:cubicBezTo>
                  <a:cubicBezTo>
                    <a:pt x="241" y="1495"/>
                    <a:pt x="392" y="1510"/>
                    <a:pt x="458" y="1589"/>
                  </a:cubicBezTo>
                  <a:cubicBezTo>
                    <a:pt x="588" y="1698"/>
                    <a:pt x="893" y="2046"/>
                    <a:pt x="893" y="2046"/>
                  </a:cubicBezTo>
                  <a:cubicBezTo>
                    <a:pt x="893" y="2046"/>
                    <a:pt x="1415" y="1632"/>
                    <a:pt x="1589" y="1371"/>
                  </a:cubicBezTo>
                  <a:cubicBezTo>
                    <a:pt x="1741" y="1110"/>
                    <a:pt x="1850" y="805"/>
                    <a:pt x="1850" y="805"/>
                  </a:cubicBezTo>
                  <a:lnTo>
                    <a:pt x="1480" y="0"/>
                  </a:lnTo>
                  <a:close/>
                </a:path>
              </a:pathLst>
            </a:custGeom>
            <a:solidFill>
              <a:srgbClr val="FFBD95"/>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sp>
          <p:nvSpPr>
            <p:cNvPr id="1521" name="Google Shape;1521;g39181ba8852_8_3137"/>
            <p:cNvSpPr/>
            <p:nvPr/>
          </p:nvSpPr>
          <p:spPr>
            <a:xfrm flipH="1">
              <a:off x="831125" y="2442685"/>
              <a:ext cx="148965" cy="277579"/>
            </a:xfrm>
            <a:custGeom>
              <a:rect b="b" l="l" r="r" t="t"/>
              <a:pathLst>
                <a:path extrusionOk="0" h="2961" w="1589">
                  <a:moveTo>
                    <a:pt x="1004" y="1"/>
                  </a:moveTo>
                  <a:cubicBezTo>
                    <a:pt x="1003" y="1"/>
                    <a:pt x="1002" y="1"/>
                    <a:pt x="1002" y="1"/>
                  </a:cubicBezTo>
                  <a:cubicBezTo>
                    <a:pt x="849" y="45"/>
                    <a:pt x="1110" y="1307"/>
                    <a:pt x="1045" y="1307"/>
                  </a:cubicBezTo>
                  <a:cubicBezTo>
                    <a:pt x="980" y="1307"/>
                    <a:pt x="653" y="1328"/>
                    <a:pt x="436" y="1481"/>
                  </a:cubicBezTo>
                  <a:cubicBezTo>
                    <a:pt x="1" y="1764"/>
                    <a:pt x="414" y="2764"/>
                    <a:pt x="414" y="2764"/>
                  </a:cubicBezTo>
                  <a:lnTo>
                    <a:pt x="1241" y="2960"/>
                  </a:lnTo>
                  <a:lnTo>
                    <a:pt x="1589" y="1764"/>
                  </a:lnTo>
                  <a:cubicBezTo>
                    <a:pt x="1589" y="1764"/>
                    <a:pt x="1138" y="1"/>
                    <a:pt x="1004" y="1"/>
                  </a:cubicBezTo>
                  <a:close/>
                </a:path>
              </a:pathLst>
            </a:custGeom>
            <a:solidFill>
              <a:srgbClr val="FFA47C"/>
            </a:solidFill>
            <a:ln>
              <a:noFill/>
            </a:ln>
          </p:spPr>
          <p:txBody>
            <a:bodyPr anchorCtr="0" anchor="ctr" bIns="111325" lIns="111325" spcFirstLastPara="1" rIns="111325" wrap="square" tIns="1113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5" name="Shape 1525"/>
        <p:cNvGrpSpPr/>
        <p:nvPr/>
      </p:nvGrpSpPr>
      <p:grpSpPr>
        <a:xfrm>
          <a:off x="0" y="0"/>
          <a:ext cx="0" cy="0"/>
          <a:chOff x="0" y="0"/>
          <a:chExt cx="0" cy="0"/>
        </a:xfrm>
      </p:grpSpPr>
      <p:sp>
        <p:nvSpPr>
          <p:cNvPr id="1526" name="Google Shape;1526;g39181ba8852_8_661"/>
          <p:cNvSpPr/>
          <p:nvPr/>
        </p:nvSpPr>
        <p:spPr>
          <a:xfrm>
            <a:off x="-76667" y="6253939"/>
            <a:ext cx="6893668" cy="1052239"/>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27" name="Google Shape;1527;g39181ba8852_8_661"/>
          <p:cNvSpPr txBox="1"/>
          <p:nvPr>
            <p:ph type="title"/>
          </p:nvPr>
        </p:nvSpPr>
        <p:spPr>
          <a:xfrm>
            <a:off x="7500283" y="3264028"/>
            <a:ext cx="5366400" cy="24684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Pipeline</a:t>
            </a:r>
            <a:endParaRPr/>
          </a:p>
        </p:txBody>
      </p:sp>
      <p:sp>
        <p:nvSpPr>
          <p:cNvPr id="1528" name="Google Shape;1528;g39181ba8852_8_661"/>
          <p:cNvSpPr txBox="1"/>
          <p:nvPr>
            <p:ph idx="2" type="title"/>
          </p:nvPr>
        </p:nvSpPr>
        <p:spPr>
          <a:xfrm>
            <a:off x="7500283" y="2076169"/>
            <a:ext cx="2574900" cy="14964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02</a:t>
            </a:r>
            <a:endParaRPr/>
          </a:p>
        </p:txBody>
      </p:sp>
      <p:grpSp>
        <p:nvGrpSpPr>
          <p:cNvPr id="1529" name="Google Shape;1529;g39181ba8852_8_661"/>
          <p:cNvGrpSpPr/>
          <p:nvPr/>
        </p:nvGrpSpPr>
        <p:grpSpPr>
          <a:xfrm>
            <a:off x="5040238" y="4246531"/>
            <a:ext cx="1030347" cy="2421944"/>
            <a:chOff x="3570318" y="2951672"/>
            <a:chExt cx="772780" cy="1816504"/>
          </a:xfrm>
        </p:grpSpPr>
        <p:sp>
          <p:nvSpPr>
            <p:cNvPr id="1530" name="Google Shape;1530;g39181ba8852_8_661"/>
            <p:cNvSpPr/>
            <p:nvPr/>
          </p:nvSpPr>
          <p:spPr>
            <a:xfrm>
              <a:off x="3878121" y="3933823"/>
              <a:ext cx="98876" cy="696675"/>
            </a:xfrm>
            <a:custGeom>
              <a:rect b="b" l="l" r="r" t="t"/>
              <a:pathLst>
                <a:path extrusionOk="0" h="9357" w="1328">
                  <a:moveTo>
                    <a:pt x="0" y="0"/>
                  </a:moveTo>
                  <a:lnTo>
                    <a:pt x="0" y="9356"/>
                  </a:lnTo>
                  <a:lnTo>
                    <a:pt x="1327" y="9356"/>
                  </a:lnTo>
                  <a:lnTo>
                    <a:pt x="1327"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1" name="Google Shape;1531;g39181ba8852_8_661"/>
            <p:cNvSpPr/>
            <p:nvPr/>
          </p:nvSpPr>
          <p:spPr>
            <a:xfrm>
              <a:off x="4160013" y="3747533"/>
              <a:ext cx="55097" cy="194476"/>
            </a:xfrm>
            <a:custGeom>
              <a:rect b="b" l="l" r="r" t="t"/>
              <a:pathLst>
                <a:path extrusionOk="0" h="2612" w="740">
                  <a:moveTo>
                    <a:pt x="0" y="0"/>
                  </a:moveTo>
                  <a:lnTo>
                    <a:pt x="0" y="2611"/>
                  </a:lnTo>
                  <a:lnTo>
                    <a:pt x="740" y="2611"/>
                  </a:lnTo>
                  <a:lnTo>
                    <a:pt x="740"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2" name="Google Shape;1532;g39181ba8852_8_661"/>
            <p:cNvSpPr/>
            <p:nvPr/>
          </p:nvSpPr>
          <p:spPr>
            <a:xfrm>
              <a:off x="3570318" y="3862568"/>
              <a:ext cx="644780" cy="139380"/>
            </a:xfrm>
            <a:custGeom>
              <a:rect b="b" l="l" r="r" t="t"/>
              <a:pathLst>
                <a:path extrusionOk="0" h="1872" w="8660">
                  <a:moveTo>
                    <a:pt x="675" y="0"/>
                  </a:moveTo>
                  <a:cubicBezTo>
                    <a:pt x="305" y="0"/>
                    <a:pt x="0" y="283"/>
                    <a:pt x="0" y="675"/>
                  </a:cubicBezTo>
                  <a:lnTo>
                    <a:pt x="0" y="1197"/>
                  </a:lnTo>
                  <a:cubicBezTo>
                    <a:pt x="0" y="1567"/>
                    <a:pt x="305" y="1871"/>
                    <a:pt x="675" y="1871"/>
                  </a:cubicBezTo>
                  <a:lnTo>
                    <a:pt x="7985" y="1871"/>
                  </a:lnTo>
                  <a:cubicBezTo>
                    <a:pt x="8355" y="1871"/>
                    <a:pt x="8660" y="1567"/>
                    <a:pt x="8660" y="1197"/>
                  </a:cubicBezTo>
                  <a:lnTo>
                    <a:pt x="8660" y="675"/>
                  </a:lnTo>
                  <a:cubicBezTo>
                    <a:pt x="8660" y="283"/>
                    <a:pt x="8355" y="0"/>
                    <a:pt x="798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3" name="Google Shape;1533;g39181ba8852_8_661"/>
            <p:cNvSpPr/>
            <p:nvPr/>
          </p:nvSpPr>
          <p:spPr>
            <a:xfrm>
              <a:off x="4146983" y="2951672"/>
              <a:ext cx="196114" cy="857871"/>
            </a:xfrm>
            <a:custGeom>
              <a:rect b="b" l="l" r="r" t="t"/>
              <a:pathLst>
                <a:path extrusionOk="0" h="11522" w="2634">
                  <a:moveTo>
                    <a:pt x="1817" y="1"/>
                  </a:moveTo>
                  <a:cubicBezTo>
                    <a:pt x="1524" y="1"/>
                    <a:pt x="1283" y="226"/>
                    <a:pt x="1263" y="506"/>
                  </a:cubicBezTo>
                  <a:lnTo>
                    <a:pt x="44" y="10863"/>
                  </a:lnTo>
                  <a:cubicBezTo>
                    <a:pt x="1" y="11168"/>
                    <a:pt x="219" y="11472"/>
                    <a:pt x="545" y="11494"/>
                  </a:cubicBezTo>
                  <a:lnTo>
                    <a:pt x="741" y="11516"/>
                  </a:lnTo>
                  <a:cubicBezTo>
                    <a:pt x="769" y="11520"/>
                    <a:pt x="796" y="11522"/>
                    <a:pt x="823" y="11522"/>
                  </a:cubicBezTo>
                  <a:cubicBezTo>
                    <a:pt x="1114" y="11522"/>
                    <a:pt x="1354" y="11314"/>
                    <a:pt x="1394" y="11016"/>
                  </a:cubicBezTo>
                  <a:lnTo>
                    <a:pt x="2612" y="659"/>
                  </a:lnTo>
                  <a:cubicBezTo>
                    <a:pt x="2634" y="354"/>
                    <a:pt x="2416" y="71"/>
                    <a:pt x="2112" y="28"/>
                  </a:cubicBezTo>
                  <a:lnTo>
                    <a:pt x="1894" y="6"/>
                  </a:lnTo>
                  <a:cubicBezTo>
                    <a:pt x="1868" y="3"/>
                    <a:pt x="1842" y="1"/>
                    <a:pt x="181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4" name="Google Shape;1534;g39181ba8852_8_661"/>
            <p:cNvSpPr/>
            <p:nvPr/>
          </p:nvSpPr>
          <p:spPr>
            <a:xfrm>
              <a:off x="4168054" y="2976094"/>
              <a:ext cx="123223" cy="792797"/>
            </a:xfrm>
            <a:custGeom>
              <a:rect b="b" l="l" r="r" t="t"/>
              <a:pathLst>
                <a:path extrusionOk="0" h="10648" w="1655">
                  <a:moveTo>
                    <a:pt x="1419" y="1"/>
                  </a:moveTo>
                  <a:cubicBezTo>
                    <a:pt x="1307" y="1"/>
                    <a:pt x="1217" y="83"/>
                    <a:pt x="1198" y="200"/>
                  </a:cubicBezTo>
                  <a:lnTo>
                    <a:pt x="1" y="10405"/>
                  </a:lnTo>
                  <a:cubicBezTo>
                    <a:pt x="1" y="10535"/>
                    <a:pt x="88" y="10644"/>
                    <a:pt x="197" y="10644"/>
                  </a:cubicBezTo>
                  <a:cubicBezTo>
                    <a:pt x="210" y="10646"/>
                    <a:pt x="224" y="10647"/>
                    <a:pt x="237" y="10647"/>
                  </a:cubicBezTo>
                  <a:cubicBezTo>
                    <a:pt x="349" y="10647"/>
                    <a:pt x="436" y="10567"/>
                    <a:pt x="436" y="10470"/>
                  </a:cubicBezTo>
                  <a:lnTo>
                    <a:pt x="1654" y="244"/>
                  </a:lnTo>
                  <a:cubicBezTo>
                    <a:pt x="1654" y="135"/>
                    <a:pt x="1567" y="26"/>
                    <a:pt x="1459" y="4"/>
                  </a:cubicBezTo>
                  <a:cubicBezTo>
                    <a:pt x="1445" y="2"/>
                    <a:pt x="1432" y="1"/>
                    <a:pt x="141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5" name="Google Shape;1535;g39181ba8852_8_661"/>
            <p:cNvSpPr/>
            <p:nvPr/>
          </p:nvSpPr>
          <p:spPr>
            <a:xfrm>
              <a:off x="3618863" y="4653068"/>
              <a:ext cx="113469" cy="115107"/>
            </a:xfrm>
            <a:custGeom>
              <a:rect b="b" l="l" r="r" t="t"/>
              <a:pathLst>
                <a:path extrusionOk="0" h="1546" w="1524">
                  <a:moveTo>
                    <a:pt x="762" y="1"/>
                  </a:moveTo>
                  <a:cubicBezTo>
                    <a:pt x="349" y="1"/>
                    <a:pt x="1" y="349"/>
                    <a:pt x="1" y="784"/>
                  </a:cubicBezTo>
                  <a:cubicBezTo>
                    <a:pt x="1" y="1198"/>
                    <a:pt x="349" y="1546"/>
                    <a:pt x="762" y="1546"/>
                  </a:cubicBezTo>
                  <a:cubicBezTo>
                    <a:pt x="1198" y="1546"/>
                    <a:pt x="1524" y="1198"/>
                    <a:pt x="1524" y="784"/>
                  </a:cubicBezTo>
                  <a:cubicBezTo>
                    <a:pt x="1524" y="349"/>
                    <a:pt x="1198" y="1"/>
                    <a:pt x="762"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6" name="Google Shape;1536;g39181ba8852_8_661"/>
            <p:cNvSpPr/>
            <p:nvPr/>
          </p:nvSpPr>
          <p:spPr>
            <a:xfrm>
              <a:off x="4135666" y="4653068"/>
              <a:ext cx="113469" cy="115107"/>
            </a:xfrm>
            <a:custGeom>
              <a:rect b="b" l="l" r="r" t="t"/>
              <a:pathLst>
                <a:path extrusionOk="0" h="1546" w="1524">
                  <a:moveTo>
                    <a:pt x="762" y="1"/>
                  </a:moveTo>
                  <a:cubicBezTo>
                    <a:pt x="327" y="1"/>
                    <a:pt x="1" y="349"/>
                    <a:pt x="1" y="784"/>
                  </a:cubicBezTo>
                  <a:cubicBezTo>
                    <a:pt x="1" y="1198"/>
                    <a:pt x="327" y="1546"/>
                    <a:pt x="762" y="1546"/>
                  </a:cubicBezTo>
                  <a:cubicBezTo>
                    <a:pt x="1176" y="1546"/>
                    <a:pt x="1524" y="1198"/>
                    <a:pt x="1524" y="784"/>
                  </a:cubicBezTo>
                  <a:cubicBezTo>
                    <a:pt x="1524" y="349"/>
                    <a:pt x="1176" y="1"/>
                    <a:pt x="762"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7" name="Google Shape;1537;g39181ba8852_8_661"/>
            <p:cNvSpPr/>
            <p:nvPr/>
          </p:nvSpPr>
          <p:spPr>
            <a:xfrm>
              <a:off x="3588113" y="4630434"/>
              <a:ext cx="678881" cy="47056"/>
            </a:xfrm>
            <a:custGeom>
              <a:rect b="b" l="l" r="r" t="t"/>
              <a:pathLst>
                <a:path extrusionOk="0" h="632" w="9118">
                  <a:moveTo>
                    <a:pt x="631" y="0"/>
                  </a:moveTo>
                  <a:cubicBezTo>
                    <a:pt x="283" y="0"/>
                    <a:pt x="0" y="283"/>
                    <a:pt x="0" y="631"/>
                  </a:cubicBezTo>
                  <a:lnTo>
                    <a:pt x="9117" y="631"/>
                  </a:lnTo>
                  <a:cubicBezTo>
                    <a:pt x="9117" y="283"/>
                    <a:pt x="8834" y="0"/>
                    <a:pt x="8486"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38" name="Google Shape;1538;g39181ba8852_8_661"/>
            <p:cNvSpPr/>
            <p:nvPr/>
          </p:nvSpPr>
          <p:spPr>
            <a:xfrm>
              <a:off x="3936420" y="3995398"/>
              <a:ext cx="24347" cy="635101"/>
            </a:xfrm>
            <a:custGeom>
              <a:rect b="b" l="l" r="r" t="t"/>
              <a:pathLst>
                <a:path extrusionOk="0" h="8530" w="327">
                  <a:moveTo>
                    <a:pt x="0" y="0"/>
                  </a:moveTo>
                  <a:lnTo>
                    <a:pt x="0" y="8529"/>
                  </a:lnTo>
                  <a:lnTo>
                    <a:pt x="327" y="8529"/>
                  </a:lnTo>
                  <a:lnTo>
                    <a:pt x="327"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539" name="Google Shape;1539;g39181ba8852_8_661"/>
          <p:cNvGrpSpPr/>
          <p:nvPr/>
        </p:nvGrpSpPr>
        <p:grpSpPr>
          <a:xfrm>
            <a:off x="3286644" y="3266033"/>
            <a:ext cx="1870070" cy="3590259"/>
            <a:chOff x="2284008" y="1987615"/>
            <a:chExt cx="1448320" cy="2780560"/>
          </a:xfrm>
        </p:grpSpPr>
        <p:sp>
          <p:nvSpPr>
            <p:cNvPr id="1540" name="Google Shape;1540;g39181ba8852_8_661"/>
            <p:cNvSpPr/>
            <p:nvPr/>
          </p:nvSpPr>
          <p:spPr>
            <a:xfrm>
              <a:off x="2447588" y="2777222"/>
              <a:ext cx="476363" cy="252700"/>
            </a:xfrm>
            <a:custGeom>
              <a:rect b="b" l="l" r="r" t="t"/>
              <a:pathLst>
                <a:path extrusionOk="0" h="3394" w="6398">
                  <a:moveTo>
                    <a:pt x="5382" y="0"/>
                  </a:moveTo>
                  <a:cubicBezTo>
                    <a:pt x="4709" y="0"/>
                    <a:pt x="3754" y="396"/>
                    <a:pt x="3199" y="652"/>
                  </a:cubicBezTo>
                  <a:cubicBezTo>
                    <a:pt x="2351" y="1043"/>
                    <a:pt x="1" y="2458"/>
                    <a:pt x="1" y="2458"/>
                  </a:cubicBezTo>
                  <a:lnTo>
                    <a:pt x="371" y="3393"/>
                  </a:lnTo>
                  <a:cubicBezTo>
                    <a:pt x="371" y="3393"/>
                    <a:pt x="2851" y="3002"/>
                    <a:pt x="5266" y="2044"/>
                  </a:cubicBezTo>
                  <a:cubicBezTo>
                    <a:pt x="5505" y="1936"/>
                    <a:pt x="6398" y="1326"/>
                    <a:pt x="6115" y="412"/>
                  </a:cubicBezTo>
                  <a:cubicBezTo>
                    <a:pt x="6017" y="111"/>
                    <a:pt x="5739" y="0"/>
                    <a:pt x="5382"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1" name="Google Shape;1541;g39181ba8852_8_661"/>
            <p:cNvSpPr/>
            <p:nvPr/>
          </p:nvSpPr>
          <p:spPr>
            <a:xfrm>
              <a:off x="2369856" y="3033425"/>
              <a:ext cx="77805" cy="51597"/>
            </a:xfrm>
            <a:custGeom>
              <a:rect b="b" l="l" r="r" t="t"/>
              <a:pathLst>
                <a:path extrusionOk="0" h="693" w="1045">
                  <a:moveTo>
                    <a:pt x="824" y="0"/>
                  </a:moveTo>
                  <a:cubicBezTo>
                    <a:pt x="802" y="0"/>
                    <a:pt x="780" y="5"/>
                    <a:pt x="762" y="18"/>
                  </a:cubicBezTo>
                  <a:lnTo>
                    <a:pt x="109" y="366"/>
                  </a:lnTo>
                  <a:cubicBezTo>
                    <a:pt x="44" y="431"/>
                    <a:pt x="0" y="518"/>
                    <a:pt x="44" y="605"/>
                  </a:cubicBezTo>
                  <a:cubicBezTo>
                    <a:pt x="73" y="663"/>
                    <a:pt x="131" y="692"/>
                    <a:pt x="192" y="692"/>
                  </a:cubicBezTo>
                  <a:cubicBezTo>
                    <a:pt x="223" y="692"/>
                    <a:pt x="254" y="685"/>
                    <a:pt x="283" y="670"/>
                  </a:cubicBezTo>
                  <a:lnTo>
                    <a:pt x="914" y="322"/>
                  </a:lnTo>
                  <a:cubicBezTo>
                    <a:pt x="1001" y="279"/>
                    <a:pt x="1045" y="170"/>
                    <a:pt x="979" y="105"/>
                  </a:cubicBezTo>
                  <a:lnTo>
                    <a:pt x="979" y="83"/>
                  </a:lnTo>
                  <a:cubicBezTo>
                    <a:pt x="948" y="36"/>
                    <a:pt x="883" y="0"/>
                    <a:pt x="824"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2" name="Google Shape;1542;g39181ba8852_8_661"/>
            <p:cNvSpPr/>
            <p:nvPr/>
          </p:nvSpPr>
          <p:spPr>
            <a:xfrm>
              <a:off x="2356900" y="3013620"/>
              <a:ext cx="76167" cy="51970"/>
            </a:xfrm>
            <a:custGeom>
              <a:rect b="b" l="l" r="r" t="t"/>
              <a:pathLst>
                <a:path extrusionOk="0" h="698" w="1023">
                  <a:moveTo>
                    <a:pt x="831" y="1"/>
                  </a:moveTo>
                  <a:cubicBezTo>
                    <a:pt x="800" y="1"/>
                    <a:pt x="769" y="8"/>
                    <a:pt x="740" y="23"/>
                  </a:cubicBezTo>
                  <a:lnTo>
                    <a:pt x="109" y="371"/>
                  </a:lnTo>
                  <a:cubicBezTo>
                    <a:pt x="22" y="414"/>
                    <a:pt x="0" y="523"/>
                    <a:pt x="44" y="610"/>
                  </a:cubicBezTo>
                  <a:cubicBezTo>
                    <a:pt x="73" y="668"/>
                    <a:pt x="131" y="697"/>
                    <a:pt x="192" y="697"/>
                  </a:cubicBezTo>
                  <a:cubicBezTo>
                    <a:pt x="223" y="697"/>
                    <a:pt x="254" y="690"/>
                    <a:pt x="283" y="675"/>
                  </a:cubicBezTo>
                  <a:lnTo>
                    <a:pt x="914" y="327"/>
                  </a:lnTo>
                  <a:cubicBezTo>
                    <a:pt x="1001" y="284"/>
                    <a:pt x="1023" y="175"/>
                    <a:pt x="979" y="88"/>
                  </a:cubicBezTo>
                  <a:cubicBezTo>
                    <a:pt x="950" y="30"/>
                    <a:pt x="892" y="1"/>
                    <a:pt x="831"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3" name="Google Shape;1543;g39181ba8852_8_661"/>
            <p:cNvSpPr/>
            <p:nvPr/>
          </p:nvSpPr>
          <p:spPr>
            <a:xfrm>
              <a:off x="2343945" y="2994187"/>
              <a:ext cx="77805" cy="51597"/>
            </a:xfrm>
            <a:custGeom>
              <a:rect b="b" l="l" r="r" t="t"/>
              <a:pathLst>
                <a:path extrusionOk="0" h="693" w="1045">
                  <a:moveTo>
                    <a:pt x="853" y="1"/>
                  </a:moveTo>
                  <a:cubicBezTo>
                    <a:pt x="822" y="1"/>
                    <a:pt x="791" y="8"/>
                    <a:pt x="762" y="22"/>
                  </a:cubicBezTo>
                  <a:lnTo>
                    <a:pt x="109" y="371"/>
                  </a:lnTo>
                  <a:cubicBezTo>
                    <a:pt x="44" y="414"/>
                    <a:pt x="0" y="523"/>
                    <a:pt x="44" y="588"/>
                  </a:cubicBezTo>
                  <a:lnTo>
                    <a:pt x="44" y="610"/>
                  </a:lnTo>
                  <a:cubicBezTo>
                    <a:pt x="91" y="657"/>
                    <a:pt x="149" y="693"/>
                    <a:pt x="211" y="693"/>
                  </a:cubicBezTo>
                  <a:cubicBezTo>
                    <a:pt x="234" y="693"/>
                    <a:pt x="259" y="687"/>
                    <a:pt x="283" y="675"/>
                  </a:cubicBezTo>
                  <a:lnTo>
                    <a:pt x="936" y="327"/>
                  </a:lnTo>
                  <a:cubicBezTo>
                    <a:pt x="1001" y="284"/>
                    <a:pt x="1045" y="175"/>
                    <a:pt x="1001" y="88"/>
                  </a:cubicBezTo>
                  <a:cubicBezTo>
                    <a:pt x="972" y="30"/>
                    <a:pt x="914" y="1"/>
                    <a:pt x="853"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4" name="Google Shape;1544;g39181ba8852_8_661"/>
            <p:cNvSpPr/>
            <p:nvPr/>
          </p:nvSpPr>
          <p:spPr>
            <a:xfrm>
              <a:off x="2334191" y="2973488"/>
              <a:ext cx="77805" cy="51597"/>
            </a:xfrm>
            <a:custGeom>
              <a:rect b="b" l="l" r="r" t="t"/>
              <a:pathLst>
                <a:path extrusionOk="0" h="693" w="1045">
                  <a:moveTo>
                    <a:pt x="835" y="0"/>
                  </a:moveTo>
                  <a:cubicBezTo>
                    <a:pt x="811" y="0"/>
                    <a:pt x="786" y="5"/>
                    <a:pt x="762" y="18"/>
                  </a:cubicBezTo>
                  <a:lnTo>
                    <a:pt x="109" y="366"/>
                  </a:lnTo>
                  <a:cubicBezTo>
                    <a:pt x="44" y="409"/>
                    <a:pt x="1" y="518"/>
                    <a:pt x="44" y="605"/>
                  </a:cubicBezTo>
                  <a:cubicBezTo>
                    <a:pt x="88" y="663"/>
                    <a:pt x="141" y="692"/>
                    <a:pt x="197" y="692"/>
                  </a:cubicBezTo>
                  <a:cubicBezTo>
                    <a:pt x="225" y="692"/>
                    <a:pt x="254" y="685"/>
                    <a:pt x="283" y="670"/>
                  </a:cubicBezTo>
                  <a:lnTo>
                    <a:pt x="936" y="322"/>
                  </a:lnTo>
                  <a:cubicBezTo>
                    <a:pt x="1001" y="279"/>
                    <a:pt x="1045" y="170"/>
                    <a:pt x="1001" y="83"/>
                  </a:cubicBezTo>
                  <a:cubicBezTo>
                    <a:pt x="954" y="36"/>
                    <a:pt x="896" y="0"/>
                    <a:pt x="835"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5" name="Google Shape;1545;g39181ba8852_8_661"/>
            <p:cNvSpPr/>
            <p:nvPr/>
          </p:nvSpPr>
          <p:spPr>
            <a:xfrm>
              <a:off x="2339031" y="2940727"/>
              <a:ext cx="176682" cy="142656"/>
            </a:xfrm>
            <a:custGeom>
              <a:rect b="b" l="l" r="r" t="t"/>
              <a:pathLst>
                <a:path extrusionOk="0" h="1916" w="2373">
                  <a:moveTo>
                    <a:pt x="2351" y="1"/>
                  </a:moveTo>
                  <a:cubicBezTo>
                    <a:pt x="2351" y="1"/>
                    <a:pt x="1154" y="109"/>
                    <a:pt x="936" y="196"/>
                  </a:cubicBezTo>
                  <a:cubicBezTo>
                    <a:pt x="697" y="284"/>
                    <a:pt x="1" y="871"/>
                    <a:pt x="1" y="871"/>
                  </a:cubicBezTo>
                  <a:cubicBezTo>
                    <a:pt x="1" y="871"/>
                    <a:pt x="393" y="1002"/>
                    <a:pt x="480" y="1197"/>
                  </a:cubicBezTo>
                  <a:cubicBezTo>
                    <a:pt x="545" y="1393"/>
                    <a:pt x="697" y="1915"/>
                    <a:pt x="697" y="1915"/>
                  </a:cubicBezTo>
                  <a:cubicBezTo>
                    <a:pt x="697" y="1915"/>
                    <a:pt x="1480" y="1720"/>
                    <a:pt x="1785" y="1524"/>
                  </a:cubicBezTo>
                  <a:cubicBezTo>
                    <a:pt x="2111" y="1328"/>
                    <a:pt x="2373" y="1067"/>
                    <a:pt x="2373" y="1067"/>
                  </a:cubicBezTo>
                  <a:lnTo>
                    <a:pt x="235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6" name="Google Shape;1546;g39181ba8852_8_661"/>
            <p:cNvSpPr/>
            <p:nvPr/>
          </p:nvSpPr>
          <p:spPr>
            <a:xfrm>
              <a:off x="2442749" y="2922932"/>
              <a:ext cx="103716" cy="123149"/>
            </a:xfrm>
            <a:custGeom>
              <a:rect b="b" l="l" r="r" t="t"/>
              <a:pathLst>
                <a:path extrusionOk="0" h="1654" w="1393">
                  <a:moveTo>
                    <a:pt x="892" y="0"/>
                  </a:moveTo>
                  <a:lnTo>
                    <a:pt x="0" y="327"/>
                  </a:lnTo>
                  <a:lnTo>
                    <a:pt x="566" y="1654"/>
                  </a:lnTo>
                  <a:lnTo>
                    <a:pt x="1393" y="1284"/>
                  </a:lnTo>
                  <a:lnTo>
                    <a:pt x="892"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7" name="Google Shape;1547;g39181ba8852_8_661"/>
            <p:cNvSpPr/>
            <p:nvPr/>
          </p:nvSpPr>
          <p:spPr>
            <a:xfrm>
              <a:off x="2752190" y="2511562"/>
              <a:ext cx="458494" cy="414640"/>
            </a:xfrm>
            <a:custGeom>
              <a:rect b="b" l="l" r="r" t="t"/>
              <a:pathLst>
                <a:path extrusionOk="0" h="5569" w="6158">
                  <a:moveTo>
                    <a:pt x="4737" y="1"/>
                  </a:moveTo>
                  <a:cubicBezTo>
                    <a:pt x="4188" y="1"/>
                    <a:pt x="3689" y="375"/>
                    <a:pt x="3307" y="695"/>
                  </a:cubicBezTo>
                  <a:cubicBezTo>
                    <a:pt x="2785" y="1174"/>
                    <a:pt x="218" y="3980"/>
                    <a:pt x="109" y="4350"/>
                  </a:cubicBezTo>
                  <a:cubicBezTo>
                    <a:pt x="0" y="4742"/>
                    <a:pt x="914" y="5569"/>
                    <a:pt x="1175" y="5569"/>
                  </a:cubicBezTo>
                  <a:cubicBezTo>
                    <a:pt x="1176" y="5569"/>
                    <a:pt x="1177" y="5569"/>
                    <a:pt x="1179" y="5569"/>
                  </a:cubicBezTo>
                  <a:cubicBezTo>
                    <a:pt x="1484" y="5569"/>
                    <a:pt x="4876" y="2781"/>
                    <a:pt x="5418" y="2131"/>
                  </a:cubicBezTo>
                  <a:cubicBezTo>
                    <a:pt x="5962" y="1478"/>
                    <a:pt x="6158" y="739"/>
                    <a:pt x="5461" y="238"/>
                  </a:cubicBezTo>
                  <a:cubicBezTo>
                    <a:pt x="5214" y="69"/>
                    <a:pt x="4971" y="1"/>
                    <a:pt x="4737"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8" name="Google Shape;1548;g39181ba8852_8_661"/>
            <p:cNvSpPr/>
            <p:nvPr/>
          </p:nvSpPr>
          <p:spPr>
            <a:xfrm>
              <a:off x="3014649" y="2195496"/>
              <a:ext cx="576728" cy="1207139"/>
            </a:xfrm>
            <a:custGeom>
              <a:rect b="b" l="l" r="r" t="t"/>
              <a:pathLst>
                <a:path extrusionOk="0" h="16213" w="7746">
                  <a:moveTo>
                    <a:pt x="2872" y="1"/>
                  </a:moveTo>
                  <a:lnTo>
                    <a:pt x="1088" y="1219"/>
                  </a:lnTo>
                  <a:cubicBezTo>
                    <a:pt x="1088" y="1219"/>
                    <a:pt x="1436" y="3352"/>
                    <a:pt x="1436" y="3504"/>
                  </a:cubicBezTo>
                  <a:cubicBezTo>
                    <a:pt x="1458" y="3656"/>
                    <a:pt x="239" y="4396"/>
                    <a:pt x="87" y="4744"/>
                  </a:cubicBezTo>
                  <a:cubicBezTo>
                    <a:pt x="0" y="4918"/>
                    <a:pt x="109" y="5310"/>
                    <a:pt x="131" y="5571"/>
                  </a:cubicBezTo>
                  <a:cubicBezTo>
                    <a:pt x="152" y="5810"/>
                    <a:pt x="87" y="6768"/>
                    <a:pt x="587" y="7812"/>
                  </a:cubicBezTo>
                  <a:cubicBezTo>
                    <a:pt x="653" y="7986"/>
                    <a:pt x="1458" y="10488"/>
                    <a:pt x="1632" y="11228"/>
                  </a:cubicBezTo>
                  <a:cubicBezTo>
                    <a:pt x="1828" y="11946"/>
                    <a:pt x="2328" y="14862"/>
                    <a:pt x="2633" y="15166"/>
                  </a:cubicBezTo>
                  <a:cubicBezTo>
                    <a:pt x="2929" y="15463"/>
                    <a:pt x="4256" y="16212"/>
                    <a:pt x="4427" y="16212"/>
                  </a:cubicBezTo>
                  <a:cubicBezTo>
                    <a:pt x="4432" y="16212"/>
                    <a:pt x="4436" y="16212"/>
                    <a:pt x="4439" y="16211"/>
                  </a:cubicBezTo>
                  <a:cubicBezTo>
                    <a:pt x="4569" y="16189"/>
                    <a:pt x="7746" y="13970"/>
                    <a:pt x="7289" y="12903"/>
                  </a:cubicBezTo>
                  <a:cubicBezTo>
                    <a:pt x="6854" y="11816"/>
                    <a:pt x="5875" y="10205"/>
                    <a:pt x="5853" y="8987"/>
                  </a:cubicBezTo>
                  <a:cubicBezTo>
                    <a:pt x="5831" y="7790"/>
                    <a:pt x="6005" y="4483"/>
                    <a:pt x="5461" y="3809"/>
                  </a:cubicBezTo>
                  <a:cubicBezTo>
                    <a:pt x="5004" y="3243"/>
                    <a:pt x="4265" y="2721"/>
                    <a:pt x="3742" y="2481"/>
                  </a:cubicBezTo>
                  <a:cubicBezTo>
                    <a:pt x="3568" y="2394"/>
                    <a:pt x="2872" y="1"/>
                    <a:pt x="2872"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49" name="Google Shape;1549;g39181ba8852_8_661"/>
            <p:cNvSpPr/>
            <p:nvPr/>
          </p:nvSpPr>
          <p:spPr>
            <a:xfrm>
              <a:off x="3013011" y="2380222"/>
              <a:ext cx="542777" cy="818186"/>
            </a:xfrm>
            <a:custGeom>
              <a:rect b="b" l="l" r="r" t="t"/>
              <a:pathLst>
                <a:path extrusionOk="0" h="10989" w="7290">
                  <a:moveTo>
                    <a:pt x="3764" y="0"/>
                  </a:moveTo>
                  <a:lnTo>
                    <a:pt x="1980" y="1785"/>
                  </a:lnTo>
                  <a:lnTo>
                    <a:pt x="1458" y="1023"/>
                  </a:lnTo>
                  <a:cubicBezTo>
                    <a:pt x="1458" y="1023"/>
                    <a:pt x="218" y="1915"/>
                    <a:pt x="109" y="2263"/>
                  </a:cubicBezTo>
                  <a:cubicBezTo>
                    <a:pt x="0" y="2611"/>
                    <a:pt x="87" y="3286"/>
                    <a:pt x="87" y="3547"/>
                  </a:cubicBezTo>
                  <a:cubicBezTo>
                    <a:pt x="87" y="3786"/>
                    <a:pt x="327" y="4918"/>
                    <a:pt x="653" y="5853"/>
                  </a:cubicBezTo>
                  <a:cubicBezTo>
                    <a:pt x="849" y="6419"/>
                    <a:pt x="1023" y="7159"/>
                    <a:pt x="1349" y="8116"/>
                  </a:cubicBezTo>
                  <a:cubicBezTo>
                    <a:pt x="1632" y="8921"/>
                    <a:pt x="2046" y="10988"/>
                    <a:pt x="2046" y="10988"/>
                  </a:cubicBezTo>
                  <a:cubicBezTo>
                    <a:pt x="2046" y="10988"/>
                    <a:pt x="2851" y="10814"/>
                    <a:pt x="4047" y="10466"/>
                  </a:cubicBezTo>
                  <a:cubicBezTo>
                    <a:pt x="5440" y="10031"/>
                    <a:pt x="7028" y="9639"/>
                    <a:pt x="7072" y="9574"/>
                  </a:cubicBezTo>
                  <a:cubicBezTo>
                    <a:pt x="7289" y="9291"/>
                    <a:pt x="6158" y="7006"/>
                    <a:pt x="6158" y="6767"/>
                  </a:cubicBezTo>
                  <a:cubicBezTo>
                    <a:pt x="6136" y="6506"/>
                    <a:pt x="5897" y="2089"/>
                    <a:pt x="5788" y="1545"/>
                  </a:cubicBezTo>
                  <a:cubicBezTo>
                    <a:pt x="5679" y="979"/>
                    <a:pt x="5266" y="718"/>
                    <a:pt x="4852" y="457"/>
                  </a:cubicBezTo>
                  <a:cubicBezTo>
                    <a:pt x="4417" y="196"/>
                    <a:pt x="3764" y="0"/>
                    <a:pt x="376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0" name="Google Shape;1550;g39181ba8852_8_661"/>
            <p:cNvSpPr/>
            <p:nvPr/>
          </p:nvSpPr>
          <p:spPr>
            <a:xfrm>
              <a:off x="3176592" y="2402856"/>
              <a:ext cx="400270" cy="735615"/>
            </a:xfrm>
            <a:custGeom>
              <a:rect b="b" l="l" r="r" t="t"/>
              <a:pathLst>
                <a:path extrusionOk="0" h="9880" w="5376">
                  <a:moveTo>
                    <a:pt x="2351" y="1"/>
                  </a:moveTo>
                  <a:cubicBezTo>
                    <a:pt x="2351" y="1"/>
                    <a:pt x="1698" y="545"/>
                    <a:pt x="1459" y="1285"/>
                  </a:cubicBezTo>
                  <a:cubicBezTo>
                    <a:pt x="828" y="3243"/>
                    <a:pt x="3025" y="5310"/>
                    <a:pt x="1850" y="5941"/>
                  </a:cubicBezTo>
                  <a:cubicBezTo>
                    <a:pt x="1" y="6942"/>
                    <a:pt x="436" y="7464"/>
                    <a:pt x="458" y="7856"/>
                  </a:cubicBezTo>
                  <a:cubicBezTo>
                    <a:pt x="480" y="8748"/>
                    <a:pt x="349" y="9879"/>
                    <a:pt x="349" y="9879"/>
                  </a:cubicBezTo>
                  <a:lnTo>
                    <a:pt x="4788" y="9357"/>
                  </a:lnTo>
                  <a:cubicBezTo>
                    <a:pt x="5375" y="9335"/>
                    <a:pt x="3983" y="6920"/>
                    <a:pt x="3961" y="6267"/>
                  </a:cubicBezTo>
                  <a:cubicBezTo>
                    <a:pt x="3787" y="3526"/>
                    <a:pt x="3634" y="1524"/>
                    <a:pt x="3547" y="1067"/>
                  </a:cubicBezTo>
                  <a:cubicBezTo>
                    <a:pt x="3417" y="458"/>
                    <a:pt x="2351" y="1"/>
                    <a:pt x="2351"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1" name="Google Shape;1551;g39181ba8852_8_661"/>
            <p:cNvSpPr/>
            <p:nvPr/>
          </p:nvSpPr>
          <p:spPr>
            <a:xfrm>
              <a:off x="3106975" y="2258709"/>
              <a:ext cx="171768" cy="134540"/>
            </a:xfrm>
            <a:custGeom>
              <a:rect b="b" l="l" r="r" t="t"/>
              <a:pathLst>
                <a:path extrusionOk="0" h="1807" w="2307">
                  <a:moveTo>
                    <a:pt x="1937" y="0"/>
                  </a:moveTo>
                  <a:lnTo>
                    <a:pt x="0" y="1306"/>
                  </a:lnTo>
                  <a:lnTo>
                    <a:pt x="1741" y="1806"/>
                  </a:lnTo>
                  <a:lnTo>
                    <a:pt x="2307" y="1241"/>
                  </a:lnTo>
                  <a:lnTo>
                    <a:pt x="1937"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2" name="Google Shape;1552;g39181ba8852_8_661"/>
            <p:cNvSpPr/>
            <p:nvPr/>
          </p:nvSpPr>
          <p:spPr>
            <a:xfrm>
              <a:off x="2991940" y="1994018"/>
              <a:ext cx="330580" cy="362596"/>
            </a:xfrm>
            <a:custGeom>
              <a:rect b="b" l="l" r="r" t="t"/>
              <a:pathLst>
                <a:path extrusionOk="0" h="4870" w="4440">
                  <a:moveTo>
                    <a:pt x="2334" y="0"/>
                  </a:moveTo>
                  <a:cubicBezTo>
                    <a:pt x="1603" y="0"/>
                    <a:pt x="868" y="392"/>
                    <a:pt x="566" y="749"/>
                  </a:cubicBezTo>
                  <a:cubicBezTo>
                    <a:pt x="0" y="1401"/>
                    <a:pt x="414" y="2359"/>
                    <a:pt x="457" y="2446"/>
                  </a:cubicBezTo>
                  <a:cubicBezTo>
                    <a:pt x="501" y="2533"/>
                    <a:pt x="457" y="3403"/>
                    <a:pt x="479" y="3534"/>
                  </a:cubicBezTo>
                  <a:cubicBezTo>
                    <a:pt x="498" y="3609"/>
                    <a:pt x="599" y="3669"/>
                    <a:pt x="654" y="3669"/>
                  </a:cubicBezTo>
                  <a:cubicBezTo>
                    <a:pt x="662" y="3669"/>
                    <a:pt x="669" y="3667"/>
                    <a:pt x="675" y="3664"/>
                  </a:cubicBezTo>
                  <a:cubicBezTo>
                    <a:pt x="740" y="3664"/>
                    <a:pt x="1001" y="4839"/>
                    <a:pt x="1175" y="4861"/>
                  </a:cubicBezTo>
                  <a:cubicBezTo>
                    <a:pt x="1196" y="4867"/>
                    <a:pt x="1223" y="4869"/>
                    <a:pt x="1255" y="4869"/>
                  </a:cubicBezTo>
                  <a:cubicBezTo>
                    <a:pt x="1606" y="4869"/>
                    <a:pt x="2599" y="4571"/>
                    <a:pt x="2698" y="4491"/>
                  </a:cubicBezTo>
                  <a:cubicBezTo>
                    <a:pt x="3308" y="4121"/>
                    <a:pt x="3612" y="3817"/>
                    <a:pt x="3873" y="3251"/>
                  </a:cubicBezTo>
                  <a:cubicBezTo>
                    <a:pt x="4221" y="2555"/>
                    <a:pt x="4439" y="1467"/>
                    <a:pt x="3525" y="488"/>
                  </a:cubicBezTo>
                  <a:cubicBezTo>
                    <a:pt x="3188" y="134"/>
                    <a:pt x="2762" y="0"/>
                    <a:pt x="233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3" name="Google Shape;1553;g39181ba8852_8_661"/>
            <p:cNvSpPr/>
            <p:nvPr/>
          </p:nvSpPr>
          <p:spPr>
            <a:xfrm>
              <a:off x="3013011" y="1987615"/>
              <a:ext cx="317551" cy="293874"/>
            </a:xfrm>
            <a:custGeom>
              <a:rect b="b" l="l" r="r" t="t"/>
              <a:pathLst>
                <a:path extrusionOk="0" h="3947" w="4265">
                  <a:moveTo>
                    <a:pt x="1797" y="0"/>
                  </a:moveTo>
                  <a:cubicBezTo>
                    <a:pt x="1615" y="0"/>
                    <a:pt x="1470" y="24"/>
                    <a:pt x="1393" y="51"/>
                  </a:cubicBezTo>
                  <a:cubicBezTo>
                    <a:pt x="1088" y="138"/>
                    <a:pt x="131" y="334"/>
                    <a:pt x="0" y="1400"/>
                  </a:cubicBezTo>
                  <a:cubicBezTo>
                    <a:pt x="0" y="1400"/>
                    <a:pt x="283" y="1197"/>
                    <a:pt x="765" y="1197"/>
                  </a:cubicBezTo>
                  <a:cubicBezTo>
                    <a:pt x="1118" y="1197"/>
                    <a:pt x="1577" y="1306"/>
                    <a:pt x="2111" y="1683"/>
                  </a:cubicBezTo>
                  <a:cubicBezTo>
                    <a:pt x="2372" y="1879"/>
                    <a:pt x="2024" y="2880"/>
                    <a:pt x="2111" y="2945"/>
                  </a:cubicBezTo>
                  <a:cubicBezTo>
                    <a:pt x="2114" y="2949"/>
                    <a:pt x="2118" y="2951"/>
                    <a:pt x="2124" y="2951"/>
                  </a:cubicBezTo>
                  <a:cubicBezTo>
                    <a:pt x="2236" y="2951"/>
                    <a:pt x="2836" y="2240"/>
                    <a:pt x="2891" y="2240"/>
                  </a:cubicBezTo>
                  <a:cubicBezTo>
                    <a:pt x="2894" y="2240"/>
                    <a:pt x="2895" y="2243"/>
                    <a:pt x="2894" y="2249"/>
                  </a:cubicBezTo>
                  <a:cubicBezTo>
                    <a:pt x="2698" y="3380"/>
                    <a:pt x="3133" y="3946"/>
                    <a:pt x="3220" y="3946"/>
                  </a:cubicBezTo>
                  <a:cubicBezTo>
                    <a:pt x="3525" y="3924"/>
                    <a:pt x="4265" y="2271"/>
                    <a:pt x="3656" y="1096"/>
                  </a:cubicBezTo>
                  <a:cubicBezTo>
                    <a:pt x="3201" y="203"/>
                    <a:pt x="2334" y="0"/>
                    <a:pt x="1797"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4" name="Google Shape;1554;g39181ba8852_8_661"/>
            <p:cNvSpPr/>
            <p:nvPr/>
          </p:nvSpPr>
          <p:spPr>
            <a:xfrm>
              <a:off x="3186346" y="2136974"/>
              <a:ext cx="55171" cy="97834"/>
            </a:xfrm>
            <a:custGeom>
              <a:rect b="b" l="l" r="r" t="t"/>
              <a:pathLst>
                <a:path extrusionOk="0" h="1314" w="741">
                  <a:moveTo>
                    <a:pt x="390" y="1"/>
                  </a:moveTo>
                  <a:cubicBezTo>
                    <a:pt x="222" y="1"/>
                    <a:pt x="126" y="119"/>
                    <a:pt x="66" y="439"/>
                  </a:cubicBezTo>
                  <a:cubicBezTo>
                    <a:pt x="0" y="809"/>
                    <a:pt x="22" y="1266"/>
                    <a:pt x="218" y="1309"/>
                  </a:cubicBezTo>
                  <a:cubicBezTo>
                    <a:pt x="231" y="1312"/>
                    <a:pt x="245" y="1314"/>
                    <a:pt x="258" y="1314"/>
                  </a:cubicBezTo>
                  <a:cubicBezTo>
                    <a:pt x="440" y="1314"/>
                    <a:pt x="614" y="1046"/>
                    <a:pt x="675" y="722"/>
                  </a:cubicBezTo>
                  <a:cubicBezTo>
                    <a:pt x="740" y="352"/>
                    <a:pt x="631" y="47"/>
                    <a:pt x="436" y="4"/>
                  </a:cubicBezTo>
                  <a:cubicBezTo>
                    <a:pt x="420" y="2"/>
                    <a:pt x="405" y="1"/>
                    <a:pt x="390"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5" name="Google Shape;1555;g39181ba8852_8_661"/>
            <p:cNvSpPr/>
            <p:nvPr/>
          </p:nvSpPr>
          <p:spPr>
            <a:xfrm>
              <a:off x="3288425" y="4670938"/>
              <a:ext cx="105354" cy="19507"/>
            </a:xfrm>
            <a:custGeom>
              <a:rect b="b" l="l" r="r" t="t"/>
              <a:pathLst>
                <a:path extrusionOk="0" h="262" w="1415">
                  <a:moveTo>
                    <a:pt x="0" y="0"/>
                  </a:moveTo>
                  <a:lnTo>
                    <a:pt x="0" y="261"/>
                  </a:lnTo>
                  <a:lnTo>
                    <a:pt x="1414" y="261"/>
                  </a:lnTo>
                  <a:lnTo>
                    <a:pt x="141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6" name="Google Shape;1556;g39181ba8852_8_661"/>
            <p:cNvSpPr/>
            <p:nvPr/>
          </p:nvSpPr>
          <p:spPr>
            <a:xfrm>
              <a:off x="3016213" y="4533045"/>
              <a:ext cx="400270" cy="175193"/>
            </a:xfrm>
            <a:custGeom>
              <a:rect b="b" l="l" r="r" t="t"/>
              <a:pathLst>
                <a:path extrusionOk="0" h="2353" w="5376">
                  <a:moveTo>
                    <a:pt x="4759" y="0"/>
                  </a:moveTo>
                  <a:cubicBezTo>
                    <a:pt x="4349" y="0"/>
                    <a:pt x="3613" y="46"/>
                    <a:pt x="3613" y="46"/>
                  </a:cubicBezTo>
                  <a:cubicBezTo>
                    <a:pt x="3613" y="46"/>
                    <a:pt x="2873" y="286"/>
                    <a:pt x="1807" y="1287"/>
                  </a:cubicBezTo>
                  <a:cubicBezTo>
                    <a:pt x="1372" y="1678"/>
                    <a:pt x="44" y="1983"/>
                    <a:pt x="23" y="2157"/>
                  </a:cubicBezTo>
                  <a:cubicBezTo>
                    <a:pt x="1" y="2331"/>
                    <a:pt x="741" y="2353"/>
                    <a:pt x="1154" y="2353"/>
                  </a:cubicBezTo>
                  <a:cubicBezTo>
                    <a:pt x="2568" y="2353"/>
                    <a:pt x="2764" y="2026"/>
                    <a:pt x="3308" y="1961"/>
                  </a:cubicBezTo>
                  <a:cubicBezTo>
                    <a:pt x="3874" y="1896"/>
                    <a:pt x="4505" y="1874"/>
                    <a:pt x="5027" y="1874"/>
                  </a:cubicBezTo>
                  <a:cubicBezTo>
                    <a:pt x="5223" y="1874"/>
                    <a:pt x="5375" y="1287"/>
                    <a:pt x="5353" y="1004"/>
                  </a:cubicBezTo>
                  <a:cubicBezTo>
                    <a:pt x="5353" y="764"/>
                    <a:pt x="5223" y="264"/>
                    <a:pt x="5027" y="25"/>
                  </a:cubicBezTo>
                  <a:cubicBezTo>
                    <a:pt x="5021" y="7"/>
                    <a:pt x="4913" y="0"/>
                    <a:pt x="475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7" name="Google Shape;1557;g39181ba8852_8_661"/>
            <p:cNvSpPr/>
            <p:nvPr/>
          </p:nvSpPr>
          <p:spPr>
            <a:xfrm>
              <a:off x="3145841" y="3127240"/>
              <a:ext cx="348375" cy="1458276"/>
            </a:xfrm>
            <a:custGeom>
              <a:rect b="b" l="l" r="r" t="t"/>
              <a:pathLst>
                <a:path extrusionOk="0" h="19586" w="4679">
                  <a:moveTo>
                    <a:pt x="232" y="0"/>
                  </a:moveTo>
                  <a:cubicBezTo>
                    <a:pt x="153" y="0"/>
                    <a:pt x="109" y="13"/>
                    <a:pt x="109" y="41"/>
                  </a:cubicBezTo>
                  <a:cubicBezTo>
                    <a:pt x="109" y="433"/>
                    <a:pt x="0" y="2609"/>
                    <a:pt x="44" y="3566"/>
                  </a:cubicBezTo>
                  <a:cubicBezTo>
                    <a:pt x="174" y="6503"/>
                    <a:pt x="588" y="10094"/>
                    <a:pt x="653" y="10616"/>
                  </a:cubicBezTo>
                  <a:cubicBezTo>
                    <a:pt x="740" y="11421"/>
                    <a:pt x="1284" y="19080"/>
                    <a:pt x="1284" y="19080"/>
                  </a:cubicBezTo>
                  <a:cubicBezTo>
                    <a:pt x="1284" y="19080"/>
                    <a:pt x="1693" y="19585"/>
                    <a:pt x="2307" y="19585"/>
                  </a:cubicBezTo>
                  <a:cubicBezTo>
                    <a:pt x="2343" y="19585"/>
                    <a:pt x="2379" y="19584"/>
                    <a:pt x="2416" y="19580"/>
                  </a:cubicBezTo>
                  <a:cubicBezTo>
                    <a:pt x="3090" y="19515"/>
                    <a:pt x="3482" y="19341"/>
                    <a:pt x="3482" y="19341"/>
                  </a:cubicBezTo>
                  <a:cubicBezTo>
                    <a:pt x="3482" y="19341"/>
                    <a:pt x="3743" y="15925"/>
                    <a:pt x="3830" y="14619"/>
                  </a:cubicBezTo>
                  <a:cubicBezTo>
                    <a:pt x="3895" y="13314"/>
                    <a:pt x="3286" y="11334"/>
                    <a:pt x="3221" y="10855"/>
                  </a:cubicBezTo>
                  <a:cubicBezTo>
                    <a:pt x="3155" y="10376"/>
                    <a:pt x="3329" y="9963"/>
                    <a:pt x="3612" y="7896"/>
                  </a:cubicBezTo>
                  <a:cubicBezTo>
                    <a:pt x="3873" y="5829"/>
                    <a:pt x="4678" y="3218"/>
                    <a:pt x="4591" y="2413"/>
                  </a:cubicBezTo>
                  <a:cubicBezTo>
                    <a:pt x="4504" y="1586"/>
                    <a:pt x="4417" y="1020"/>
                    <a:pt x="4417" y="1020"/>
                  </a:cubicBezTo>
                  <a:cubicBezTo>
                    <a:pt x="4417" y="1020"/>
                    <a:pt x="934" y="0"/>
                    <a:pt x="23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8" name="Google Shape;1558;g39181ba8852_8_661"/>
            <p:cNvSpPr/>
            <p:nvPr/>
          </p:nvSpPr>
          <p:spPr>
            <a:xfrm>
              <a:off x="3348363" y="4541012"/>
              <a:ext cx="383964" cy="227162"/>
            </a:xfrm>
            <a:custGeom>
              <a:rect b="b" l="l" r="r" t="t"/>
              <a:pathLst>
                <a:path extrusionOk="0" h="3051" w="5157">
                  <a:moveTo>
                    <a:pt x="4568" y="1"/>
                  </a:moveTo>
                  <a:cubicBezTo>
                    <a:pt x="4384" y="1"/>
                    <a:pt x="3199" y="287"/>
                    <a:pt x="3199" y="287"/>
                  </a:cubicBezTo>
                  <a:cubicBezTo>
                    <a:pt x="3199" y="287"/>
                    <a:pt x="2524" y="657"/>
                    <a:pt x="1632" y="1854"/>
                  </a:cubicBezTo>
                  <a:cubicBezTo>
                    <a:pt x="1284" y="2333"/>
                    <a:pt x="87" y="2463"/>
                    <a:pt x="22" y="2877"/>
                  </a:cubicBezTo>
                  <a:cubicBezTo>
                    <a:pt x="0" y="3051"/>
                    <a:pt x="783" y="3051"/>
                    <a:pt x="1197" y="3051"/>
                  </a:cubicBezTo>
                  <a:cubicBezTo>
                    <a:pt x="2285" y="3051"/>
                    <a:pt x="2720" y="2442"/>
                    <a:pt x="3264" y="2267"/>
                  </a:cubicBezTo>
                  <a:cubicBezTo>
                    <a:pt x="3786" y="2115"/>
                    <a:pt x="4417" y="1963"/>
                    <a:pt x="4939" y="1876"/>
                  </a:cubicBezTo>
                  <a:cubicBezTo>
                    <a:pt x="5113" y="1854"/>
                    <a:pt x="5157" y="1223"/>
                    <a:pt x="5092" y="940"/>
                  </a:cubicBezTo>
                  <a:cubicBezTo>
                    <a:pt x="5026" y="723"/>
                    <a:pt x="4831" y="222"/>
                    <a:pt x="4591" y="5"/>
                  </a:cubicBezTo>
                  <a:cubicBezTo>
                    <a:pt x="4588" y="2"/>
                    <a:pt x="4581" y="1"/>
                    <a:pt x="456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59" name="Google Shape;1559;g39181ba8852_8_661"/>
            <p:cNvSpPr/>
            <p:nvPr/>
          </p:nvSpPr>
          <p:spPr>
            <a:xfrm>
              <a:off x="3165274" y="3104382"/>
              <a:ext cx="542777" cy="1484484"/>
            </a:xfrm>
            <a:custGeom>
              <a:rect b="b" l="l" r="r" t="t"/>
              <a:pathLst>
                <a:path extrusionOk="0" h="19938" w="7290">
                  <a:moveTo>
                    <a:pt x="4983" y="0"/>
                  </a:moveTo>
                  <a:lnTo>
                    <a:pt x="1" y="718"/>
                  </a:lnTo>
                  <a:cubicBezTo>
                    <a:pt x="1" y="718"/>
                    <a:pt x="936" y="3112"/>
                    <a:pt x="1197" y="4134"/>
                  </a:cubicBezTo>
                  <a:cubicBezTo>
                    <a:pt x="1828" y="6658"/>
                    <a:pt x="2329" y="10422"/>
                    <a:pt x="2960" y="11554"/>
                  </a:cubicBezTo>
                  <a:cubicBezTo>
                    <a:pt x="3351" y="12272"/>
                    <a:pt x="5005" y="19800"/>
                    <a:pt x="5005" y="19800"/>
                  </a:cubicBezTo>
                  <a:cubicBezTo>
                    <a:pt x="5005" y="19800"/>
                    <a:pt x="5255" y="19938"/>
                    <a:pt x="5661" y="19938"/>
                  </a:cubicBezTo>
                  <a:cubicBezTo>
                    <a:pt x="5790" y="19938"/>
                    <a:pt x="5935" y="19924"/>
                    <a:pt x="6093" y="19887"/>
                  </a:cubicBezTo>
                  <a:cubicBezTo>
                    <a:pt x="6767" y="19757"/>
                    <a:pt x="7290" y="19430"/>
                    <a:pt x="7290" y="19430"/>
                  </a:cubicBezTo>
                  <a:cubicBezTo>
                    <a:pt x="7290" y="19430"/>
                    <a:pt x="7115" y="16101"/>
                    <a:pt x="7028" y="14796"/>
                  </a:cubicBezTo>
                  <a:cubicBezTo>
                    <a:pt x="6963" y="13468"/>
                    <a:pt x="6071" y="11510"/>
                    <a:pt x="5962" y="11032"/>
                  </a:cubicBezTo>
                  <a:cubicBezTo>
                    <a:pt x="5832" y="10553"/>
                    <a:pt x="5636" y="8660"/>
                    <a:pt x="5679" y="6571"/>
                  </a:cubicBezTo>
                  <a:cubicBezTo>
                    <a:pt x="5701" y="4504"/>
                    <a:pt x="5766" y="2981"/>
                    <a:pt x="5679" y="2154"/>
                  </a:cubicBezTo>
                  <a:cubicBezTo>
                    <a:pt x="5592" y="1153"/>
                    <a:pt x="4983" y="0"/>
                    <a:pt x="498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0" name="Google Shape;1560;g39181ba8852_8_661"/>
            <p:cNvSpPr/>
            <p:nvPr/>
          </p:nvSpPr>
          <p:spPr>
            <a:xfrm>
              <a:off x="3157159" y="2443360"/>
              <a:ext cx="72966" cy="69764"/>
            </a:xfrm>
            <a:custGeom>
              <a:rect b="b" l="l" r="r" t="t"/>
              <a:pathLst>
                <a:path extrusionOk="0" h="937" w="980">
                  <a:moveTo>
                    <a:pt x="980" y="1"/>
                  </a:moveTo>
                  <a:lnTo>
                    <a:pt x="1" y="414"/>
                  </a:lnTo>
                  <a:lnTo>
                    <a:pt x="44" y="937"/>
                  </a:lnTo>
                  <a:lnTo>
                    <a:pt x="98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1" name="Google Shape;1561;g39181ba8852_8_661"/>
            <p:cNvSpPr/>
            <p:nvPr/>
          </p:nvSpPr>
          <p:spPr>
            <a:xfrm>
              <a:off x="3119930" y="2469346"/>
              <a:ext cx="40578" cy="43780"/>
            </a:xfrm>
            <a:custGeom>
              <a:rect b="b" l="l" r="r" t="t"/>
              <a:pathLst>
                <a:path extrusionOk="0" h="588" w="545">
                  <a:moveTo>
                    <a:pt x="196" y="0"/>
                  </a:moveTo>
                  <a:lnTo>
                    <a:pt x="0" y="283"/>
                  </a:lnTo>
                  <a:lnTo>
                    <a:pt x="544" y="588"/>
                  </a:lnTo>
                  <a:lnTo>
                    <a:pt x="196"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2" name="Google Shape;1562;g39181ba8852_8_661"/>
            <p:cNvSpPr/>
            <p:nvPr/>
          </p:nvSpPr>
          <p:spPr>
            <a:xfrm>
              <a:off x="3123132" y="2487141"/>
              <a:ext cx="51970" cy="50257"/>
            </a:xfrm>
            <a:custGeom>
              <a:rect b="b" l="l" r="r" t="t"/>
              <a:pathLst>
                <a:path extrusionOk="0" h="675" w="698">
                  <a:moveTo>
                    <a:pt x="1" y="0"/>
                  </a:moveTo>
                  <a:lnTo>
                    <a:pt x="110" y="631"/>
                  </a:lnTo>
                  <a:lnTo>
                    <a:pt x="479" y="675"/>
                  </a:lnTo>
                  <a:lnTo>
                    <a:pt x="697" y="22"/>
                  </a:lnTo>
                  <a:lnTo>
                    <a:pt x="1"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3" name="Google Shape;1563;g39181ba8852_8_661"/>
            <p:cNvSpPr/>
            <p:nvPr/>
          </p:nvSpPr>
          <p:spPr>
            <a:xfrm>
              <a:off x="3157159" y="2351035"/>
              <a:ext cx="160451" cy="168566"/>
            </a:xfrm>
            <a:custGeom>
              <a:rect b="b" l="l" r="r" t="t"/>
              <a:pathLst>
                <a:path extrusionOk="0" h="2264" w="2155">
                  <a:moveTo>
                    <a:pt x="1633" y="1"/>
                  </a:moveTo>
                  <a:lnTo>
                    <a:pt x="1" y="1654"/>
                  </a:lnTo>
                  <a:lnTo>
                    <a:pt x="479" y="2264"/>
                  </a:lnTo>
                  <a:lnTo>
                    <a:pt x="2155" y="436"/>
                  </a:lnTo>
                  <a:lnTo>
                    <a:pt x="163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4" name="Google Shape;1564;g39181ba8852_8_661"/>
            <p:cNvSpPr/>
            <p:nvPr/>
          </p:nvSpPr>
          <p:spPr>
            <a:xfrm>
              <a:off x="3095583" y="2441797"/>
              <a:ext cx="39014" cy="74604"/>
            </a:xfrm>
            <a:custGeom>
              <a:rect b="b" l="l" r="r" t="t"/>
              <a:pathLst>
                <a:path extrusionOk="0" h="1002" w="524">
                  <a:moveTo>
                    <a:pt x="284" y="0"/>
                  </a:moveTo>
                  <a:lnTo>
                    <a:pt x="1" y="479"/>
                  </a:lnTo>
                  <a:lnTo>
                    <a:pt x="219" y="1001"/>
                  </a:lnTo>
                  <a:lnTo>
                    <a:pt x="523" y="370"/>
                  </a:lnTo>
                  <a:lnTo>
                    <a:pt x="284"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5" name="Google Shape;1565;g39181ba8852_8_661"/>
            <p:cNvSpPr/>
            <p:nvPr/>
          </p:nvSpPr>
          <p:spPr>
            <a:xfrm>
              <a:off x="3176592" y="2441350"/>
              <a:ext cx="269006" cy="513218"/>
            </a:xfrm>
            <a:custGeom>
              <a:rect b="b" l="l" r="r" t="t"/>
              <a:pathLst>
                <a:path extrusionOk="0" h="6893" w="3613">
                  <a:moveTo>
                    <a:pt x="2481" y="0"/>
                  </a:moveTo>
                  <a:cubicBezTo>
                    <a:pt x="1597" y="0"/>
                    <a:pt x="1231" y="842"/>
                    <a:pt x="1023" y="1486"/>
                  </a:cubicBezTo>
                  <a:cubicBezTo>
                    <a:pt x="806" y="2160"/>
                    <a:pt x="1" y="5946"/>
                    <a:pt x="88" y="6338"/>
                  </a:cubicBezTo>
                  <a:cubicBezTo>
                    <a:pt x="160" y="6645"/>
                    <a:pt x="983" y="6892"/>
                    <a:pt x="1385" y="6892"/>
                  </a:cubicBezTo>
                  <a:cubicBezTo>
                    <a:pt x="1466" y="6892"/>
                    <a:pt x="1531" y="6882"/>
                    <a:pt x="1567" y="6860"/>
                  </a:cubicBezTo>
                  <a:cubicBezTo>
                    <a:pt x="1807" y="6708"/>
                    <a:pt x="3330" y="2530"/>
                    <a:pt x="3482" y="1682"/>
                  </a:cubicBezTo>
                  <a:cubicBezTo>
                    <a:pt x="3613" y="833"/>
                    <a:pt x="3439" y="71"/>
                    <a:pt x="2612" y="6"/>
                  </a:cubicBezTo>
                  <a:cubicBezTo>
                    <a:pt x="2567" y="2"/>
                    <a:pt x="2524" y="0"/>
                    <a:pt x="248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6" name="Google Shape;1566;g39181ba8852_8_661"/>
            <p:cNvSpPr/>
            <p:nvPr/>
          </p:nvSpPr>
          <p:spPr>
            <a:xfrm>
              <a:off x="3152319" y="3092990"/>
              <a:ext cx="398558" cy="70434"/>
            </a:xfrm>
            <a:custGeom>
              <a:rect b="b" l="l" r="r" t="t"/>
              <a:pathLst>
                <a:path extrusionOk="0" h="946" w="5353">
                  <a:moveTo>
                    <a:pt x="5222" y="1"/>
                  </a:moveTo>
                  <a:cubicBezTo>
                    <a:pt x="5222" y="1"/>
                    <a:pt x="3765" y="218"/>
                    <a:pt x="2329" y="262"/>
                  </a:cubicBezTo>
                  <a:cubicBezTo>
                    <a:pt x="871" y="327"/>
                    <a:pt x="0" y="371"/>
                    <a:pt x="0" y="371"/>
                  </a:cubicBezTo>
                  <a:lnTo>
                    <a:pt x="0" y="937"/>
                  </a:lnTo>
                  <a:cubicBezTo>
                    <a:pt x="0" y="937"/>
                    <a:pt x="293" y="945"/>
                    <a:pt x="751" y="945"/>
                  </a:cubicBezTo>
                  <a:cubicBezTo>
                    <a:pt x="1324" y="945"/>
                    <a:pt x="2157" y="932"/>
                    <a:pt x="3003" y="871"/>
                  </a:cubicBezTo>
                  <a:cubicBezTo>
                    <a:pt x="4504" y="784"/>
                    <a:pt x="5353" y="567"/>
                    <a:pt x="5353" y="567"/>
                  </a:cubicBezTo>
                  <a:lnTo>
                    <a:pt x="5222"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7" name="Google Shape;1567;g39181ba8852_8_661"/>
            <p:cNvSpPr/>
            <p:nvPr/>
          </p:nvSpPr>
          <p:spPr>
            <a:xfrm>
              <a:off x="3153957" y="3118975"/>
              <a:ext cx="50257" cy="50257"/>
            </a:xfrm>
            <a:custGeom>
              <a:rect b="b" l="l" r="r" t="t"/>
              <a:pathLst>
                <a:path extrusionOk="0" h="675" w="675">
                  <a:moveTo>
                    <a:pt x="174" y="0"/>
                  </a:moveTo>
                  <a:cubicBezTo>
                    <a:pt x="87" y="0"/>
                    <a:pt x="0" y="87"/>
                    <a:pt x="0" y="174"/>
                  </a:cubicBezTo>
                  <a:lnTo>
                    <a:pt x="0" y="479"/>
                  </a:lnTo>
                  <a:cubicBezTo>
                    <a:pt x="0" y="588"/>
                    <a:pt x="87" y="675"/>
                    <a:pt x="174" y="675"/>
                  </a:cubicBezTo>
                  <a:lnTo>
                    <a:pt x="479" y="675"/>
                  </a:lnTo>
                  <a:cubicBezTo>
                    <a:pt x="588" y="675"/>
                    <a:pt x="675" y="588"/>
                    <a:pt x="675" y="479"/>
                  </a:cubicBezTo>
                  <a:lnTo>
                    <a:pt x="675" y="174"/>
                  </a:lnTo>
                  <a:cubicBezTo>
                    <a:pt x="675" y="87"/>
                    <a:pt x="588" y="0"/>
                    <a:pt x="47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8" name="Google Shape;1568;g39181ba8852_8_661"/>
            <p:cNvSpPr/>
            <p:nvPr/>
          </p:nvSpPr>
          <p:spPr>
            <a:xfrm>
              <a:off x="3113453" y="2534122"/>
              <a:ext cx="76167" cy="714470"/>
            </a:xfrm>
            <a:custGeom>
              <a:rect b="b" l="l" r="r" t="t"/>
              <a:pathLst>
                <a:path extrusionOk="0" h="9596" w="1023">
                  <a:moveTo>
                    <a:pt x="240" y="0"/>
                  </a:moveTo>
                  <a:cubicBezTo>
                    <a:pt x="240" y="0"/>
                    <a:pt x="0" y="1654"/>
                    <a:pt x="0" y="3112"/>
                  </a:cubicBezTo>
                  <a:cubicBezTo>
                    <a:pt x="0" y="4570"/>
                    <a:pt x="22" y="8660"/>
                    <a:pt x="22" y="8660"/>
                  </a:cubicBezTo>
                  <a:lnTo>
                    <a:pt x="522" y="9596"/>
                  </a:lnTo>
                  <a:lnTo>
                    <a:pt x="1023" y="8617"/>
                  </a:lnTo>
                  <a:cubicBezTo>
                    <a:pt x="1023" y="8617"/>
                    <a:pt x="675" y="4461"/>
                    <a:pt x="544" y="3134"/>
                  </a:cubicBezTo>
                  <a:cubicBezTo>
                    <a:pt x="414" y="1806"/>
                    <a:pt x="609" y="44"/>
                    <a:pt x="609" y="44"/>
                  </a:cubicBezTo>
                  <a:lnTo>
                    <a:pt x="240"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69" name="Google Shape;1569;g39181ba8852_8_661"/>
            <p:cNvSpPr/>
            <p:nvPr/>
          </p:nvSpPr>
          <p:spPr>
            <a:xfrm>
              <a:off x="2284008" y="3015109"/>
              <a:ext cx="186361" cy="76391"/>
            </a:xfrm>
            <a:custGeom>
              <a:rect b="b" l="l" r="r" t="t"/>
              <a:pathLst>
                <a:path extrusionOk="0" h="1026" w="2503">
                  <a:moveTo>
                    <a:pt x="1048" y="0"/>
                  </a:moveTo>
                  <a:cubicBezTo>
                    <a:pt x="1040" y="0"/>
                    <a:pt x="1031" y="1"/>
                    <a:pt x="1023" y="3"/>
                  </a:cubicBezTo>
                  <a:cubicBezTo>
                    <a:pt x="1001" y="3"/>
                    <a:pt x="957" y="155"/>
                    <a:pt x="957" y="155"/>
                  </a:cubicBezTo>
                  <a:cubicBezTo>
                    <a:pt x="957" y="155"/>
                    <a:pt x="783" y="24"/>
                    <a:pt x="740" y="24"/>
                  </a:cubicBezTo>
                  <a:cubicBezTo>
                    <a:pt x="675" y="24"/>
                    <a:pt x="609" y="68"/>
                    <a:pt x="631" y="133"/>
                  </a:cubicBezTo>
                  <a:cubicBezTo>
                    <a:pt x="653" y="264"/>
                    <a:pt x="783" y="525"/>
                    <a:pt x="827" y="568"/>
                  </a:cubicBezTo>
                  <a:cubicBezTo>
                    <a:pt x="829" y="573"/>
                    <a:pt x="828" y="576"/>
                    <a:pt x="824" y="576"/>
                  </a:cubicBezTo>
                  <a:cubicBezTo>
                    <a:pt x="792" y="576"/>
                    <a:pt x="586" y="444"/>
                    <a:pt x="413" y="329"/>
                  </a:cubicBezTo>
                  <a:cubicBezTo>
                    <a:pt x="321" y="283"/>
                    <a:pt x="240" y="268"/>
                    <a:pt x="176" y="268"/>
                  </a:cubicBezTo>
                  <a:cubicBezTo>
                    <a:pt x="90" y="268"/>
                    <a:pt x="34" y="295"/>
                    <a:pt x="22" y="307"/>
                  </a:cubicBezTo>
                  <a:cubicBezTo>
                    <a:pt x="0" y="351"/>
                    <a:pt x="348" y="634"/>
                    <a:pt x="392" y="699"/>
                  </a:cubicBezTo>
                  <a:cubicBezTo>
                    <a:pt x="435" y="742"/>
                    <a:pt x="827" y="1025"/>
                    <a:pt x="914" y="1025"/>
                  </a:cubicBezTo>
                  <a:cubicBezTo>
                    <a:pt x="936" y="1025"/>
                    <a:pt x="979" y="1003"/>
                    <a:pt x="1088" y="982"/>
                  </a:cubicBezTo>
                  <a:cubicBezTo>
                    <a:pt x="1121" y="982"/>
                    <a:pt x="1141" y="1018"/>
                    <a:pt x="1195" y="1018"/>
                  </a:cubicBezTo>
                  <a:cubicBezTo>
                    <a:pt x="1213" y="1018"/>
                    <a:pt x="1235" y="1014"/>
                    <a:pt x="1262" y="1003"/>
                  </a:cubicBezTo>
                  <a:cubicBezTo>
                    <a:pt x="1284" y="1003"/>
                    <a:pt x="1349" y="960"/>
                    <a:pt x="1371" y="960"/>
                  </a:cubicBezTo>
                  <a:cubicBezTo>
                    <a:pt x="1385" y="953"/>
                    <a:pt x="1402" y="950"/>
                    <a:pt x="1419" y="950"/>
                  </a:cubicBezTo>
                  <a:cubicBezTo>
                    <a:pt x="1453" y="950"/>
                    <a:pt x="1487" y="960"/>
                    <a:pt x="1501" y="960"/>
                  </a:cubicBezTo>
                  <a:cubicBezTo>
                    <a:pt x="1545" y="938"/>
                    <a:pt x="1567" y="916"/>
                    <a:pt x="1588" y="916"/>
                  </a:cubicBezTo>
                  <a:cubicBezTo>
                    <a:pt x="1610" y="895"/>
                    <a:pt x="1697" y="895"/>
                    <a:pt x="1719" y="895"/>
                  </a:cubicBezTo>
                  <a:cubicBezTo>
                    <a:pt x="1762" y="873"/>
                    <a:pt x="1806" y="829"/>
                    <a:pt x="1850" y="829"/>
                  </a:cubicBezTo>
                  <a:cubicBezTo>
                    <a:pt x="2241" y="699"/>
                    <a:pt x="2502" y="546"/>
                    <a:pt x="2502" y="546"/>
                  </a:cubicBezTo>
                  <a:cubicBezTo>
                    <a:pt x="2411" y="379"/>
                    <a:pt x="2180" y="329"/>
                    <a:pt x="2021" y="329"/>
                  </a:cubicBezTo>
                  <a:cubicBezTo>
                    <a:pt x="1952" y="329"/>
                    <a:pt x="1897" y="338"/>
                    <a:pt x="1871" y="351"/>
                  </a:cubicBezTo>
                  <a:cubicBezTo>
                    <a:pt x="1855" y="359"/>
                    <a:pt x="1840" y="362"/>
                    <a:pt x="1824" y="362"/>
                  </a:cubicBezTo>
                  <a:cubicBezTo>
                    <a:pt x="1673" y="362"/>
                    <a:pt x="1535" y="23"/>
                    <a:pt x="1363" y="23"/>
                  </a:cubicBezTo>
                  <a:cubicBezTo>
                    <a:pt x="1359" y="23"/>
                    <a:pt x="1354" y="24"/>
                    <a:pt x="1349" y="24"/>
                  </a:cubicBezTo>
                  <a:cubicBezTo>
                    <a:pt x="1308" y="24"/>
                    <a:pt x="1325" y="178"/>
                    <a:pt x="1291" y="178"/>
                  </a:cubicBezTo>
                  <a:cubicBezTo>
                    <a:pt x="1289" y="178"/>
                    <a:pt x="1286" y="178"/>
                    <a:pt x="1284" y="177"/>
                  </a:cubicBezTo>
                  <a:cubicBezTo>
                    <a:pt x="1243" y="136"/>
                    <a:pt x="1165" y="0"/>
                    <a:pt x="1048"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0" name="Google Shape;1570;g39181ba8852_8_661"/>
            <p:cNvSpPr/>
            <p:nvPr/>
          </p:nvSpPr>
          <p:spPr>
            <a:xfrm>
              <a:off x="2786217" y="3292309"/>
              <a:ext cx="233342" cy="90835"/>
            </a:xfrm>
            <a:custGeom>
              <a:rect b="b" l="l" r="r" t="t"/>
              <a:pathLst>
                <a:path extrusionOk="0" h="1220" w="3134">
                  <a:moveTo>
                    <a:pt x="2633" y="0"/>
                  </a:moveTo>
                  <a:cubicBezTo>
                    <a:pt x="2633" y="0"/>
                    <a:pt x="1632" y="435"/>
                    <a:pt x="1349" y="457"/>
                  </a:cubicBezTo>
                  <a:cubicBezTo>
                    <a:pt x="1066" y="501"/>
                    <a:pt x="740" y="805"/>
                    <a:pt x="109" y="979"/>
                  </a:cubicBezTo>
                  <a:cubicBezTo>
                    <a:pt x="0" y="1001"/>
                    <a:pt x="22" y="1197"/>
                    <a:pt x="348" y="1219"/>
                  </a:cubicBezTo>
                  <a:cubicBezTo>
                    <a:pt x="357" y="1219"/>
                    <a:pt x="365" y="1219"/>
                    <a:pt x="374" y="1219"/>
                  </a:cubicBezTo>
                  <a:cubicBezTo>
                    <a:pt x="636" y="1219"/>
                    <a:pt x="1043" y="953"/>
                    <a:pt x="1460" y="953"/>
                  </a:cubicBezTo>
                  <a:cubicBezTo>
                    <a:pt x="1531" y="953"/>
                    <a:pt x="1604" y="961"/>
                    <a:pt x="1675" y="979"/>
                  </a:cubicBezTo>
                  <a:cubicBezTo>
                    <a:pt x="1780" y="997"/>
                    <a:pt x="2095" y="1168"/>
                    <a:pt x="2428" y="1168"/>
                  </a:cubicBezTo>
                  <a:cubicBezTo>
                    <a:pt x="2511" y="1168"/>
                    <a:pt x="2594" y="1157"/>
                    <a:pt x="2676" y="1132"/>
                  </a:cubicBezTo>
                  <a:cubicBezTo>
                    <a:pt x="3090" y="1001"/>
                    <a:pt x="3133" y="327"/>
                    <a:pt x="3133" y="327"/>
                  </a:cubicBezTo>
                  <a:lnTo>
                    <a:pt x="2633" y="0"/>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1" name="Google Shape;1571;g39181ba8852_8_661"/>
            <p:cNvSpPr/>
            <p:nvPr/>
          </p:nvSpPr>
          <p:spPr>
            <a:xfrm>
              <a:off x="2970869" y="2889650"/>
              <a:ext cx="361330" cy="423723"/>
            </a:xfrm>
            <a:custGeom>
              <a:rect b="b" l="l" r="r" t="t"/>
              <a:pathLst>
                <a:path extrusionOk="0" h="5691" w="4853">
                  <a:moveTo>
                    <a:pt x="3569" y="0"/>
                  </a:moveTo>
                  <a:cubicBezTo>
                    <a:pt x="3038" y="0"/>
                    <a:pt x="2641" y="498"/>
                    <a:pt x="2524" y="665"/>
                  </a:cubicBezTo>
                  <a:cubicBezTo>
                    <a:pt x="1067" y="2797"/>
                    <a:pt x="1" y="5104"/>
                    <a:pt x="1" y="5104"/>
                  </a:cubicBezTo>
                  <a:lnTo>
                    <a:pt x="806" y="5691"/>
                  </a:lnTo>
                  <a:cubicBezTo>
                    <a:pt x="806" y="5691"/>
                    <a:pt x="2655" y="3689"/>
                    <a:pt x="3221" y="2949"/>
                  </a:cubicBezTo>
                  <a:cubicBezTo>
                    <a:pt x="3786" y="2210"/>
                    <a:pt x="4853" y="643"/>
                    <a:pt x="4091" y="164"/>
                  </a:cubicBezTo>
                  <a:cubicBezTo>
                    <a:pt x="3907" y="47"/>
                    <a:pt x="3732" y="0"/>
                    <a:pt x="356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2" name="Google Shape;1572;g39181ba8852_8_661"/>
            <p:cNvSpPr/>
            <p:nvPr/>
          </p:nvSpPr>
          <p:spPr>
            <a:xfrm>
              <a:off x="2943320" y="3238849"/>
              <a:ext cx="116745" cy="115033"/>
            </a:xfrm>
            <a:custGeom>
              <a:rect b="b" l="l" r="r" t="t"/>
              <a:pathLst>
                <a:path extrusionOk="0" h="1545" w="1568">
                  <a:moveTo>
                    <a:pt x="501" y="0"/>
                  </a:moveTo>
                  <a:lnTo>
                    <a:pt x="1" y="783"/>
                  </a:lnTo>
                  <a:lnTo>
                    <a:pt x="1067" y="1545"/>
                  </a:lnTo>
                  <a:lnTo>
                    <a:pt x="1567" y="762"/>
                  </a:lnTo>
                  <a:lnTo>
                    <a:pt x="501"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573" name="Google Shape;1573;g39181ba8852_8_661"/>
          <p:cNvGrpSpPr/>
          <p:nvPr/>
        </p:nvGrpSpPr>
        <p:grpSpPr>
          <a:xfrm>
            <a:off x="2098472" y="3264014"/>
            <a:ext cx="1363911" cy="3591605"/>
            <a:chOff x="1363800" y="1986051"/>
            <a:chExt cx="1056313" cy="2781602"/>
          </a:xfrm>
        </p:grpSpPr>
        <p:sp>
          <p:nvSpPr>
            <p:cNvPr id="1574" name="Google Shape;1574;g39181ba8852_8_661"/>
            <p:cNvSpPr/>
            <p:nvPr/>
          </p:nvSpPr>
          <p:spPr>
            <a:xfrm>
              <a:off x="2083124" y="3285831"/>
              <a:ext cx="228428" cy="95600"/>
            </a:xfrm>
            <a:custGeom>
              <a:rect b="b" l="l" r="r" t="t"/>
              <a:pathLst>
                <a:path extrusionOk="0" h="1284" w="3068">
                  <a:moveTo>
                    <a:pt x="522" y="0"/>
                  </a:moveTo>
                  <a:lnTo>
                    <a:pt x="0" y="283"/>
                  </a:lnTo>
                  <a:cubicBezTo>
                    <a:pt x="0" y="283"/>
                    <a:pt x="0" y="914"/>
                    <a:pt x="392" y="1066"/>
                  </a:cubicBezTo>
                  <a:cubicBezTo>
                    <a:pt x="494" y="1098"/>
                    <a:pt x="600" y="1111"/>
                    <a:pt x="703" y="1111"/>
                  </a:cubicBezTo>
                  <a:cubicBezTo>
                    <a:pt x="1020" y="1111"/>
                    <a:pt x="1316" y="996"/>
                    <a:pt x="1414" y="979"/>
                  </a:cubicBezTo>
                  <a:cubicBezTo>
                    <a:pt x="1464" y="971"/>
                    <a:pt x="1514" y="967"/>
                    <a:pt x="1564" y="967"/>
                  </a:cubicBezTo>
                  <a:cubicBezTo>
                    <a:pt x="2013" y="967"/>
                    <a:pt x="2446" y="1284"/>
                    <a:pt x="2720" y="1284"/>
                  </a:cubicBezTo>
                  <a:cubicBezTo>
                    <a:pt x="3046" y="1284"/>
                    <a:pt x="3068" y="1110"/>
                    <a:pt x="2959" y="1066"/>
                  </a:cubicBezTo>
                  <a:cubicBezTo>
                    <a:pt x="2350" y="870"/>
                    <a:pt x="2045" y="588"/>
                    <a:pt x="1762" y="522"/>
                  </a:cubicBezTo>
                  <a:cubicBezTo>
                    <a:pt x="1480" y="479"/>
                    <a:pt x="522" y="0"/>
                    <a:pt x="522"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5" name="Google Shape;1575;g39181ba8852_8_661"/>
            <p:cNvSpPr/>
            <p:nvPr/>
          </p:nvSpPr>
          <p:spPr>
            <a:xfrm>
              <a:off x="2089602" y="3332813"/>
              <a:ext cx="110342" cy="50853"/>
            </a:xfrm>
            <a:custGeom>
              <a:rect b="b" l="l" r="r" t="t"/>
              <a:pathLst>
                <a:path extrusionOk="0" h="683" w="1482">
                  <a:moveTo>
                    <a:pt x="285" y="1"/>
                  </a:moveTo>
                  <a:cubicBezTo>
                    <a:pt x="195" y="1"/>
                    <a:pt x="100" y="20"/>
                    <a:pt x="0" y="65"/>
                  </a:cubicBezTo>
                  <a:cubicBezTo>
                    <a:pt x="0" y="65"/>
                    <a:pt x="196" y="479"/>
                    <a:pt x="457" y="609"/>
                  </a:cubicBezTo>
                  <a:cubicBezTo>
                    <a:pt x="534" y="644"/>
                    <a:pt x="622" y="655"/>
                    <a:pt x="713" y="655"/>
                  </a:cubicBezTo>
                  <a:cubicBezTo>
                    <a:pt x="843" y="655"/>
                    <a:pt x="981" y="634"/>
                    <a:pt x="1101" y="634"/>
                  </a:cubicBezTo>
                  <a:cubicBezTo>
                    <a:pt x="1160" y="634"/>
                    <a:pt x="1214" y="638"/>
                    <a:pt x="1262" y="653"/>
                  </a:cubicBezTo>
                  <a:cubicBezTo>
                    <a:pt x="1320" y="674"/>
                    <a:pt x="1361" y="682"/>
                    <a:pt x="1390" y="682"/>
                  </a:cubicBezTo>
                  <a:cubicBezTo>
                    <a:pt x="1482" y="682"/>
                    <a:pt x="1453" y="599"/>
                    <a:pt x="1436" y="566"/>
                  </a:cubicBezTo>
                  <a:cubicBezTo>
                    <a:pt x="1436" y="522"/>
                    <a:pt x="1153" y="435"/>
                    <a:pt x="1023" y="370"/>
                  </a:cubicBezTo>
                  <a:cubicBezTo>
                    <a:pt x="935" y="335"/>
                    <a:pt x="662" y="1"/>
                    <a:pt x="28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6" name="Google Shape;1576;g39181ba8852_8_661"/>
            <p:cNvSpPr/>
            <p:nvPr/>
          </p:nvSpPr>
          <p:spPr>
            <a:xfrm>
              <a:off x="1859531" y="2899255"/>
              <a:ext cx="296554" cy="440104"/>
            </a:xfrm>
            <a:custGeom>
              <a:rect b="b" l="l" r="r" t="t"/>
              <a:pathLst>
                <a:path extrusionOk="0" h="5911" w="3983">
                  <a:moveTo>
                    <a:pt x="1056" y="1"/>
                  </a:moveTo>
                  <a:cubicBezTo>
                    <a:pt x="965" y="1"/>
                    <a:pt x="874" y="25"/>
                    <a:pt x="784" y="79"/>
                  </a:cubicBezTo>
                  <a:cubicBezTo>
                    <a:pt x="0" y="558"/>
                    <a:pt x="262" y="1580"/>
                    <a:pt x="370" y="1820"/>
                  </a:cubicBezTo>
                  <a:cubicBezTo>
                    <a:pt x="1524" y="4039"/>
                    <a:pt x="3090" y="5910"/>
                    <a:pt x="3090" y="5910"/>
                  </a:cubicBezTo>
                  <a:lnTo>
                    <a:pt x="3982" y="5453"/>
                  </a:lnTo>
                  <a:cubicBezTo>
                    <a:pt x="3982" y="5453"/>
                    <a:pt x="3134" y="2929"/>
                    <a:pt x="2764" y="2102"/>
                  </a:cubicBezTo>
                  <a:cubicBezTo>
                    <a:pt x="2437" y="1373"/>
                    <a:pt x="1739" y="1"/>
                    <a:pt x="1056"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7" name="Google Shape;1577;g39181ba8852_8_661"/>
            <p:cNvSpPr/>
            <p:nvPr/>
          </p:nvSpPr>
          <p:spPr>
            <a:xfrm>
              <a:off x="2047459" y="3245327"/>
              <a:ext cx="121585" cy="105354"/>
            </a:xfrm>
            <a:custGeom>
              <a:rect b="b" l="l" r="r" t="t"/>
              <a:pathLst>
                <a:path extrusionOk="0" h="1415" w="1633">
                  <a:moveTo>
                    <a:pt x="1241" y="0"/>
                  </a:moveTo>
                  <a:lnTo>
                    <a:pt x="0" y="631"/>
                  </a:lnTo>
                  <a:lnTo>
                    <a:pt x="457" y="1414"/>
                  </a:lnTo>
                  <a:lnTo>
                    <a:pt x="1632" y="783"/>
                  </a:lnTo>
                  <a:lnTo>
                    <a:pt x="1241"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8" name="Google Shape;1578;g39181ba8852_8_661"/>
            <p:cNvSpPr/>
            <p:nvPr/>
          </p:nvSpPr>
          <p:spPr>
            <a:xfrm>
              <a:off x="1755813" y="2511413"/>
              <a:ext cx="251211" cy="510985"/>
            </a:xfrm>
            <a:custGeom>
              <a:rect b="b" l="l" r="r" t="t"/>
              <a:pathLst>
                <a:path extrusionOk="0" h="6863" w="3374">
                  <a:moveTo>
                    <a:pt x="1124" y="0"/>
                  </a:moveTo>
                  <a:cubicBezTo>
                    <a:pt x="1113" y="0"/>
                    <a:pt x="1101" y="1"/>
                    <a:pt x="1089" y="1"/>
                  </a:cubicBezTo>
                  <a:cubicBezTo>
                    <a:pt x="240" y="23"/>
                    <a:pt x="1" y="741"/>
                    <a:pt x="88" y="1589"/>
                  </a:cubicBezTo>
                  <a:cubicBezTo>
                    <a:pt x="153" y="2438"/>
                    <a:pt x="1459" y="6659"/>
                    <a:pt x="1698" y="6811"/>
                  </a:cubicBezTo>
                  <a:cubicBezTo>
                    <a:pt x="1749" y="6846"/>
                    <a:pt x="1853" y="6863"/>
                    <a:pt x="1985" y="6863"/>
                  </a:cubicBezTo>
                  <a:cubicBezTo>
                    <a:pt x="2423" y="6863"/>
                    <a:pt x="3164" y="6682"/>
                    <a:pt x="3265" y="6398"/>
                  </a:cubicBezTo>
                  <a:cubicBezTo>
                    <a:pt x="3373" y="6006"/>
                    <a:pt x="2808" y="2242"/>
                    <a:pt x="2634" y="1567"/>
                  </a:cubicBezTo>
                  <a:cubicBezTo>
                    <a:pt x="2440" y="901"/>
                    <a:pt x="2119" y="0"/>
                    <a:pt x="1124"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79" name="Google Shape;1579;g39181ba8852_8_661"/>
            <p:cNvSpPr/>
            <p:nvPr/>
          </p:nvSpPr>
          <p:spPr>
            <a:xfrm>
              <a:off x="1363800" y="2205250"/>
              <a:ext cx="562210" cy="1208702"/>
            </a:xfrm>
            <a:custGeom>
              <a:rect b="b" l="l" r="r" t="t"/>
              <a:pathLst>
                <a:path extrusionOk="0" h="16234" w="7551">
                  <a:moveTo>
                    <a:pt x="4570" y="0"/>
                  </a:moveTo>
                  <a:cubicBezTo>
                    <a:pt x="4570" y="0"/>
                    <a:pt x="3917" y="2394"/>
                    <a:pt x="3765" y="2481"/>
                  </a:cubicBezTo>
                  <a:cubicBezTo>
                    <a:pt x="3242" y="2742"/>
                    <a:pt x="2503" y="3286"/>
                    <a:pt x="2067" y="3852"/>
                  </a:cubicBezTo>
                  <a:cubicBezTo>
                    <a:pt x="1545" y="4548"/>
                    <a:pt x="1785" y="7855"/>
                    <a:pt x="1785" y="9052"/>
                  </a:cubicBezTo>
                  <a:cubicBezTo>
                    <a:pt x="1785" y="10249"/>
                    <a:pt x="849" y="11902"/>
                    <a:pt x="436" y="12968"/>
                  </a:cubicBezTo>
                  <a:cubicBezTo>
                    <a:pt x="0" y="14056"/>
                    <a:pt x="3221" y="16210"/>
                    <a:pt x="3351" y="16232"/>
                  </a:cubicBezTo>
                  <a:cubicBezTo>
                    <a:pt x="3355" y="16233"/>
                    <a:pt x="3359" y="16234"/>
                    <a:pt x="3364" y="16234"/>
                  </a:cubicBezTo>
                  <a:cubicBezTo>
                    <a:pt x="3553" y="16234"/>
                    <a:pt x="4860" y="15462"/>
                    <a:pt x="5157" y="15144"/>
                  </a:cubicBezTo>
                  <a:cubicBezTo>
                    <a:pt x="5440" y="14818"/>
                    <a:pt x="5875" y="11902"/>
                    <a:pt x="6049" y="11184"/>
                  </a:cubicBezTo>
                  <a:cubicBezTo>
                    <a:pt x="6223" y="10444"/>
                    <a:pt x="6963" y="7920"/>
                    <a:pt x="7028" y="7768"/>
                  </a:cubicBezTo>
                  <a:cubicBezTo>
                    <a:pt x="7507" y="6680"/>
                    <a:pt x="7420" y="5745"/>
                    <a:pt x="7442" y="5484"/>
                  </a:cubicBezTo>
                  <a:cubicBezTo>
                    <a:pt x="7442" y="5244"/>
                    <a:pt x="7551" y="4853"/>
                    <a:pt x="7463" y="4678"/>
                  </a:cubicBezTo>
                  <a:cubicBezTo>
                    <a:pt x="7289" y="4330"/>
                    <a:pt x="6071" y="3634"/>
                    <a:pt x="6071" y="3460"/>
                  </a:cubicBezTo>
                  <a:cubicBezTo>
                    <a:pt x="6093" y="3308"/>
                    <a:pt x="6397" y="1175"/>
                    <a:pt x="6397" y="1175"/>
                  </a:cubicBezTo>
                  <a:lnTo>
                    <a:pt x="4570"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0" name="Google Shape;1580;g39181ba8852_8_661"/>
            <p:cNvSpPr/>
            <p:nvPr/>
          </p:nvSpPr>
          <p:spPr>
            <a:xfrm>
              <a:off x="1396189" y="2389901"/>
              <a:ext cx="531460" cy="814984"/>
            </a:xfrm>
            <a:custGeom>
              <a:rect b="b" l="l" r="r" t="t"/>
              <a:pathLst>
                <a:path extrusionOk="0" h="10946" w="7138">
                  <a:moveTo>
                    <a:pt x="3330" y="1"/>
                  </a:moveTo>
                  <a:cubicBezTo>
                    <a:pt x="3330" y="1"/>
                    <a:pt x="2677" y="218"/>
                    <a:pt x="2263" y="501"/>
                  </a:cubicBezTo>
                  <a:cubicBezTo>
                    <a:pt x="1850" y="741"/>
                    <a:pt x="1437" y="1024"/>
                    <a:pt x="1328" y="1589"/>
                  </a:cubicBezTo>
                  <a:cubicBezTo>
                    <a:pt x="1241" y="2133"/>
                    <a:pt x="1089" y="6572"/>
                    <a:pt x="1067" y="6811"/>
                  </a:cubicBezTo>
                  <a:cubicBezTo>
                    <a:pt x="1067" y="7072"/>
                    <a:pt x="1" y="9379"/>
                    <a:pt x="218" y="9661"/>
                  </a:cubicBezTo>
                  <a:cubicBezTo>
                    <a:pt x="262" y="9727"/>
                    <a:pt x="1850" y="10075"/>
                    <a:pt x="3264" y="10467"/>
                  </a:cubicBezTo>
                  <a:cubicBezTo>
                    <a:pt x="4461" y="10815"/>
                    <a:pt x="5266" y="10945"/>
                    <a:pt x="5266" y="10945"/>
                  </a:cubicBezTo>
                  <a:cubicBezTo>
                    <a:pt x="5266" y="10945"/>
                    <a:pt x="5636" y="8878"/>
                    <a:pt x="5897" y="8051"/>
                  </a:cubicBezTo>
                  <a:cubicBezTo>
                    <a:pt x="6202" y="7116"/>
                    <a:pt x="6376" y="6354"/>
                    <a:pt x="6550" y="5810"/>
                  </a:cubicBezTo>
                  <a:cubicBezTo>
                    <a:pt x="6876" y="4853"/>
                    <a:pt x="7094" y="3722"/>
                    <a:pt x="7072" y="3460"/>
                  </a:cubicBezTo>
                  <a:cubicBezTo>
                    <a:pt x="7072" y="3221"/>
                    <a:pt x="7137" y="2547"/>
                    <a:pt x="7028" y="2198"/>
                  </a:cubicBezTo>
                  <a:cubicBezTo>
                    <a:pt x="6920" y="1850"/>
                    <a:pt x="5636" y="980"/>
                    <a:pt x="5636" y="980"/>
                  </a:cubicBezTo>
                  <a:lnTo>
                    <a:pt x="5157" y="1742"/>
                  </a:lnTo>
                  <a:lnTo>
                    <a:pt x="333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1" name="Google Shape;1581;g39181ba8852_8_661"/>
            <p:cNvSpPr/>
            <p:nvPr/>
          </p:nvSpPr>
          <p:spPr>
            <a:xfrm>
              <a:off x="1375117" y="2441797"/>
              <a:ext cx="554169" cy="703153"/>
            </a:xfrm>
            <a:custGeom>
              <a:rect b="b" l="l" r="r" t="t"/>
              <a:pathLst>
                <a:path extrusionOk="0" h="9444" w="7443">
                  <a:moveTo>
                    <a:pt x="2220" y="0"/>
                  </a:moveTo>
                  <a:cubicBezTo>
                    <a:pt x="2220" y="0"/>
                    <a:pt x="1763" y="305"/>
                    <a:pt x="1654" y="718"/>
                  </a:cubicBezTo>
                  <a:cubicBezTo>
                    <a:pt x="1546" y="1175"/>
                    <a:pt x="1459" y="3177"/>
                    <a:pt x="1372" y="5940"/>
                  </a:cubicBezTo>
                  <a:cubicBezTo>
                    <a:pt x="1350" y="6571"/>
                    <a:pt x="1" y="9030"/>
                    <a:pt x="610" y="9052"/>
                  </a:cubicBezTo>
                  <a:lnTo>
                    <a:pt x="5614" y="9443"/>
                  </a:lnTo>
                  <a:cubicBezTo>
                    <a:pt x="5614" y="9443"/>
                    <a:pt x="5745" y="8595"/>
                    <a:pt x="5745" y="7703"/>
                  </a:cubicBezTo>
                  <a:cubicBezTo>
                    <a:pt x="5745" y="7311"/>
                    <a:pt x="7442" y="4700"/>
                    <a:pt x="5571" y="3721"/>
                  </a:cubicBezTo>
                  <a:cubicBezTo>
                    <a:pt x="4396" y="3112"/>
                    <a:pt x="4635" y="2676"/>
                    <a:pt x="3939" y="718"/>
                  </a:cubicBezTo>
                  <a:cubicBezTo>
                    <a:pt x="3700" y="0"/>
                    <a:pt x="2220" y="0"/>
                    <a:pt x="2220"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2" name="Google Shape;1582;g39181ba8852_8_661"/>
            <p:cNvSpPr/>
            <p:nvPr/>
          </p:nvSpPr>
          <p:spPr>
            <a:xfrm>
              <a:off x="1658648" y="2268463"/>
              <a:ext cx="171768" cy="134466"/>
            </a:xfrm>
            <a:custGeom>
              <a:rect b="b" l="l" r="r" t="t"/>
              <a:pathLst>
                <a:path extrusionOk="0" h="1806" w="2307">
                  <a:moveTo>
                    <a:pt x="327" y="0"/>
                  </a:moveTo>
                  <a:lnTo>
                    <a:pt x="0" y="1262"/>
                  </a:lnTo>
                  <a:lnTo>
                    <a:pt x="566" y="1806"/>
                  </a:lnTo>
                  <a:lnTo>
                    <a:pt x="2307" y="1262"/>
                  </a:lnTo>
                  <a:lnTo>
                    <a:pt x="327"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3" name="Google Shape;1583;g39181ba8852_8_661"/>
            <p:cNvSpPr/>
            <p:nvPr/>
          </p:nvSpPr>
          <p:spPr>
            <a:xfrm>
              <a:off x="1608390" y="2001910"/>
              <a:ext cx="330580" cy="360809"/>
            </a:xfrm>
            <a:custGeom>
              <a:rect b="b" l="l" r="r" t="t"/>
              <a:pathLst>
                <a:path extrusionOk="0" h="4846" w="4440">
                  <a:moveTo>
                    <a:pt x="2115" y="0"/>
                  </a:moveTo>
                  <a:cubicBezTo>
                    <a:pt x="1672" y="0"/>
                    <a:pt x="1232" y="140"/>
                    <a:pt x="893" y="512"/>
                  </a:cubicBezTo>
                  <a:cubicBezTo>
                    <a:pt x="1" y="1513"/>
                    <a:pt x="240" y="2601"/>
                    <a:pt x="610" y="3297"/>
                  </a:cubicBezTo>
                  <a:cubicBezTo>
                    <a:pt x="893" y="3819"/>
                    <a:pt x="1176" y="4146"/>
                    <a:pt x="1807" y="4494"/>
                  </a:cubicBezTo>
                  <a:cubicBezTo>
                    <a:pt x="1929" y="4555"/>
                    <a:pt x="2951" y="4846"/>
                    <a:pt x="3293" y="4846"/>
                  </a:cubicBezTo>
                  <a:cubicBezTo>
                    <a:pt x="3316" y="4846"/>
                    <a:pt x="3335" y="4845"/>
                    <a:pt x="3352" y="4842"/>
                  </a:cubicBezTo>
                  <a:cubicBezTo>
                    <a:pt x="3504" y="4798"/>
                    <a:pt x="3765" y="3624"/>
                    <a:pt x="3809" y="3624"/>
                  </a:cubicBezTo>
                  <a:cubicBezTo>
                    <a:pt x="3814" y="3626"/>
                    <a:pt x="3822" y="3628"/>
                    <a:pt x="3830" y="3628"/>
                  </a:cubicBezTo>
                  <a:cubicBezTo>
                    <a:pt x="3885" y="3628"/>
                    <a:pt x="3986" y="3569"/>
                    <a:pt x="4004" y="3493"/>
                  </a:cubicBezTo>
                  <a:cubicBezTo>
                    <a:pt x="4026" y="3341"/>
                    <a:pt x="3961" y="2470"/>
                    <a:pt x="4004" y="2383"/>
                  </a:cubicBezTo>
                  <a:cubicBezTo>
                    <a:pt x="4048" y="2296"/>
                    <a:pt x="4440" y="1361"/>
                    <a:pt x="3874" y="708"/>
                  </a:cubicBezTo>
                  <a:cubicBezTo>
                    <a:pt x="3564" y="371"/>
                    <a:pt x="2836" y="0"/>
                    <a:pt x="2115"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4" name="Google Shape;1584;g39181ba8852_8_661"/>
            <p:cNvSpPr/>
            <p:nvPr/>
          </p:nvSpPr>
          <p:spPr>
            <a:xfrm>
              <a:off x="1571161" y="1986051"/>
              <a:ext cx="398558" cy="305117"/>
            </a:xfrm>
            <a:custGeom>
              <a:rect b="b" l="l" r="r" t="t"/>
              <a:pathLst>
                <a:path extrusionOk="0" h="4098" w="5353">
                  <a:moveTo>
                    <a:pt x="2829" y="0"/>
                  </a:moveTo>
                  <a:cubicBezTo>
                    <a:pt x="2237" y="0"/>
                    <a:pt x="1063" y="214"/>
                    <a:pt x="588" y="1182"/>
                  </a:cubicBezTo>
                  <a:cubicBezTo>
                    <a:pt x="0" y="2401"/>
                    <a:pt x="1175" y="4076"/>
                    <a:pt x="1480" y="4098"/>
                  </a:cubicBezTo>
                  <a:cubicBezTo>
                    <a:pt x="1589" y="4098"/>
                    <a:pt x="2002" y="3532"/>
                    <a:pt x="1785" y="2401"/>
                  </a:cubicBezTo>
                  <a:cubicBezTo>
                    <a:pt x="1783" y="2394"/>
                    <a:pt x="1785" y="2391"/>
                    <a:pt x="1789" y="2391"/>
                  </a:cubicBezTo>
                  <a:cubicBezTo>
                    <a:pt x="1847" y="2391"/>
                    <a:pt x="2461" y="3081"/>
                    <a:pt x="2576" y="3081"/>
                  </a:cubicBezTo>
                  <a:cubicBezTo>
                    <a:pt x="2582" y="3081"/>
                    <a:pt x="2587" y="3079"/>
                    <a:pt x="2590" y="3075"/>
                  </a:cubicBezTo>
                  <a:cubicBezTo>
                    <a:pt x="2655" y="2988"/>
                    <a:pt x="2285" y="2009"/>
                    <a:pt x="2568" y="1813"/>
                  </a:cubicBezTo>
                  <a:cubicBezTo>
                    <a:pt x="3097" y="1407"/>
                    <a:pt x="3561" y="1292"/>
                    <a:pt x="3916" y="1292"/>
                  </a:cubicBezTo>
                  <a:cubicBezTo>
                    <a:pt x="4378" y="1292"/>
                    <a:pt x="4657" y="1487"/>
                    <a:pt x="4657" y="1487"/>
                  </a:cubicBezTo>
                  <a:cubicBezTo>
                    <a:pt x="5353" y="116"/>
                    <a:pt x="3460" y="138"/>
                    <a:pt x="3134" y="29"/>
                  </a:cubicBezTo>
                  <a:cubicBezTo>
                    <a:pt x="3076" y="12"/>
                    <a:pt x="2968" y="0"/>
                    <a:pt x="28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5" name="Google Shape;1585;g39181ba8852_8_661"/>
            <p:cNvSpPr/>
            <p:nvPr/>
          </p:nvSpPr>
          <p:spPr>
            <a:xfrm>
              <a:off x="1691036" y="2146281"/>
              <a:ext cx="55171" cy="96643"/>
            </a:xfrm>
            <a:custGeom>
              <a:rect b="b" l="l" r="r" t="t"/>
              <a:pathLst>
                <a:path extrusionOk="0" h="1298" w="741">
                  <a:moveTo>
                    <a:pt x="359" y="0"/>
                  </a:moveTo>
                  <a:cubicBezTo>
                    <a:pt x="336" y="0"/>
                    <a:pt x="310" y="3"/>
                    <a:pt x="283" y="9"/>
                  </a:cubicBezTo>
                  <a:cubicBezTo>
                    <a:pt x="88" y="31"/>
                    <a:pt x="1" y="357"/>
                    <a:pt x="66" y="705"/>
                  </a:cubicBezTo>
                  <a:cubicBezTo>
                    <a:pt x="126" y="1048"/>
                    <a:pt x="318" y="1298"/>
                    <a:pt x="501" y="1298"/>
                  </a:cubicBezTo>
                  <a:cubicBezTo>
                    <a:pt x="516" y="1298"/>
                    <a:pt x="530" y="1296"/>
                    <a:pt x="545" y="1293"/>
                  </a:cubicBezTo>
                  <a:cubicBezTo>
                    <a:pt x="740" y="1249"/>
                    <a:pt x="740" y="792"/>
                    <a:pt x="675" y="423"/>
                  </a:cubicBezTo>
                  <a:cubicBezTo>
                    <a:pt x="600" y="122"/>
                    <a:pt x="509" y="0"/>
                    <a:pt x="359"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6" name="Google Shape;1586;g39181ba8852_8_661"/>
            <p:cNvSpPr/>
            <p:nvPr/>
          </p:nvSpPr>
          <p:spPr>
            <a:xfrm>
              <a:off x="1554930" y="4682255"/>
              <a:ext cx="103790" cy="19507"/>
            </a:xfrm>
            <a:custGeom>
              <a:rect b="b" l="l" r="r" t="t"/>
              <a:pathLst>
                <a:path extrusionOk="0" h="262" w="1394">
                  <a:moveTo>
                    <a:pt x="1" y="1"/>
                  </a:moveTo>
                  <a:lnTo>
                    <a:pt x="1" y="262"/>
                  </a:lnTo>
                  <a:lnTo>
                    <a:pt x="1393" y="262"/>
                  </a:lnTo>
                  <a:lnTo>
                    <a:pt x="1393" y="1"/>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7" name="Google Shape;1587;g39181ba8852_8_661"/>
            <p:cNvSpPr/>
            <p:nvPr/>
          </p:nvSpPr>
          <p:spPr>
            <a:xfrm>
              <a:off x="1532295" y="4543022"/>
              <a:ext cx="400196" cy="174969"/>
            </a:xfrm>
            <a:custGeom>
              <a:rect b="b" l="l" r="r" t="t"/>
              <a:pathLst>
                <a:path extrusionOk="0" h="2350" w="5375">
                  <a:moveTo>
                    <a:pt x="560" y="0"/>
                  </a:moveTo>
                  <a:cubicBezTo>
                    <a:pt x="440" y="0"/>
                    <a:pt x="358" y="6"/>
                    <a:pt x="348" y="21"/>
                  </a:cubicBezTo>
                  <a:cubicBezTo>
                    <a:pt x="174" y="282"/>
                    <a:pt x="44" y="783"/>
                    <a:pt x="22" y="1000"/>
                  </a:cubicBezTo>
                  <a:cubicBezTo>
                    <a:pt x="0" y="1283"/>
                    <a:pt x="174" y="1871"/>
                    <a:pt x="348" y="1871"/>
                  </a:cubicBezTo>
                  <a:cubicBezTo>
                    <a:pt x="892" y="1871"/>
                    <a:pt x="1523" y="1892"/>
                    <a:pt x="2067" y="1958"/>
                  </a:cubicBezTo>
                  <a:cubicBezTo>
                    <a:pt x="2611" y="2045"/>
                    <a:pt x="2829" y="2349"/>
                    <a:pt x="4221" y="2349"/>
                  </a:cubicBezTo>
                  <a:cubicBezTo>
                    <a:pt x="4635" y="2349"/>
                    <a:pt x="5375" y="2328"/>
                    <a:pt x="5353" y="2153"/>
                  </a:cubicBezTo>
                  <a:cubicBezTo>
                    <a:pt x="5331" y="2001"/>
                    <a:pt x="4004" y="1697"/>
                    <a:pt x="3590" y="1305"/>
                  </a:cubicBezTo>
                  <a:cubicBezTo>
                    <a:pt x="2502" y="304"/>
                    <a:pt x="1784" y="65"/>
                    <a:pt x="1784" y="65"/>
                  </a:cubicBezTo>
                  <a:cubicBezTo>
                    <a:pt x="1784" y="65"/>
                    <a:pt x="960" y="0"/>
                    <a:pt x="56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8" name="Google Shape;1588;g39181ba8852_8_661"/>
            <p:cNvSpPr/>
            <p:nvPr/>
          </p:nvSpPr>
          <p:spPr>
            <a:xfrm>
              <a:off x="1456126" y="3137291"/>
              <a:ext cx="348375" cy="1459541"/>
            </a:xfrm>
            <a:custGeom>
              <a:rect b="b" l="l" r="r" t="t"/>
              <a:pathLst>
                <a:path extrusionOk="0" h="19603" w="4679">
                  <a:moveTo>
                    <a:pt x="4460" y="1"/>
                  </a:moveTo>
                  <a:cubicBezTo>
                    <a:pt x="3788" y="1"/>
                    <a:pt x="262" y="1016"/>
                    <a:pt x="262" y="1016"/>
                  </a:cubicBezTo>
                  <a:cubicBezTo>
                    <a:pt x="262" y="1016"/>
                    <a:pt x="175" y="1582"/>
                    <a:pt x="88" y="2409"/>
                  </a:cubicBezTo>
                  <a:cubicBezTo>
                    <a:pt x="1" y="3235"/>
                    <a:pt x="784" y="5846"/>
                    <a:pt x="1067" y="7892"/>
                  </a:cubicBezTo>
                  <a:cubicBezTo>
                    <a:pt x="1350" y="9959"/>
                    <a:pt x="1524" y="10372"/>
                    <a:pt x="1458" y="10851"/>
                  </a:cubicBezTo>
                  <a:cubicBezTo>
                    <a:pt x="1371" y="11351"/>
                    <a:pt x="762" y="13309"/>
                    <a:pt x="849" y="14615"/>
                  </a:cubicBezTo>
                  <a:cubicBezTo>
                    <a:pt x="915" y="15920"/>
                    <a:pt x="1176" y="19358"/>
                    <a:pt x="1176" y="19358"/>
                  </a:cubicBezTo>
                  <a:cubicBezTo>
                    <a:pt x="1176" y="19358"/>
                    <a:pt x="1567" y="19532"/>
                    <a:pt x="2242" y="19597"/>
                  </a:cubicBezTo>
                  <a:cubicBezTo>
                    <a:pt x="2277" y="19601"/>
                    <a:pt x="2312" y="19602"/>
                    <a:pt x="2347" y="19602"/>
                  </a:cubicBezTo>
                  <a:cubicBezTo>
                    <a:pt x="2965" y="19602"/>
                    <a:pt x="3395" y="19075"/>
                    <a:pt x="3395" y="19075"/>
                  </a:cubicBezTo>
                  <a:cubicBezTo>
                    <a:pt x="3395" y="19075"/>
                    <a:pt x="3939" y="11438"/>
                    <a:pt x="4026" y="10611"/>
                  </a:cubicBezTo>
                  <a:cubicBezTo>
                    <a:pt x="4069" y="10111"/>
                    <a:pt x="4505" y="6499"/>
                    <a:pt x="4635" y="3562"/>
                  </a:cubicBezTo>
                  <a:cubicBezTo>
                    <a:pt x="4679" y="2604"/>
                    <a:pt x="4570" y="429"/>
                    <a:pt x="4570" y="37"/>
                  </a:cubicBezTo>
                  <a:cubicBezTo>
                    <a:pt x="4570" y="12"/>
                    <a:pt x="4531" y="1"/>
                    <a:pt x="446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89" name="Google Shape;1589;g39181ba8852_8_661"/>
            <p:cNvSpPr/>
            <p:nvPr/>
          </p:nvSpPr>
          <p:spPr>
            <a:xfrm>
              <a:off x="1396189" y="4568337"/>
              <a:ext cx="394835" cy="199316"/>
            </a:xfrm>
            <a:custGeom>
              <a:rect b="b" l="l" r="r" t="t"/>
              <a:pathLst>
                <a:path extrusionOk="0" h="2677" w="5303">
                  <a:moveTo>
                    <a:pt x="496" y="1"/>
                  </a:moveTo>
                  <a:cubicBezTo>
                    <a:pt x="462" y="1"/>
                    <a:pt x="441" y="3"/>
                    <a:pt x="436" y="8"/>
                  </a:cubicBezTo>
                  <a:cubicBezTo>
                    <a:pt x="240" y="269"/>
                    <a:pt x="66" y="769"/>
                    <a:pt x="44" y="1008"/>
                  </a:cubicBezTo>
                  <a:cubicBezTo>
                    <a:pt x="1" y="1291"/>
                    <a:pt x="131" y="1900"/>
                    <a:pt x="305" y="1922"/>
                  </a:cubicBezTo>
                  <a:cubicBezTo>
                    <a:pt x="849" y="1944"/>
                    <a:pt x="1480" y="2009"/>
                    <a:pt x="2024" y="2118"/>
                  </a:cubicBezTo>
                  <a:cubicBezTo>
                    <a:pt x="2568" y="2249"/>
                    <a:pt x="2742" y="2575"/>
                    <a:pt x="4156" y="2662"/>
                  </a:cubicBezTo>
                  <a:cubicBezTo>
                    <a:pt x="4287" y="2669"/>
                    <a:pt x="4459" y="2677"/>
                    <a:pt x="4629" y="2677"/>
                  </a:cubicBezTo>
                  <a:cubicBezTo>
                    <a:pt x="4969" y="2677"/>
                    <a:pt x="5302" y="2648"/>
                    <a:pt x="5288" y="2531"/>
                  </a:cubicBezTo>
                  <a:cubicBezTo>
                    <a:pt x="5288" y="2357"/>
                    <a:pt x="3982" y="1966"/>
                    <a:pt x="3569" y="1531"/>
                  </a:cubicBezTo>
                  <a:cubicBezTo>
                    <a:pt x="2568" y="443"/>
                    <a:pt x="1850" y="138"/>
                    <a:pt x="1850" y="138"/>
                  </a:cubicBezTo>
                  <a:cubicBezTo>
                    <a:pt x="1850" y="138"/>
                    <a:pt x="767" y="1"/>
                    <a:pt x="496"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0" name="Google Shape;1590;g39181ba8852_8_661"/>
            <p:cNvSpPr/>
            <p:nvPr/>
          </p:nvSpPr>
          <p:spPr>
            <a:xfrm>
              <a:off x="1375117" y="3114061"/>
              <a:ext cx="408311" cy="1481506"/>
            </a:xfrm>
            <a:custGeom>
              <a:rect b="b" l="l" r="r" t="t"/>
              <a:pathLst>
                <a:path extrusionOk="0" h="19898" w="5484">
                  <a:moveTo>
                    <a:pt x="479" y="1"/>
                  </a:moveTo>
                  <a:cubicBezTo>
                    <a:pt x="479" y="1"/>
                    <a:pt x="1" y="1219"/>
                    <a:pt x="23" y="2242"/>
                  </a:cubicBezTo>
                  <a:cubicBezTo>
                    <a:pt x="44" y="3069"/>
                    <a:pt x="262" y="4570"/>
                    <a:pt x="545" y="6615"/>
                  </a:cubicBezTo>
                  <a:cubicBezTo>
                    <a:pt x="828" y="8682"/>
                    <a:pt x="849" y="10597"/>
                    <a:pt x="784" y="11076"/>
                  </a:cubicBezTo>
                  <a:cubicBezTo>
                    <a:pt x="719" y="11554"/>
                    <a:pt x="66" y="13621"/>
                    <a:pt x="153" y="14927"/>
                  </a:cubicBezTo>
                  <a:cubicBezTo>
                    <a:pt x="218" y="16232"/>
                    <a:pt x="566" y="19474"/>
                    <a:pt x="566" y="19474"/>
                  </a:cubicBezTo>
                  <a:cubicBezTo>
                    <a:pt x="566" y="19474"/>
                    <a:pt x="980" y="19822"/>
                    <a:pt x="1654" y="19888"/>
                  </a:cubicBezTo>
                  <a:cubicBezTo>
                    <a:pt x="1724" y="19894"/>
                    <a:pt x="1791" y="19897"/>
                    <a:pt x="1855" y="19897"/>
                  </a:cubicBezTo>
                  <a:cubicBezTo>
                    <a:pt x="2410" y="19897"/>
                    <a:pt x="2742" y="19670"/>
                    <a:pt x="2742" y="19670"/>
                  </a:cubicBezTo>
                  <a:cubicBezTo>
                    <a:pt x="2742" y="19670"/>
                    <a:pt x="3526" y="12011"/>
                    <a:pt x="3830" y="11250"/>
                  </a:cubicBezTo>
                  <a:cubicBezTo>
                    <a:pt x="4309" y="10053"/>
                    <a:pt x="4374" y="6267"/>
                    <a:pt x="4722" y="3678"/>
                  </a:cubicBezTo>
                  <a:cubicBezTo>
                    <a:pt x="4853" y="2633"/>
                    <a:pt x="5484" y="349"/>
                    <a:pt x="5484" y="349"/>
                  </a:cubicBezTo>
                  <a:lnTo>
                    <a:pt x="479"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1" name="Google Shape;1591;g39181ba8852_8_661"/>
            <p:cNvSpPr/>
            <p:nvPr/>
          </p:nvSpPr>
          <p:spPr>
            <a:xfrm>
              <a:off x="1707268" y="2451476"/>
              <a:ext cx="74604" cy="68126"/>
            </a:xfrm>
            <a:custGeom>
              <a:rect b="b" l="l" r="r" t="t"/>
              <a:pathLst>
                <a:path extrusionOk="0" h="915" w="1002">
                  <a:moveTo>
                    <a:pt x="0" y="1"/>
                  </a:moveTo>
                  <a:lnTo>
                    <a:pt x="979" y="915"/>
                  </a:lnTo>
                  <a:lnTo>
                    <a:pt x="1001" y="392"/>
                  </a:lnTo>
                  <a:lnTo>
                    <a:pt x="0"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2" name="Google Shape;1592;g39181ba8852_8_661"/>
            <p:cNvSpPr/>
            <p:nvPr/>
          </p:nvSpPr>
          <p:spPr>
            <a:xfrm>
              <a:off x="1780161" y="2475823"/>
              <a:ext cx="40578" cy="43780"/>
            </a:xfrm>
            <a:custGeom>
              <a:rect b="b" l="l" r="r" t="t"/>
              <a:pathLst>
                <a:path extrusionOk="0" h="588" w="545">
                  <a:moveTo>
                    <a:pt x="305" y="0"/>
                  </a:moveTo>
                  <a:lnTo>
                    <a:pt x="0" y="588"/>
                  </a:lnTo>
                  <a:lnTo>
                    <a:pt x="0" y="588"/>
                  </a:lnTo>
                  <a:lnTo>
                    <a:pt x="544" y="283"/>
                  </a:lnTo>
                  <a:lnTo>
                    <a:pt x="305"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3" name="Google Shape;1593;g39181ba8852_8_661"/>
            <p:cNvSpPr/>
            <p:nvPr/>
          </p:nvSpPr>
          <p:spPr>
            <a:xfrm>
              <a:off x="1763929" y="2493618"/>
              <a:ext cx="51895" cy="50257"/>
            </a:xfrm>
            <a:custGeom>
              <a:rect b="b" l="l" r="r" t="t"/>
              <a:pathLst>
                <a:path extrusionOk="0" h="675" w="697">
                  <a:moveTo>
                    <a:pt x="697" y="0"/>
                  </a:moveTo>
                  <a:lnTo>
                    <a:pt x="1" y="22"/>
                  </a:lnTo>
                  <a:lnTo>
                    <a:pt x="240" y="675"/>
                  </a:lnTo>
                  <a:lnTo>
                    <a:pt x="610" y="653"/>
                  </a:lnTo>
                  <a:lnTo>
                    <a:pt x="697" y="0"/>
                  </a:ln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4" name="Google Shape;1594;g39181ba8852_8_661"/>
            <p:cNvSpPr/>
            <p:nvPr/>
          </p:nvSpPr>
          <p:spPr>
            <a:xfrm>
              <a:off x="1619781" y="2362427"/>
              <a:ext cx="162089" cy="163652"/>
            </a:xfrm>
            <a:custGeom>
              <a:rect b="b" l="l" r="r" t="t"/>
              <a:pathLst>
                <a:path extrusionOk="0" h="2198" w="2177">
                  <a:moveTo>
                    <a:pt x="522" y="0"/>
                  </a:moveTo>
                  <a:lnTo>
                    <a:pt x="0" y="435"/>
                  </a:lnTo>
                  <a:lnTo>
                    <a:pt x="1719" y="2198"/>
                  </a:lnTo>
                  <a:lnTo>
                    <a:pt x="2176" y="1588"/>
                  </a:lnTo>
                  <a:lnTo>
                    <a:pt x="522"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5" name="Google Shape;1595;g39181ba8852_8_661"/>
            <p:cNvSpPr/>
            <p:nvPr/>
          </p:nvSpPr>
          <p:spPr>
            <a:xfrm>
              <a:off x="1802795" y="2448275"/>
              <a:ext cx="40578" cy="74604"/>
            </a:xfrm>
            <a:custGeom>
              <a:rect b="b" l="l" r="r" t="t"/>
              <a:pathLst>
                <a:path extrusionOk="0" h="1002" w="545">
                  <a:moveTo>
                    <a:pt x="240" y="0"/>
                  </a:moveTo>
                  <a:lnTo>
                    <a:pt x="1" y="370"/>
                  </a:lnTo>
                  <a:lnTo>
                    <a:pt x="349" y="1001"/>
                  </a:lnTo>
                  <a:lnTo>
                    <a:pt x="545" y="457"/>
                  </a:lnTo>
                  <a:lnTo>
                    <a:pt x="240"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6" name="Google Shape;1596;g39181ba8852_8_661"/>
            <p:cNvSpPr/>
            <p:nvPr/>
          </p:nvSpPr>
          <p:spPr>
            <a:xfrm>
              <a:off x="1397827" y="3112497"/>
              <a:ext cx="398558" cy="60755"/>
            </a:xfrm>
            <a:custGeom>
              <a:rect b="b" l="l" r="r" t="t"/>
              <a:pathLst>
                <a:path extrusionOk="0" h="816" w="5353">
                  <a:moveTo>
                    <a:pt x="153" y="0"/>
                  </a:moveTo>
                  <a:lnTo>
                    <a:pt x="0" y="522"/>
                  </a:lnTo>
                  <a:cubicBezTo>
                    <a:pt x="0" y="522"/>
                    <a:pt x="849" y="653"/>
                    <a:pt x="2350" y="762"/>
                  </a:cubicBezTo>
                  <a:cubicBezTo>
                    <a:pt x="3112" y="805"/>
                    <a:pt x="3862" y="816"/>
                    <a:pt x="4423" y="816"/>
                  </a:cubicBezTo>
                  <a:cubicBezTo>
                    <a:pt x="4983" y="816"/>
                    <a:pt x="5353" y="805"/>
                    <a:pt x="5353" y="805"/>
                  </a:cubicBezTo>
                  <a:lnTo>
                    <a:pt x="5353" y="239"/>
                  </a:lnTo>
                  <a:cubicBezTo>
                    <a:pt x="5353" y="239"/>
                    <a:pt x="4483" y="196"/>
                    <a:pt x="3047" y="152"/>
                  </a:cubicBezTo>
                  <a:cubicBezTo>
                    <a:pt x="1610" y="87"/>
                    <a:pt x="153" y="0"/>
                    <a:pt x="153"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7" name="Google Shape;1597;g39181ba8852_8_661"/>
            <p:cNvSpPr/>
            <p:nvPr/>
          </p:nvSpPr>
          <p:spPr>
            <a:xfrm>
              <a:off x="1746134" y="3128654"/>
              <a:ext cx="50257" cy="50332"/>
            </a:xfrm>
            <a:custGeom>
              <a:rect b="b" l="l" r="r" t="t"/>
              <a:pathLst>
                <a:path extrusionOk="0" h="676" w="675">
                  <a:moveTo>
                    <a:pt x="174" y="1"/>
                  </a:moveTo>
                  <a:cubicBezTo>
                    <a:pt x="87" y="1"/>
                    <a:pt x="0" y="88"/>
                    <a:pt x="0" y="196"/>
                  </a:cubicBezTo>
                  <a:lnTo>
                    <a:pt x="0" y="501"/>
                  </a:lnTo>
                  <a:cubicBezTo>
                    <a:pt x="0" y="588"/>
                    <a:pt x="87" y="675"/>
                    <a:pt x="174" y="675"/>
                  </a:cubicBezTo>
                  <a:lnTo>
                    <a:pt x="479" y="675"/>
                  </a:lnTo>
                  <a:cubicBezTo>
                    <a:pt x="588" y="675"/>
                    <a:pt x="675" y="588"/>
                    <a:pt x="675" y="501"/>
                  </a:cubicBezTo>
                  <a:lnTo>
                    <a:pt x="675" y="196"/>
                  </a:lnTo>
                  <a:cubicBezTo>
                    <a:pt x="675" y="88"/>
                    <a:pt x="588" y="1"/>
                    <a:pt x="479"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8" name="Google Shape;1598;g39181ba8852_8_661"/>
            <p:cNvSpPr/>
            <p:nvPr/>
          </p:nvSpPr>
          <p:spPr>
            <a:xfrm>
              <a:off x="1776885" y="2542238"/>
              <a:ext cx="74604" cy="712832"/>
            </a:xfrm>
            <a:custGeom>
              <a:rect b="b" l="l" r="r" t="t"/>
              <a:pathLst>
                <a:path extrusionOk="0" h="9574" w="1002">
                  <a:moveTo>
                    <a:pt x="436" y="0"/>
                  </a:moveTo>
                  <a:lnTo>
                    <a:pt x="66" y="22"/>
                  </a:lnTo>
                  <a:cubicBezTo>
                    <a:pt x="66" y="22"/>
                    <a:pt x="305" y="1806"/>
                    <a:pt x="197" y="3133"/>
                  </a:cubicBezTo>
                  <a:cubicBezTo>
                    <a:pt x="88" y="4461"/>
                    <a:pt x="1" y="8595"/>
                    <a:pt x="1" y="8595"/>
                  </a:cubicBezTo>
                  <a:lnTo>
                    <a:pt x="523" y="9574"/>
                  </a:lnTo>
                  <a:lnTo>
                    <a:pt x="1002" y="8616"/>
                  </a:lnTo>
                  <a:cubicBezTo>
                    <a:pt x="1002" y="8616"/>
                    <a:pt x="762" y="4548"/>
                    <a:pt x="741" y="3090"/>
                  </a:cubicBezTo>
                  <a:cubicBezTo>
                    <a:pt x="697" y="1632"/>
                    <a:pt x="436" y="0"/>
                    <a:pt x="436"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599" name="Google Shape;1599;g39181ba8852_8_661"/>
            <p:cNvSpPr/>
            <p:nvPr/>
          </p:nvSpPr>
          <p:spPr>
            <a:xfrm>
              <a:off x="2313120" y="3031861"/>
              <a:ext cx="69764" cy="53161"/>
            </a:xfrm>
            <a:custGeom>
              <a:rect b="b" l="l" r="r" t="t"/>
              <a:pathLst>
                <a:path extrusionOk="0" h="714" w="937">
                  <a:moveTo>
                    <a:pt x="171" y="1"/>
                  </a:moveTo>
                  <a:cubicBezTo>
                    <a:pt x="121" y="1"/>
                    <a:pt x="71" y="29"/>
                    <a:pt x="44" y="82"/>
                  </a:cubicBezTo>
                  <a:cubicBezTo>
                    <a:pt x="1" y="147"/>
                    <a:pt x="22" y="256"/>
                    <a:pt x="88" y="300"/>
                  </a:cubicBezTo>
                  <a:lnTo>
                    <a:pt x="653" y="691"/>
                  </a:lnTo>
                  <a:cubicBezTo>
                    <a:pt x="677" y="707"/>
                    <a:pt x="705" y="714"/>
                    <a:pt x="734" y="714"/>
                  </a:cubicBezTo>
                  <a:cubicBezTo>
                    <a:pt x="788" y="714"/>
                    <a:pt x="843" y="690"/>
                    <a:pt x="871" y="648"/>
                  </a:cubicBezTo>
                  <a:cubicBezTo>
                    <a:pt x="936" y="583"/>
                    <a:pt x="915" y="474"/>
                    <a:pt x="828" y="430"/>
                  </a:cubicBezTo>
                  <a:lnTo>
                    <a:pt x="262" y="39"/>
                  </a:lnTo>
                  <a:cubicBezTo>
                    <a:pt x="236" y="13"/>
                    <a:pt x="204" y="1"/>
                    <a:pt x="17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0" name="Google Shape;1600;g39181ba8852_8_661"/>
            <p:cNvSpPr/>
            <p:nvPr/>
          </p:nvSpPr>
          <p:spPr>
            <a:xfrm>
              <a:off x="2327714" y="3015183"/>
              <a:ext cx="69764" cy="53161"/>
            </a:xfrm>
            <a:custGeom>
              <a:rect b="b" l="l" r="r" t="t"/>
              <a:pathLst>
                <a:path extrusionOk="0" h="714" w="937">
                  <a:moveTo>
                    <a:pt x="181" y="1"/>
                  </a:moveTo>
                  <a:cubicBezTo>
                    <a:pt x="127" y="1"/>
                    <a:pt x="72" y="25"/>
                    <a:pt x="44" y="67"/>
                  </a:cubicBezTo>
                  <a:cubicBezTo>
                    <a:pt x="1" y="132"/>
                    <a:pt x="22" y="241"/>
                    <a:pt x="88" y="284"/>
                  </a:cubicBezTo>
                  <a:lnTo>
                    <a:pt x="653" y="676"/>
                  </a:lnTo>
                  <a:cubicBezTo>
                    <a:pt x="679" y="702"/>
                    <a:pt x="712" y="714"/>
                    <a:pt x="744" y="714"/>
                  </a:cubicBezTo>
                  <a:cubicBezTo>
                    <a:pt x="794" y="714"/>
                    <a:pt x="845" y="685"/>
                    <a:pt x="871" y="633"/>
                  </a:cubicBezTo>
                  <a:cubicBezTo>
                    <a:pt x="936" y="567"/>
                    <a:pt x="914" y="458"/>
                    <a:pt x="827" y="415"/>
                  </a:cubicBezTo>
                  <a:lnTo>
                    <a:pt x="262" y="23"/>
                  </a:lnTo>
                  <a:cubicBezTo>
                    <a:pt x="239" y="8"/>
                    <a:pt x="210" y="1"/>
                    <a:pt x="18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1" name="Google Shape;1601;g39181ba8852_8_661"/>
            <p:cNvSpPr/>
            <p:nvPr/>
          </p:nvSpPr>
          <p:spPr>
            <a:xfrm>
              <a:off x="2340669" y="2997388"/>
              <a:ext cx="69764" cy="53161"/>
            </a:xfrm>
            <a:custGeom>
              <a:rect b="b" l="l" r="r" t="t"/>
              <a:pathLst>
                <a:path extrusionOk="0" h="714" w="937">
                  <a:moveTo>
                    <a:pt x="181" y="0"/>
                  </a:moveTo>
                  <a:cubicBezTo>
                    <a:pt x="128" y="0"/>
                    <a:pt x="72" y="24"/>
                    <a:pt x="44" y="66"/>
                  </a:cubicBezTo>
                  <a:cubicBezTo>
                    <a:pt x="1" y="153"/>
                    <a:pt x="22" y="241"/>
                    <a:pt x="88" y="284"/>
                  </a:cubicBezTo>
                  <a:lnTo>
                    <a:pt x="653" y="676"/>
                  </a:lnTo>
                  <a:cubicBezTo>
                    <a:pt x="679" y="701"/>
                    <a:pt x="712" y="714"/>
                    <a:pt x="744" y="714"/>
                  </a:cubicBezTo>
                  <a:cubicBezTo>
                    <a:pt x="794" y="714"/>
                    <a:pt x="845" y="685"/>
                    <a:pt x="871" y="632"/>
                  </a:cubicBezTo>
                  <a:cubicBezTo>
                    <a:pt x="936" y="567"/>
                    <a:pt x="914" y="458"/>
                    <a:pt x="827" y="415"/>
                  </a:cubicBezTo>
                  <a:lnTo>
                    <a:pt x="262" y="23"/>
                  </a:lnTo>
                  <a:cubicBezTo>
                    <a:pt x="239" y="8"/>
                    <a:pt x="210" y="0"/>
                    <a:pt x="181"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2" name="Google Shape;1602;g39181ba8852_8_661"/>
            <p:cNvSpPr/>
            <p:nvPr/>
          </p:nvSpPr>
          <p:spPr>
            <a:xfrm>
              <a:off x="2350423" y="2979147"/>
              <a:ext cx="69690" cy="52416"/>
            </a:xfrm>
            <a:custGeom>
              <a:rect b="b" l="l" r="r" t="t"/>
              <a:pathLst>
                <a:path extrusionOk="0" h="704" w="936">
                  <a:moveTo>
                    <a:pt x="187" y="0"/>
                  </a:moveTo>
                  <a:cubicBezTo>
                    <a:pt x="139" y="0"/>
                    <a:pt x="91" y="21"/>
                    <a:pt x="65" y="72"/>
                  </a:cubicBezTo>
                  <a:cubicBezTo>
                    <a:pt x="0" y="137"/>
                    <a:pt x="22" y="246"/>
                    <a:pt x="109" y="290"/>
                  </a:cubicBezTo>
                  <a:lnTo>
                    <a:pt x="675" y="681"/>
                  </a:lnTo>
                  <a:cubicBezTo>
                    <a:pt x="698" y="697"/>
                    <a:pt x="726" y="704"/>
                    <a:pt x="756" y="704"/>
                  </a:cubicBezTo>
                  <a:cubicBezTo>
                    <a:pt x="809" y="704"/>
                    <a:pt x="864" y="680"/>
                    <a:pt x="892" y="638"/>
                  </a:cubicBezTo>
                  <a:cubicBezTo>
                    <a:pt x="936" y="573"/>
                    <a:pt x="914" y="464"/>
                    <a:pt x="849" y="420"/>
                  </a:cubicBezTo>
                  <a:lnTo>
                    <a:pt x="283" y="29"/>
                  </a:lnTo>
                  <a:cubicBezTo>
                    <a:pt x="256" y="11"/>
                    <a:pt x="221" y="0"/>
                    <a:pt x="18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3" name="Google Shape;1603;g39181ba8852_8_661"/>
            <p:cNvSpPr/>
            <p:nvPr/>
          </p:nvSpPr>
          <p:spPr>
            <a:xfrm>
              <a:off x="2251545" y="2937526"/>
              <a:ext cx="165365" cy="145857"/>
            </a:xfrm>
            <a:custGeom>
              <a:rect b="b" l="l" r="r" t="t"/>
              <a:pathLst>
                <a:path extrusionOk="0" h="1959" w="2221">
                  <a:moveTo>
                    <a:pt x="110" y="0"/>
                  </a:moveTo>
                  <a:lnTo>
                    <a:pt x="1" y="1001"/>
                  </a:lnTo>
                  <a:cubicBezTo>
                    <a:pt x="1" y="1001"/>
                    <a:pt x="219" y="1284"/>
                    <a:pt x="501" y="1480"/>
                  </a:cubicBezTo>
                  <a:cubicBezTo>
                    <a:pt x="762" y="1697"/>
                    <a:pt x="1480" y="1958"/>
                    <a:pt x="1480" y="1958"/>
                  </a:cubicBezTo>
                  <a:cubicBezTo>
                    <a:pt x="1480" y="1958"/>
                    <a:pt x="1676" y="1480"/>
                    <a:pt x="1763" y="1306"/>
                  </a:cubicBezTo>
                  <a:cubicBezTo>
                    <a:pt x="1850" y="1110"/>
                    <a:pt x="2220" y="1023"/>
                    <a:pt x="2220" y="1023"/>
                  </a:cubicBezTo>
                  <a:cubicBezTo>
                    <a:pt x="2220" y="1023"/>
                    <a:pt x="1611" y="414"/>
                    <a:pt x="1415" y="305"/>
                  </a:cubicBezTo>
                  <a:cubicBezTo>
                    <a:pt x="1219" y="196"/>
                    <a:pt x="110" y="0"/>
                    <a:pt x="110"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4" name="Google Shape;1604;g39181ba8852_8_661"/>
            <p:cNvSpPr/>
            <p:nvPr/>
          </p:nvSpPr>
          <p:spPr>
            <a:xfrm>
              <a:off x="1483675" y="2453933"/>
              <a:ext cx="469886" cy="405854"/>
            </a:xfrm>
            <a:custGeom>
              <a:rect b="b" l="l" r="r" t="t"/>
              <a:pathLst>
                <a:path extrusionOk="0" h="5451" w="6311">
                  <a:moveTo>
                    <a:pt x="1440" y="0"/>
                  </a:moveTo>
                  <a:cubicBezTo>
                    <a:pt x="1191" y="0"/>
                    <a:pt x="933" y="77"/>
                    <a:pt x="675" y="272"/>
                  </a:cubicBezTo>
                  <a:cubicBezTo>
                    <a:pt x="1" y="816"/>
                    <a:pt x="240" y="1534"/>
                    <a:pt x="784" y="2165"/>
                  </a:cubicBezTo>
                  <a:cubicBezTo>
                    <a:pt x="1350" y="2796"/>
                    <a:pt x="4896" y="5451"/>
                    <a:pt x="5157" y="5451"/>
                  </a:cubicBezTo>
                  <a:cubicBezTo>
                    <a:pt x="5440" y="5429"/>
                    <a:pt x="6310" y="4559"/>
                    <a:pt x="6180" y="4189"/>
                  </a:cubicBezTo>
                  <a:cubicBezTo>
                    <a:pt x="6049" y="3819"/>
                    <a:pt x="3395" y="1099"/>
                    <a:pt x="2829" y="642"/>
                  </a:cubicBezTo>
                  <a:cubicBezTo>
                    <a:pt x="2459" y="346"/>
                    <a:pt x="1969" y="0"/>
                    <a:pt x="1440"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5" name="Google Shape;1605;g39181ba8852_8_661"/>
            <p:cNvSpPr/>
            <p:nvPr/>
          </p:nvSpPr>
          <p:spPr>
            <a:xfrm>
              <a:off x="1794754" y="2734558"/>
              <a:ext cx="489318" cy="287247"/>
            </a:xfrm>
            <a:custGeom>
              <a:rect b="b" l="l" r="r" t="t"/>
              <a:pathLst>
                <a:path extrusionOk="0" h="3858" w="6572">
                  <a:moveTo>
                    <a:pt x="1237" y="1"/>
                  </a:moveTo>
                  <a:cubicBezTo>
                    <a:pt x="950" y="1"/>
                    <a:pt x="676" y="128"/>
                    <a:pt x="457" y="507"/>
                  </a:cubicBezTo>
                  <a:cubicBezTo>
                    <a:pt x="0" y="1334"/>
                    <a:pt x="1697" y="2226"/>
                    <a:pt x="2589" y="2574"/>
                  </a:cubicBezTo>
                  <a:cubicBezTo>
                    <a:pt x="3460" y="2922"/>
                    <a:pt x="6136" y="3858"/>
                    <a:pt x="6136" y="3858"/>
                  </a:cubicBezTo>
                  <a:lnTo>
                    <a:pt x="6571" y="2748"/>
                  </a:lnTo>
                  <a:cubicBezTo>
                    <a:pt x="6571" y="2748"/>
                    <a:pt x="4569" y="1529"/>
                    <a:pt x="2241" y="333"/>
                  </a:cubicBezTo>
                  <a:cubicBezTo>
                    <a:pt x="1935" y="179"/>
                    <a:pt x="1577" y="1"/>
                    <a:pt x="1237"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6" name="Google Shape;1606;g39181ba8852_8_661"/>
            <p:cNvSpPr/>
            <p:nvPr/>
          </p:nvSpPr>
          <p:spPr>
            <a:xfrm>
              <a:off x="2194883" y="2908339"/>
              <a:ext cx="108630" cy="126425"/>
            </a:xfrm>
            <a:custGeom>
              <a:rect b="b" l="l" r="r" t="t"/>
              <a:pathLst>
                <a:path extrusionOk="0" h="1698" w="1459">
                  <a:moveTo>
                    <a:pt x="610" y="0"/>
                  </a:moveTo>
                  <a:lnTo>
                    <a:pt x="0" y="1284"/>
                  </a:lnTo>
                  <a:lnTo>
                    <a:pt x="849" y="1698"/>
                  </a:lnTo>
                  <a:lnTo>
                    <a:pt x="1458" y="414"/>
                  </a:lnTo>
                  <a:lnTo>
                    <a:pt x="610"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07" name="Google Shape;1607;g39181ba8852_8_661"/>
          <p:cNvGrpSpPr/>
          <p:nvPr/>
        </p:nvGrpSpPr>
        <p:grpSpPr>
          <a:xfrm>
            <a:off x="642662" y="4144031"/>
            <a:ext cx="1066721" cy="2526602"/>
            <a:chOff x="7131700" y="3058575"/>
            <a:chExt cx="800061" cy="1894999"/>
          </a:xfrm>
        </p:grpSpPr>
        <p:sp>
          <p:nvSpPr>
            <p:cNvPr id="1608" name="Google Shape;1608;g39181ba8852_8_661"/>
            <p:cNvSpPr/>
            <p:nvPr/>
          </p:nvSpPr>
          <p:spPr>
            <a:xfrm>
              <a:off x="7385008" y="3940203"/>
              <a:ext cx="101721" cy="80042"/>
            </a:xfrm>
            <a:custGeom>
              <a:rect b="b" l="l" r="r" t="t"/>
              <a:pathLst>
                <a:path extrusionOk="0" h="1045" w="1328">
                  <a:moveTo>
                    <a:pt x="0" y="0"/>
                  </a:moveTo>
                  <a:lnTo>
                    <a:pt x="0" y="1045"/>
                  </a:lnTo>
                  <a:lnTo>
                    <a:pt x="1328" y="1045"/>
                  </a:lnTo>
                  <a:lnTo>
                    <a:pt x="132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09" name="Google Shape;1609;g39181ba8852_8_661"/>
            <p:cNvSpPr/>
            <p:nvPr/>
          </p:nvSpPr>
          <p:spPr>
            <a:xfrm>
              <a:off x="7495003" y="4095158"/>
              <a:ext cx="101721" cy="716699"/>
            </a:xfrm>
            <a:custGeom>
              <a:rect b="b" l="l" r="r" t="t"/>
              <a:pathLst>
                <a:path extrusionOk="0" h="9357" w="1328">
                  <a:moveTo>
                    <a:pt x="0" y="1"/>
                  </a:moveTo>
                  <a:lnTo>
                    <a:pt x="0" y="9357"/>
                  </a:lnTo>
                  <a:lnTo>
                    <a:pt x="1328" y="9357"/>
                  </a:lnTo>
                  <a:lnTo>
                    <a:pt x="1328"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0" name="Google Shape;1610;g39181ba8852_8_661"/>
            <p:cNvSpPr/>
            <p:nvPr/>
          </p:nvSpPr>
          <p:spPr>
            <a:xfrm>
              <a:off x="7746626" y="4835158"/>
              <a:ext cx="116735" cy="118416"/>
            </a:xfrm>
            <a:custGeom>
              <a:rect b="b" l="l" r="r" t="t"/>
              <a:pathLst>
                <a:path extrusionOk="0" h="1546" w="1524">
                  <a:moveTo>
                    <a:pt x="762" y="1"/>
                  </a:moveTo>
                  <a:cubicBezTo>
                    <a:pt x="327" y="1"/>
                    <a:pt x="1" y="349"/>
                    <a:pt x="1" y="784"/>
                  </a:cubicBezTo>
                  <a:cubicBezTo>
                    <a:pt x="1" y="1197"/>
                    <a:pt x="327" y="1545"/>
                    <a:pt x="762" y="1545"/>
                  </a:cubicBezTo>
                  <a:cubicBezTo>
                    <a:pt x="1176" y="1545"/>
                    <a:pt x="1524" y="1197"/>
                    <a:pt x="1524" y="784"/>
                  </a:cubicBezTo>
                  <a:cubicBezTo>
                    <a:pt x="1524" y="349"/>
                    <a:pt x="1176"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1" name="Google Shape;1611;g39181ba8852_8_661"/>
            <p:cNvSpPr/>
            <p:nvPr/>
          </p:nvSpPr>
          <p:spPr>
            <a:xfrm>
              <a:off x="7215038" y="4835158"/>
              <a:ext cx="116735" cy="118416"/>
            </a:xfrm>
            <a:custGeom>
              <a:rect b="b" l="l" r="r" t="t"/>
              <a:pathLst>
                <a:path extrusionOk="0" h="1546" w="1524">
                  <a:moveTo>
                    <a:pt x="762" y="1"/>
                  </a:moveTo>
                  <a:cubicBezTo>
                    <a:pt x="348" y="1"/>
                    <a:pt x="0" y="349"/>
                    <a:pt x="0" y="784"/>
                  </a:cubicBezTo>
                  <a:cubicBezTo>
                    <a:pt x="0" y="1197"/>
                    <a:pt x="348" y="1545"/>
                    <a:pt x="762" y="1545"/>
                  </a:cubicBezTo>
                  <a:cubicBezTo>
                    <a:pt x="1197" y="1545"/>
                    <a:pt x="1523" y="1197"/>
                    <a:pt x="1523" y="784"/>
                  </a:cubicBezTo>
                  <a:cubicBezTo>
                    <a:pt x="1523" y="349"/>
                    <a:pt x="1197"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2" name="Google Shape;1612;g39181ba8852_8_661"/>
            <p:cNvSpPr/>
            <p:nvPr/>
          </p:nvSpPr>
          <p:spPr>
            <a:xfrm>
              <a:off x="7196655" y="4811796"/>
              <a:ext cx="698416" cy="48408"/>
            </a:xfrm>
            <a:custGeom>
              <a:rect b="b" l="l" r="r" t="t"/>
              <a:pathLst>
                <a:path extrusionOk="0" h="632" w="9118">
                  <a:moveTo>
                    <a:pt x="632" y="1"/>
                  </a:moveTo>
                  <a:cubicBezTo>
                    <a:pt x="284" y="1"/>
                    <a:pt x="1" y="284"/>
                    <a:pt x="1" y="632"/>
                  </a:cubicBezTo>
                  <a:lnTo>
                    <a:pt x="9117" y="632"/>
                  </a:lnTo>
                  <a:cubicBezTo>
                    <a:pt x="9117" y="284"/>
                    <a:pt x="8834" y="1"/>
                    <a:pt x="8486"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3" name="Google Shape;1613;g39181ba8852_8_661"/>
            <p:cNvSpPr/>
            <p:nvPr/>
          </p:nvSpPr>
          <p:spPr>
            <a:xfrm>
              <a:off x="7511624" y="4158503"/>
              <a:ext cx="25124" cy="653355"/>
            </a:xfrm>
            <a:custGeom>
              <a:rect b="b" l="l" r="r" t="t"/>
              <a:pathLst>
                <a:path extrusionOk="0" h="8530" w="328">
                  <a:moveTo>
                    <a:pt x="1" y="1"/>
                  </a:moveTo>
                  <a:lnTo>
                    <a:pt x="1" y="8530"/>
                  </a:lnTo>
                  <a:lnTo>
                    <a:pt x="327" y="8530"/>
                  </a:lnTo>
                  <a:lnTo>
                    <a:pt x="32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4" name="Google Shape;1614;g39181ba8852_8_661"/>
            <p:cNvSpPr/>
            <p:nvPr/>
          </p:nvSpPr>
          <p:spPr>
            <a:xfrm>
              <a:off x="7160041" y="4015191"/>
              <a:ext cx="771720" cy="145071"/>
            </a:xfrm>
            <a:custGeom>
              <a:rect b="b" l="l" r="r" t="t"/>
              <a:pathLst>
                <a:path extrusionOk="0" h="1894" w="10075">
                  <a:moveTo>
                    <a:pt x="740" y="1"/>
                  </a:moveTo>
                  <a:cubicBezTo>
                    <a:pt x="326" y="1"/>
                    <a:pt x="0" y="327"/>
                    <a:pt x="0" y="740"/>
                  </a:cubicBezTo>
                  <a:lnTo>
                    <a:pt x="0" y="1154"/>
                  </a:lnTo>
                  <a:cubicBezTo>
                    <a:pt x="0" y="1567"/>
                    <a:pt x="326" y="1893"/>
                    <a:pt x="740" y="1893"/>
                  </a:cubicBezTo>
                  <a:lnTo>
                    <a:pt x="9334" y="1893"/>
                  </a:lnTo>
                  <a:cubicBezTo>
                    <a:pt x="9748" y="1893"/>
                    <a:pt x="10074" y="1567"/>
                    <a:pt x="10074" y="1154"/>
                  </a:cubicBezTo>
                  <a:lnTo>
                    <a:pt x="10074" y="740"/>
                  </a:lnTo>
                  <a:cubicBezTo>
                    <a:pt x="10074" y="327"/>
                    <a:pt x="9748" y="1"/>
                    <a:pt x="93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5" name="Google Shape;1615;g39181ba8852_8_661"/>
            <p:cNvSpPr/>
            <p:nvPr/>
          </p:nvSpPr>
          <p:spPr>
            <a:xfrm>
              <a:off x="7131700" y="3058575"/>
              <a:ext cx="601673" cy="890034"/>
            </a:xfrm>
            <a:custGeom>
              <a:rect b="b" l="l" r="r" t="t"/>
              <a:pathLst>
                <a:path extrusionOk="0" h="11620" w="7855">
                  <a:moveTo>
                    <a:pt x="3917" y="0"/>
                  </a:moveTo>
                  <a:cubicBezTo>
                    <a:pt x="1763" y="0"/>
                    <a:pt x="0" y="1785"/>
                    <a:pt x="0" y="3939"/>
                  </a:cubicBezTo>
                  <a:lnTo>
                    <a:pt x="0" y="9835"/>
                  </a:lnTo>
                  <a:cubicBezTo>
                    <a:pt x="0" y="10814"/>
                    <a:pt x="805" y="11619"/>
                    <a:pt x="1784" y="11619"/>
                  </a:cubicBezTo>
                  <a:lnTo>
                    <a:pt x="6071" y="11619"/>
                  </a:lnTo>
                  <a:cubicBezTo>
                    <a:pt x="7050" y="11619"/>
                    <a:pt x="7855" y="10814"/>
                    <a:pt x="7855" y="9835"/>
                  </a:cubicBezTo>
                  <a:lnTo>
                    <a:pt x="7855" y="3939"/>
                  </a:lnTo>
                  <a:cubicBezTo>
                    <a:pt x="7855" y="1785"/>
                    <a:pt x="6071" y="0"/>
                    <a:pt x="391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6" name="Google Shape;1616;g39181ba8852_8_661"/>
            <p:cNvSpPr/>
            <p:nvPr/>
          </p:nvSpPr>
          <p:spPr>
            <a:xfrm>
              <a:off x="7238324" y="3111886"/>
              <a:ext cx="468394" cy="785022"/>
            </a:xfrm>
            <a:custGeom>
              <a:rect b="b" l="l" r="r" t="t"/>
              <a:pathLst>
                <a:path extrusionOk="0" h="10249" w="6115">
                  <a:moveTo>
                    <a:pt x="3069" y="1"/>
                  </a:moveTo>
                  <a:cubicBezTo>
                    <a:pt x="1371" y="1"/>
                    <a:pt x="1" y="1371"/>
                    <a:pt x="1" y="3047"/>
                  </a:cubicBezTo>
                  <a:lnTo>
                    <a:pt x="1" y="8856"/>
                  </a:lnTo>
                  <a:cubicBezTo>
                    <a:pt x="1" y="9618"/>
                    <a:pt x="632" y="10249"/>
                    <a:pt x="1393" y="10249"/>
                  </a:cubicBezTo>
                  <a:lnTo>
                    <a:pt x="4722" y="10249"/>
                  </a:lnTo>
                  <a:cubicBezTo>
                    <a:pt x="5484" y="10249"/>
                    <a:pt x="6115" y="9618"/>
                    <a:pt x="6115" y="8856"/>
                  </a:cubicBezTo>
                  <a:lnTo>
                    <a:pt x="6115" y="3047"/>
                  </a:lnTo>
                  <a:cubicBezTo>
                    <a:pt x="6115" y="1371"/>
                    <a:pt x="4744" y="1"/>
                    <a:pt x="306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17" name="Google Shape;1617;g39181ba8852_8_661"/>
          <p:cNvGrpSpPr/>
          <p:nvPr/>
        </p:nvGrpSpPr>
        <p:grpSpPr>
          <a:xfrm>
            <a:off x="2646556" y="5065653"/>
            <a:ext cx="1786405" cy="1792750"/>
            <a:chOff x="1788276" y="3614658"/>
            <a:chExt cx="1383523" cy="1388437"/>
          </a:xfrm>
        </p:grpSpPr>
        <p:sp>
          <p:nvSpPr>
            <p:cNvPr id="1618" name="Google Shape;1618;g39181ba8852_8_661"/>
            <p:cNvSpPr/>
            <p:nvPr/>
          </p:nvSpPr>
          <p:spPr>
            <a:xfrm>
              <a:off x="1898398" y="3617934"/>
              <a:ext cx="90835" cy="1385161"/>
            </a:xfrm>
            <a:custGeom>
              <a:rect b="b" l="l" r="r" t="t"/>
              <a:pathLst>
                <a:path extrusionOk="0" h="18604" w="1220">
                  <a:moveTo>
                    <a:pt x="1" y="0"/>
                  </a:moveTo>
                  <a:lnTo>
                    <a:pt x="1" y="18604"/>
                  </a:lnTo>
                  <a:lnTo>
                    <a:pt x="1219" y="18604"/>
                  </a:lnTo>
                  <a:lnTo>
                    <a:pt x="1219"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19" name="Google Shape;1619;g39181ba8852_8_661"/>
            <p:cNvSpPr/>
            <p:nvPr/>
          </p:nvSpPr>
          <p:spPr>
            <a:xfrm>
              <a:off x="2967667" y="3617934"/>
              <a:ext cx="90761" cy="1385161"/>
            </a:xfrm>
            <a:custGeom>
              <a:rect b="b" l="l" r="r" t="t"/>
              <a:pathLst>
                <a:path extrusionOk="0" h="18604" w="1219">
                  <a:moveTo>
                    <a:pt x="0" y="0"/>
                  </a:moveTo>
                  <a:lnTo>
                    <a:pt x="0" y="18604"/>
                  </a:lnTo>
                  <a:lnTo>
                    <a:pt x="1218" y="18604"/>
                  </a:lnTo>
                  <a:lnTo>
                    <a:pt x="121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20" name="Google Shape;1620;g39181ba8852_8_661"/>
            <p:cNvSpPr/>
            <p:nvPr/>
          </p:nvSpPr>
          <p:spPr>
            <a:xfrm>
              <a:off x="1911353" y="3643845"/>
              <a:ext cx="1130823" cy="225226"/>
            </a:xfrm>
            <a:custGeom>
              <a:rect b="b" l="l" r="r" t="t"/>
              <a:pathLst>
                <a:path extrusionOk="0" h="3025" w="15188">
                  <a:moveTo>
                    <a:pt x="1" y="0"/>
                  </a:moveTo>
                  <a:lnTo>
                    <a:pt x="1" y="3025"/>
                  </a:lnTo>
                  <a:lnTo>
                    <a:pt x="15188" y="3025"/>
                  </a:lnTo>
                  <a:lnTo>
                    <a:pt x="1518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21" name="Google Shape;1621;g39181ba8852_8_661"/>
            <p:cNvSpPr/>
            <p:nvPr/>
          </p:nvSpPr>
          <p:spPr>
            <a:xfrm>
              <a:off x="1898398" y="3744286"/>
              <a:ext cx="1158371" cy="74604"/>
            </a:xfrm>
            <a:custGeom>
              <a:rect b="b" l="l" r="r" t="t"/>
              <a:pathLst>
                <a:path extrusionOk="0" h="1002" w="15558">
                  <a:moveTo>
                    <a:pt x="1" y="0"/>
                  </a:moveTo>
                  <a:lnTo>
                    <a:pt x="1" y="1001"/>
                  </a:lnTo>
                  <a:lnTo>
                    <a:pt x="15558" y="697"/>
                  </a:lnTo>
                  <a:lnTo>
                    <a:pt x="15558"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22" name="Google Shape;1622;g39181ba8852_8_661"/>
            <p:cNvSpPr/>
            <p:nvPr/>
          </p:nvSpPr>
          <p:spPr>
            <a:xfrm>
              <a:off x="1788276" y="3614658"/>
              <a:ext cx="1383523" cy="131339"/>
            </a:xfrm>
            <a:custGeom>
              <a:rect b="b" l="l" r="r" t="t"/>
              <a:pathLst>
                <a:path extrusionOk="0" h="1764" w="18582">
                  <a:moveTo>
                    <a:pt x="0" y="1"/>
                  </a:moveTo>
                  <a:lnTo>
                    <a:pt x="0" y="1763"/>
                  </a:lnTo>
                  <a:lnTo>
                    <a:pt x="18582" y="1763"/>
                  </a:lnTo>
                  <a:lnTo>
                    <a:pt x="18582"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6" name="Shape 1626"/>
        <p:cNvGrpSpPr/>
        <p:nvPr/>
      </p:nvGrpSpPr>
      <p:grpSpPr>
        <a:xfrm>
          <a:off x="0" y="0"/>
          <a:ext cx="0" cy="0"/>
          <a:chOff x="0" y="0"/>
          <a:chExt cx="0" cy="0"/>
        </a:xfrm>
      </p:grpSpPr>
      <p:sp>
        <p:nvSpPr>
          <p:cNvPr id="1627" name="Google Shape;1627;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Pipeline</a:t>
            </a:r>
            <a:endParaRPr/>
          </a:p>
        </p:txBody>
      </p:sp>
      <p:pic>
        <p:nvPicPr>
          <p:cNvPr id="1628" name="Google Shape;1628;p3" title="Pipeline-Page-4.drawio (3).png"/>
          <p:cNvPicPr preferRelativeResize="0"/>
          <p:nvPr/>
        </p:nvPicPr>
        <p:blipFill rotWithShape="1">
          <a:blip r:embed="rId3">
            <a:alphaModFix/>
          </a:blip>
          <a:srcRect b="0" l="278" r="268" t="0"/>
          <a:stretch/>
        </p:blipFill>
        <p:spPr>
          <a:xfrm>
            <a:off x="950975" y="2359851"/>
            <a:ext cx="10515599" cy="17382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2" name="Shape 1632"/>
        <p:cNvGrpSpPr/>
        <p:nvPr/>
      </p:nvGrpSpPr>
      <p:grpSpPr>
        <a:xfrm>
          <a:off x="0" y="0"/>
          <a:ext cx="0" cy="0"/>
          <a:chOff x="0" y="0"/>
          <a:chExt cx="0" cy="0"/>
        </a:xfrm>
      </p:grpSpPr>
      <p:sp>
        <p:nvSpPr>
          <p:cNvPr id="1633" name="Google Shape;1633;g39181ba8852_8_226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Pipeline</a:t>
            </a:r>
            <a:endParaRPr/>
          </a:p>
        </p:txBody>
      </p:sp>
      <p:pic>
        <p:nvPicPr>
          <p:cNvPr id="1634" name="Google Shape;1634;g39181ba8852_8_2268" title="Pipeline-Diagram w_o text.drawio (2).png"/>
          <p:cNvPicPr preferRelativeResize="0"/>
          <p:nvPr/>
        </p:nvPicPr>
        <p:blipFill rotWithShape="1">
          <a:blip r:embed="rId3">
            <a:alphaModFix/>
          </a:blip>
          <a:srcRect b="129" l="0" r="0" t="119"/>
          <a:stretch/>
        </p:blipFill>
        <p:spPr>
          <a:xfrm>
            <a:off x="289463" y="2473500"/>
            <a:ext cx="11613076" cy="22852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8" name="Shape 1638"/>
        <p:cNvGrpSpPr/>
        <p:nvPr/>
      </p:nvGrpSpPr>
      <p:grpSpPr>
        <a:xfrm>
          <a:off x="0" y="0"/>
          <a:ext cx="0" cy="0"/>
          <a:chOff x="0" y="0"/>
          <a:chExt cx="0" cy="0"/>
        </a:xfrm>
      </p:grpSpPr>
      <p:sp>
        <p:nvSpPr>
          <p:cNvPr id="1639" name="Google Shape;1639;g39181ba8852_8_1510"/>
          <p:cNvSpPr/>
          <p:nvPr/>
        </p:nvSpPr>
        <p:spPr>
          <a:xfrm>
            <a:off x="7302400" y="6252367"/>
            <a:ext cx="4889549" cy="1052239"/>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640" name="Google Shape;1640;g39181ba8852_8_1510"/>
          <p:cNvGrpSpPr/>
          <p:nvPr/>
        </p:nvGrpSpPr>
        <p:grpSpPr>
          <a:xfrm>
            <a:off x="10512417" y="3848827"/>
            <a:ext cx="1452587" cy="3009079"/>
            <a:chOff x="3638375" y="1525275"/>
            <a:chExt cx="390575" cy="809175"/>
          </a:xfrm>
        </p:grpSpPr>
        <p:sp>
          <p:nvSpPr>
            <p:cNvPr id="1641" name="Google Shape;1641;g39181ba8852_8_1510"/>
            <p:cNvSpPr/>
            <p:nvPr/>
          </p:nvSpPr>
          <p:spPr>
            <a:xfrm>
              <a:off x="3867925" y="2033125"/>
              <a:ext cx="33750" cy="241525"/>
            </a:xfrm>
            <a:custGeom>
              <a:rect b="b" l="l" r="r" t="t"/>
              <a:pathLst>
                <a:path extrusionOk="0" h="9661" w="1350">
                  <a:moveTo>
                    <a:pt x="0" y="0"/>
                  </a:moveTo>
                  <a:lnTo>
                    <a:pt x="0" y="9661"/>
                  </a:lnTo>
                  <a:lnTo>
                    <a:pt x="1349" y="9661"/>
                  </a:lnTo>
                  <a:lnTo>
                    <a:pt x="1349" y="0"/>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2" name="Google Shape;1642;g39181ba8852_8_1510"/>
            <p:cNvSpPr/>
            <p:nvPr/>
          </p:nvSpPr>
          <p:spPr>
            <a:xfrm>
              <a:off x="3965275" y="1968925"/>
              <a:ext cx="19075" cy="66925"/>
            </a:xfrm>
            <a:custGeom>
              <a:rect b="b" l="l" r="r" t="t"/>
              <a:pathLst>
                <a:path extrusionOk="0" h="2677" w="763">
                  <a:moveTo>
                    <a:pt x="1" y="1"/>
                  </a:moveTo>
                  <a:lnTo>
                    <a:pt x="1" y="2677"/>
                  </a:lnTo>
                  <a:lnTo>
                    <a:pt x="763" y="2677"/>
                  </a:lnTo>
                  <a:lnTo>
                    <a:pt x="763" y="1"/>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3" name="Google Shape;1643;g39181ba8852_8_1510"/>
            <p:cNvSpPr/>
            <p:nvPr/>
          </p:nvSpPr>
          <p:spPr>
            <a:xfrm>
              <a:off x="3760750" y="2008100"/>
              <a:ext cx="223600" cy="48975"/>
            </a:xfrm>
            <a:custGeom>
              <a:rect b="b" l="l" r="r" t="t"/>
              <a:pathLst>
                <a:path extrusionOk="0" h="1959" w="8944">
                  <a:moveTo>
                    <a:pt x="697" y="0"/>
                  </a:moveTo>
                  <a:cubicBezTo>
                    <a:pt x="306" y="0"/>
                    <a:pt x="1" y="305"/>
                    <a:pt x="1" y="697"/>
                  </a:cubicBezTo>
                  <a:lnTo>
                    <a:pt x="1" y="1240"/>
                  </a:lnTo>
                  <a:cubicBezTo>
                    <a:pt x="1" y="1632"/>
                    <a:pt x="306" y="1958"/>
                    <a:pt x="697" y="1958"/>
                  </a:cubicBezTo>
                  <a:lnTo>
                    <a:pt x="8247" y="1958"/>
                  </a:lnTo>
                  <a:cubicBezTo>
                    <a:pt x="8617" y="1958"/>
                    <a:pt x="8944" y="1632"/>
                    <a:pt x="8944" y="1240"/>
                  </a:cubicBezTo>
                  <a:lnTo>
                    <a:pt x="8944" y="697"/>
                  </a:lnTo>
                  <a:cubicBezTo>
                    <a:pt x="8944" y="305"/>
                    <a:pt x="8617" y="0"/>
                    <a:pt x="8247"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4" name="Google Shape;1644;g39181ba8852_8_1510"/>
            <p:cNvSpPr/>
            <p:nvPr/>
          </p:nvSpPr>
          <p:spPr>
            <a:xfrm>
              <a:off x="3960925" y="1692475"/>
              <a:ext cx="68025" cy="297825"/>
            </a:xfrm>
            <a:custGeom>
              <a:rect b="b" l="l" r="r" t="t"/>
              <a:pathLst>
                <a:path extrusionOk="0" h="11913" w="2721">
                  <a:moveTo>
                    <a:pt x="1882" y="0"/>
                  </a:moveTo>
                  <a:cubicBezTo>
                    <a:pt x="1586" y="0"/>
                    <a:pt x="1325" y="227"/>
                    <a:pt x="1285" y="528"/>
                  </a:cubicBezTo>
                  <a:lnTo>
                    <a:pt x="23" y="11211"/>
                  </a:lnTo>
                  <a:cubicBezTo>
                    <a:pt x="1" y="11537"/>
                    <a:pt x="218" y="11842"/>
                    <a:pt x="545" y="11885"/>
                  </a:cubicBezTo>
                  <a:lnTo>
                    <a:pt x="762" y="11907"/>
                  </a:lnTo>
                  <a:cubicBezTo>
                    <a:pt x="788" y="11911"/>
                    <a:pt x="814" y="11912"/>
                    <a:pt x="839" y="11912"/>
                  </a:cubicBezTo>
                  <a:cubicBezTo>
                    <a:pt x="1135" y="11912"/>
                    <a:pt x="1397" y="11686"/>
                    <a:pt x="1437" y="11385"/>
                  </a:cubicBezTo>
                  <a:lnTo>
                    <a:pt x="2677" y="680"/>
                  </a:lnTo>
                  <a:cubicBezTo>
                    <a:pt x="2721" y="354"/>
                    <a:pt x="2481" y="71"/>
                    <a:pt x="2177" y="27"/>
                  </a:cubicBezTo>
                  <a:lnTo>
                    <a:pt x="1959" y="6"/>
                  </a:lnTo>
                  <a:cubicBezTo>
                    <a:pt x="1933" y="2"/>
                    <a:pt x="1908" y="0"/>
                    <a:pt x="1882"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5" name="Google Shape;1645;g39181ba8852_8_1510"/>
            <p:cNvSpPr/>
            <p:nvPr/>
          </p:nvSpPr>
          <p:spPr>
            <a:xfrm>
              <a:off x="3968000" y="1700700"/>
              <a:ext cx="43000" cy="275400"/>
            </a:xfrm>
            <a:custGeom>
              <a:rect b="b" l="l" r="r" t="t"/>
              <a:pathLst>
                <a:path extrusionOk="0" h="11016" w="1720">
                  <a:moveTo>
                    <a:pt x="1468" y="0"/>
                  </a:moveTo>
                  <a:cubicBezTo>
                    <a:pt x="1353" y="0"/>
                    <a:pt x="1261" y="99"/>
                    <a:pt x="1241" y="199"/>
                  </a:cubicBezTo>
                  <a:lnTo>
                    <a:pt x="1" y="10751"/>
                  </a:lnTo>
                  <a:cubicBezTo>
                    <a:pt x="1" y="10882"/>
                    <a:pt x="88" y="10991"/>
                    <a:pt x="218" y="11013"/>
                  </a:cubicBezTo>
                  <a:cubicBezTo>
                    <a:pt x="230" y="11015"/>
                    <a:pt x="241" y="11016"/>
                    <a:pt x="252" y="11016"/>
                  </a:cubicBezTo>
                  <a:cubicBezTo>
                    <a:pt x="349" y="11016"/>
                    <a:pt x="438" y="10934"/>
                    <a:pt x="458" y="10817"/>
                  </a:cubicBezTo>
                  <a:lnTo>
                    <a:pt x="1698" y="264"/>
                  </a:lnTo>
                  <a:cubicBezTo>
                    <a:pt x="1720" y="133"/>
                    <a:pt x="1633" y="25"/>
                    <a:pt x="1502" y="3"/>
                  </a:cubicBezTo>
                  <a:cubicBezTo>
                    <a:pt x="1491" y="1"/>
                    <a:pt x="1479" y="0"/>
                    <a:pt x="1468" y="0"/>
                  </a:cubicBezTo>
                  <a:close/>
                </a:path>
              </a:pathLst>
            </a:custGeom>
            <a:solidFill>
              <a:srgbClr val="42424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6" name="Google Shape;1646;g39181ba8852_8_1510"/>
            <p:cNvSpPr/>
            <p:nvPr/>
          </p:nvSpPr>
          <p:spPr>
            <a:xfrm>
              <a:off x="3777625" y="2282800"/>
              <a:ext cx="39725" cy="39725"/>
            </a:xfrm>
            <a:custGeom>
              <a:rect b="b" l="l" r="r" t="t"/>
              <a:pathLst>
                <a:path extrusionOk="0" h="1589" w="1589">
                  <a:moveTo>
                    <a:pt x="784" y="0"/>
                  </a:moveTo>
                  <a:cubicBezTo>
                    <a:pt x="349" y="0"/>
                    <a:pt x="0" y="348"/>
                    <a:pt x="0" y="805"/>
                  </a:cubicBezTo>
                  <a:cubicBezTo>
                    <a:pt x="0" y="1240"/>
                    <a:pt x="349" y="1588"/>
                    <a:pt x="784" y="1588"/>
                  </a:cubicBezTo>
                  <a:cubicBezTo>
                    <a:pt x="1219" y="1588"/>
                    <a:pt x="1589" y="1240"/>
                    <a:pt x="1589" y="805"/>
                  </a:cubicBezTo>
                  <a:cubicBezTo>
                    <a:pt x="1589" y="348"/>
                    <a:pt x="1219" y="0"/>
                    <a:pt x="784"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7" name="Google Shape;1647;g39181ba8852_8_1510"/>
            <p:cNvSpPr/>
            <p:nvPr/>
          </p:nvSpPr>
          <p:spPr>
            <a:xfrm>
              <a:off x="3956575" y="2282800"/>
              <a:ext cx="39750" cy="39725"/>
            </a:xfrm>
            <a:custGeom>
              <a:rect b="b" l="l" r="r" t="t"/>
              <a:pathLst>
                <a:path extrusionOk="0" h="1589" w="1590">
                  <a:moveTo>
                    <a:pt x="784" y="0"/>
                  </a:moveTo>
                  <a:cubicBezTo>
                    <a:pt x="349" y="0"/>
                    <a:pt x="1" y="348"/>
                    <a:pt x="1" y="805"/>
                  </a:cubicBezTo>
                  <a:cubicBezTo>
                    <a:pt x="1" y="1240"/>
                    <a:pt x="349" y="1588"/>
                    <a:pt x="784" y="1588"/>
                  </a:cubicBezTo>
                  <a:cubicBezTo>
                    <a:pt x="1241" y="1588"/>
                    <a:pt x="1589" y="1240"/>
                    <a:pt x="1589" y="805"/>
                  </a:cubicBezTo>
                  <a:cubicBezTo>
                    <a:pt x="1589" y="348"/>
                    <a:pt x="1241" y="0"/>
                    <a:pt x="784"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8" name="Google Shape;1648;g39181ba8852_8_1510"/>
            <p:cNvSpPr/>
            <p:nvPr/>
          </p:nvSpPr>
          <p:spPr>
            <a:xfrm>
              <a:off x="3766750" y="2274625"/>
              <a:ext cx="235550" cy="16350"/>
            </a:xfrm>
            <a:custGeom>
              <a:rect b="b" l="l" r="r" t="t"/>
              <a:pathLst>
                <a:path extrusionOk="0" h="654" w="9422">
                  <a:moveTo>
                    <a:pt x="653" y="1"/>
                  </a:moveTo>
                  <a:cubicBezTo>
                    <a:pt x="305" y="1"/>
                    <a:pt x="0" y="305"/>
                    <a:pt x="0" y="653"/>
                  </a:cubicBezTo>
                  <a:lnTo>
                    <a:pt x="9422" y="653"/>
                  </a:lnTo>
                  <a:cubicBezTo>
                    <a:pt x="9422" y="305"/>
                    <a:pt x="9139" y="1"/>
                    <a:pt x="8769" y="1"/>
                  </a:cubicBez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49" name="Google Shape;1649;g39181ba8852_8_1510"/>
            <p:cNvSpPr/>
            <p:nvPr/>
          </p:nvSpPr>
          <p:spPr>
            <a:xfrm>
              <a:off x="3887500" y="2054325"/>
              <a:ext cx="8725" cy="220325"/>
            </a:xfrm>
            <a:custGeom>
              <a:rect b="b" l="l" r="r" t="t"/>
              <a:pathLst>
                <a:path extrusionOk="0" h="8813" w="349">
                  <a:moveTo>
                    <a:pt x="1" y="1"/>
                  </a:moveTo>
                  <a:lnTo>
                    <a:pt x="1" y="8813"/>
                  </a:lnTo>
                  <a:lnTo>
                    <a:pt x="349" y="8813"/>
                  </a:lnTo>
                  <a:lnTo>
                    <a:pt x="349" y="1"/>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0" name="Google Shape;1650;g39181ba8852_8_1510"/>
            <p:cNvSpPr/>
            <p:nvPr/>
          </p:nvSpPr>
          <p:spPr>
            <a:xfrm>
              <a:off x="3760750" y="1692275"/>
              <a:ext cx="89250" cy="142500"/>
            </a:xfrm>
            <a:custGeom>
              <a:rect b="b" l="l" r="r" t="t"/>
              <a:pathLst>
                <a:path extrusionOk="0" h="5700" w="3570">
                  <a:moveTo>
                    <a:pt x="2690" y="0"/>
                  </a:moveTo>
                  <a:cubicBezTo>
                    <a:pt x="2077" y="0"/>
                    <a:pt x="1571" y="771"/>
                    <a:pt x="1328" y="1297"/>
                  </a:cubicBezTo>
                  <a:cubicBezTo>
                    <a:pt x="1045" y="1841"/>
                    <a:pt x="1" y="4953"/>
                    <a:pt x="66" y="5301"/>
                  </a:cubicBezTo>
                  <a:cubicBezTo>
                    <a:pt x="117" y="5573"/>
                    <a:pt x="555" y="5699"/>
                    <a:pt x="868" y="5699"/>
                  </a:cubicBezTo>
                  <a:cubicBezTo>
                    <a:pt x="955" y="5699"/>
                    <a:pt x="1032" y="5690"/>
                    <a:pt x="1089" y="5671"/>
                  </a:cubicBezTo>
                  <a:cubicBezTo>
                    <a:pt x="1328" y="5584"/>
                    <a:pt x="3199" y="2189"/>
                    <a:pt x="3373" y="1471"/>
                  </a:cubicBezTo>
                  <a:cubicBezTo>
                    <a:pt x="3569" y="753"/>
                    <a:pt x="3352" y="122"/>
                    <a:pt x="2829" y="14"/>
                  </a:cubicBezTo>
                  <a:cubicBezTo>
                    <a:pt x="2782" y="4"/>
                    <a:pt x="2736" y="0"/>
                    <a:pt x="2690"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1" name="Google Shape;1651;g39181ba8852_8_1510"/>
            <p:cNvSpPr/>
            <p:nvPr/>
          </p:nvSpPr>
          <p:spPr>
            <a:xfrm>
              <a:off x="3698200" y="1805375"/>
              <a:ext cx="101200" cy="39550"/>
            </a:xfrm>
            <a:custGeom>
              <a:rect b="b" l="l" r="r" t="t"/>
              <a:pathLst>
                <a:path extrusionOk="0" h="1582" w="4048">
                  <a:moveTo>
                    <a:pt x="3262" y="0"/>
                  </a:moveTo>
                  <a:cubicBezTo>
                    <a:pt x="3198" y="0"/>
                    <a:pt x="3145" y="7"/>
                    <a:pt x="3112" y="15"/>
                  </a:cubicBezTo>
                  <a:cubicBezTo>
                    <a:pt x="2938" y="37"/>
                    <a:pt x="1" y="777"/>
                    <a:pt x="1" y="777"/>
                  </a:cubicBezTo>
                  <a:lnTo>
                    <a:pt x="240" y="1582"/>
                  </a:lnTo>
                  <a:cubicBezTo>
                    <a:pt x="240" y="1582"/>
                    <a:pt x="2046" y="1517"/>
                    <a:pt x="2655" y="1473"/>
                  </a:cubicBezTo>
                  <a:cubicBezTo>
                    <a:pt x="3243" y="1430"/>
                    <a:pt x="4048" y="1234"/>
                    <a:pt x="4048" y="777"/>
                  </a:cubicBezTo>
                  <a:cubicBezTo>
                    <a:pt x="4030" y="124"/>
                    <a:pt x="3540" y="0"/>
                    <a:pt x="326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2" name="Google Shape;1652;g39181ba8852_8_1510"/>
            <p:cNvSpPr/>
            <p:nvPr/>
          </p:nvSpPr>
          <p:spPr>
            <a:xfrm>
              <a:off x="3889675" y="1525275"/>
              <a:ext cx="65850" cy="127125"/>
            </a:xfrm>
            <a:custGeom>
              <a:rect b="b" l="l" r="r" t="t"/>
              <a:pathLst>
                <a:path extrusionOk="0" h="5085" w="2634">
                  <a:moveTo>
                    <a:pt x="1190" y="1"/>
                  </a:moveTo>
                  <a:cubicBezTo>
                    <a:pt x="621" y="1"/>
                    <a:pt x="218" y="645"/>
                    <a:pt x="218" y="645"/>
                  </a:cubicBezTo>
                  <a:lnTo>
                    <a:pt x="196" y="2233"/>
                  </a:lnTo>
                  <a:cubicBezTo>
                    <a:pt x="196" y="2233"/>
                    <a:pt x="414" y="2908"/>
                    <a:pt x="218" y="3843"/>
                  </a:cubicBezTo>
                  <a:cubicBezTo>
                    <a:pt x="1" y="4801"/>
                    <a:pt x="719" y="5062"/>
                    <a:pt x="958" y="5083"/>
                  </a:cubicBezTo>
                  <a:cubicBezTo>
                    <a:pt x="966" y="5084"/>
                    <a:pt x="975" y="5085"/>
                    <a:pt x="983" y="5085"/>
                  </a:cubicBezTo>
                  <a:cubicBezTo>
                    <a:pt x="1227" y="5085"/>
                    <a:pt x="1346" y="4778"/>
                    <a:pt x="1241" y="4757"/>
                  </a:cubicBezTo>
                  <a:cubicBezTo>
                    <a:pt x="1132" y="4735"/>
                    <a:pt x="2002" y="3082"/>
                    <a:pt x="2198" y="2560"/>
                  </a:cubicBezTo>
                  <a:cubicBezTo>
                    <a:pt x="2633" y="1319"/>
                    <a:pt x="2307" y="384"/>
                    <a:pt x="1480" y="57"/>
                  </a:cubicBezTo>
                  <a:cubicBezTo>
                    <a:pt x="1380" y="18"/>
                    <a:pt x="1283" y="1"/>
                    <a:pt x="119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3" name="Google Shape;1653;g39181ba8852_8_1510"/>
            <p:cNvSpPr/>
            <p:nvPr/>
          </p:nvSpPr>
          <p:spPr>
            <a:xfrm>
              <a:off x="3718325" y="2203825"/>
              <a:ext cx="72925" cy="105975"/>
            </a:xfrm>
            <a:custGeom>
              <a:rect b="b" l="l" r="r" t="t"/>
              <a:pathLst>
                <a:path extrusionOk="0" h="4239" w="2917">
                  <a:moveTo>
                    <a:pt x="1952" y="0"/>
                  </a:moveTo>
                  <a:cubicBezTo>
                    <a:pt x="1859" y="0"/>
                    <a:pt x="936" y="722"/>
                    <a:pt x="936" y="722"/>
                  </a:cubicBezTo>
                  <a:cubicBezTo>
                    <a:pt x="936" y="722"/>
                    <a:pt x="1089" y="1418"/>
                    <a:pt x="523" y="3224"/>
                  </a:cubicBezTo>
                  <a:cubicBezTo>
                    <a:pt x="523" y="3224"/>
                    <a:pt x="1" y="4073"/>
                    <a:pt x="110" y="4203"/>
                  </a:cubicBezTo>
                  <a:cubicBezTo>
                    <a:pt x="126" y="4228"/>
                    <a:pt x="165" y="4239"/>
                    <a:pt x="220" y="4239"/>
                  </a:cubicBezTo>
                  <a:cubicBezTo>
                    <a:pt x="457" y="4239"/>
                    <a:pt x="985" y="4036"/>
                    <a:pt x="1197" y="3877"/>
                  </a:cubicBezTo>
                  <a:cubicBezTo>
                    <a:pt x="1480" y="3681"/>
                    <a:pt x="1698" y="2637"/>
                    <a:pt x="1981" y="2245"/>
                  </a:cubicBezTo>
                  <a:cubicBezTo>
                    <a:pt x="2264" y="1875"/>
                    <a:pt x="2655" y="1832"/>
                    <a:pt x="2829" y="1418"/>
                  </a:cubicBezTo>
                  <a:cubicBezTo>
                    <a:pt x="2916" y="1288"/>
                    <a:pt x="2786" y="874"/>
                    <a:pt x="2568" y="700"/>
                  </a:cubicBezTo>
                  <a:cubicBezTo>
                    <a:pt x="2394" y="548"/>
                    <a:pt x="2155" y="374"/>
                    <a:pt x="1959" y="4"/>
                  </a:cubicBezTo>
                  <a:cubicBezTo>
                    <a:pt x="1958" y="2"/>
                    <a:pt x="1956" y="0"/>
                    <a:pt x="195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4" name="Google Shape;1654;g39181ba8852_8_1510"/>
            <p:cNvSpPr/>
            <p:nvPr/>
          </p:nvSpPr>
          <p:spPr>
            <a:xfrm>
              <a:off x="3715600" y="2214775"/>
              <a:ext cx="74550" cy="100225"/>
            </a:xfrm>
            <a:custGeom>
              <a:rect b="b" l="l" r="r" t="t"/>
              <a:pathLst>
                <a:path extrusionOk="0" h="4009" w="2982">
                  <a:moveTo>
                    <a:pt x="2402" y="0"/>
                  </a:moveTo>
                  <a:cubicBezTo>
                    <a:pt x="2399" y="0"/>
                    <a:pt x="2396" y="1"/>
                    <a:pt x="2394" y="1"/>
                  </a:cubicBezTo>
                  <a:cubicBezTo>
                    <a:pt x="2394" y="1"/>
                    <a:pt x="2481" y="306"/>
                    <a:pt x="2373" y="676"/>
                  </a:cubicBezTo>
                  <a:cubicBezTo>
                    <a:pt x="2264" y="1002"/>
                    <a:pt x="1611" y="2242"/>
                    <a:pt x="1002" y="2917"/>
                  </a:cubicBezTo>
                  <a:cubicBezTo>
                    <a:pt x="948" y="2989"/>
                    <a:pt x="728" y="3107"/>
                    <a:pt x="605" y="3107"/>
                  </a:cubicBezTo>
                  <a:cubicBezTo>
                    <a:pt x="580" y="3107"/>
                    <a:pt x="560" y="3102"/>
                    <a:pt x="545" y="3091"/>
                  </a:cubicBezTo>
                  <a:cubicBezTo>
                    <a:pt x="480" y="3047"/>
                    <a:pt x="632" y="2787"/>
                    <a:pt x="632" y="2786"/>
                  </a:cubicBezTo>
                  <a:lnTo>
                    <a:pt x="632" y="2786"/>
                  </a:lnTo>
                  <a:cubicBezTo>
                    <a:pt x="371" y="3178"/>
                    <a:pt x="1" y="3874"/>
                    <a:pt x="88" y="3983"/>
                  </a:cubicBezTo>
                  <a:cubicBezTo>
                    <a:pt x="100" y="4000"/>
                    <a:pt x="128" y="4008"/>
                    <a:pt x="170" y="4008"/>
                  </a:cubicBezTo>
                  <a:cubicBezTo>
                    <a:pt x="443" y="4008"/>
                    <a:pt x="1279" y="3674"/>
                    <a:pt x="1524" y="3504"/>
                  </a:cubicBezTo>
                  <a:cubicBezTo>
                    <a:pt x="1807" y="3309"/>
                    <a:pt x="1981" y="2264"/>
                    <a:pt x="2242" y="1894"/>
                  </a:cubicBezTo>
                  <a:cubicBezTo>
                    <a:pt x="2373" y="1742"/>
                    <a:pt x="2851" y="1220"/>
                    <a:pt x="2938" y="980"/>
                  </a:cubicBezTo>
                  <a:cubicBezTo>
                    <a:pt x="2960" y="937"/>
                    <a:pt x="2982" y="741"/>
                    <a:pt x="2960" y="654"/>
                  </a:cubicBezTo>
                  <a:cubicBezTo>
                    <a:pt x="2897" y="317"/>
                    <a:pt x="2487" y="0"/>
                    <a:pt x="240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5" name="Google Shape;1655;g39181ba8852_8_1510"/>
            <p:cNvSpPr/>
            <p:nvPr/>
          </p:nvSpPr>
          <p:spPr>
            <a:xfrm>
              <a:off x="3638375" y="1969550"/>
              <a:ext cx="134900" cy="254175"/>
            </a:xfrm>
            <a:custGeom>
              <a:rect b="b" l="l" r="r" t="t"/>
              <a:pathLst>
                <a:path extrusionOk="0" h="10167" w="5396">
                  <a:moveTo>
                    <a:pt x="835" y="0"/>
                  </a:moveTo>
                  <a:cubicBezTo>
                    <a:pt x="376" y="0"/>
                    <a:pt x="0" y="219"/>
                    <a:pt x="0" y="933"/>
                  </a:cubicBezTo>
                  <a:cubicBezTo>
                    <a:pt x="0" y="1629"/>
                    <a:pt x="1110" y="3239"/>
                    <a:pt x="1328" y="3653"/>
                  </a:cubicBezTo>
                  <a:cubicBezTo>
                    <a:pt x="1545" y="4066"/>
                    <a:pt x="3677" y="8353"/>
                    <a:pt x="4134" y="10093"/>
                  </a:cubicBezTo>
                  <a:cubicBezTo>
                    <a:pt x="4147" y="10143"/>
                    <a:pt x="4261" y="10167"/>
                    <a:pt x="4414" y="10167"/>
                  </a:cubicBezTo>
                  <a:cubicBezTo>
                    <a:pt x="4789" y="10167"/>
                    <a:pt x="5396" y="10027"/>
                    <a:pt x="5288" y="9810"/>
                  </a:cubicBezTo>
                  <a:cubicBezTo>
                    <a:pt x="5135" y="9527"/>
                    <a:pt x="4678" y="4784"/>
                    <a:pt x="4439" y="3936"/>
                  </a:cubicBezTo>
                  <a:cubicBezTo>
                    <a:pt x="4221" y="3065"/>
                    <a:pt x="3308" y="955"/>
                    <a:pt x="2176" y="389"/>
                  </a:cubicBezTo>
                  <a:cubicBezTo>
                    <a:pt x="1848" y="225"/>
                    <a:pt x="1299" y="0"/>
                    <a:pt x="835"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6" name="Google Shape;1656;g39181ba8852_8_1510"/>
            <p:cNvSpPr/>
            <p:nvPr/>
          </p:nvSpPr>
          <p:spPr>
            <a:xfrm>
              <a:off x="3789600" y="1596875"/>
              <a:ext cx="182250" cy="410150"/>
            </a:xfrm>
            <a:custGeom>
              <a:rect b="b" l="l" r="r" t="t"/>
              <a:pathLst>
                <a:path extrusionOk="0" h="16406" w="7290">
                  <a:moveTo>
                    <a:pt x="4787" y="0"/>
                  </a:moveTo>
                  <a:lnTo>
                    <a:pt x="2720" y="762"/>
                  </a:lnTo>
                  <a:cubicBezTo>
                    <a:pt x="2720" y="762"/>
                    <a:pt x="2763" y="2785"/>
                    <a:pt x="2742" y="2937"/>
                  </a:cubicBezTo>
                  <a:cubicBezTo>
                    <a:pt x="2720" y="3090"/>
                    <a:pt x="1436" y="3743"/>
                    <a:pt x="1197" y="4047"/>
                  </a:cubicBezTo>
                  <a:cubicBezTo>
                    <a:pt x="1066" y="4221"/>
                    <a:pt x="1153" y="4569"/>
                    <a:pt x="1110" y="4809"/>
                  </a:cubicBezTo>
                  <a:cubicBezTo>
                    <a:pt x="1066" y="5070"/>
                    <a:pt x="0" y="6071"/>
                    <a:pt x="0" y="6810"/>
                  </a:cubicBezTo>
                  <a:cubicBezTo>
                    <a:pt x="0" y="7289"/>
                    <a:pt x="479" y="7746"/>
                    <a:pt x="588" y="7877"/>
                  </a:cubicBezTo>
                  <a:cubicBezTo>
                    <a:pt x="718" y="8007"/>
                    <a:pt x="914" y="9552"/>
                    <a:pt x="914" y="10313"/>
                  </a:cubicBezTo>
                  <a:cubicBezTo>
                    <a:pt x="914" y="11097"/>
                    <a:pt x="174" y="14556"/>
                    <a:pt x="413" y="14948"/>
                  </a:cubicBezTo>
                  <a:cubicBezTo>
                    <a:pt x="631" y="15318"/>
                    <a:pt x="2219" y="16406"/>
                    <a:pt x="2350" y="16406"/>
                  </a:cubicBezTo>
                  <a:cubicBezTo>
                    <a:pt x="2481" y="16406"/>
                    <a:pt x="6332" y="15448"/>
                    <a:pt x="6158" y="14273"/>
                  </a:cubicBezTo>
                  <a:cubicBezTo>
                    <a:pt x="5984" y="13120"/>
                    <a:pt x="4765" y="10923"/>
                    <a:pt x="4917" y="9726"/>
                  </a:cubicBezTo>
                  <a:cubicBezTo>
                    <a:pt x="5287" y="7224"/>
                    <a:pt x="7289" y="4678"/>
                    <a:pt x="6897" y="3873"/>
                  </a:cubicBezTo>
                  <a:cubicBezTo>
                    <a:pt x="6593" y="3220"/>
                    <a:pt x="5244" y="2872"/>
                    <a:pt x="4787" y="2481"/>
                  </a:cubicBezTo>
                  <a:cubicBezTo>
                    <a:pt x="4635" y="2350"/>
                    <a:pt x="4787" y="0"/>
                    <a:pt x="478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7" name="Google Shape;1657;g39181ba8852_8_1510"/>
            <p:cNvSpPr/>
            <p:nvPr/>
          </p:nvSpPr>
          <p:spPr>
            <a:xfrm>
              <a:off x="3779800" y="1691400"/>
              <a:ext cx="93050" cy="80650"/>
            </a:xfrm>
            <a:custGeom>
              <a:rect b="b" l="l" r="r" t="t"/>
              <a:pathLst>
                <a:path extrusionOk="0" h="3226" w="3722">
                  <a:moveTo>
                    <a:pt x="1930" y="1"/>
                  </a:moveTo>
                  <a:cubicBezTo>
                    <a:pt x="904" y="1"/>
                    <a:pt x="0" y="2029"/>
                    <a:pt x="0" y="2029"/>
                  </a:cubicBezTo>
                  <a:lnTo>
                    <a:pt x="1915" y="3225"/>
                  </a:lnTo>
                  <a:cubicBezTo>
                    <a:pt x="1915" y="3225"/>
                    <a:pt x="3721" y="571"/>
                    <a:pt x="2198" y="49"/>
                  </a:cubicBezTo>
                  <a:cubicBezTo>
                    <a:pt x="2108" y="16"/>
                    <a:pt x="2019" y="1"/>
                    <a:pt x="1930" y="1"/>
                  </a:cubicBezTo>
                  <a:close/>
                </a:path>
              </a:pathLst>
            </a:cu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8" name="Google Shape;1658;g39181ba8852_8_1510"/>
            <p:cNvSpPr/>
            <p:nvPr/>
          </p:nvSpPr>
          <p:spPr>
            <a:xfrm>
              <a:off x="3858125" y="1599575"/>
              <a:ext cx="51150" cy="64225"/>
            </a:xfrm>
            <a:custGeom>
              <a:rect b="b" l="l" r="r" t="t"/>
              <a:pathLst>
                <a:path extrusionOk="0" h="2569" w="2046">
                  <a:moveTo>
                    <a:pt x="2046" y="1"/>
                  </a:moveTo>
                  <a:lnTo>
                    <a:pt x="1" y="1285"/>
                  </a:lnTo>
                  <a:lnTo>
                    <a:pt x="1" y="2568"/>
                  </a:lnTo>
                  <a:lnTo>
                    <a:pt x="1981" y="1524"/>
                  </a:lnTo>
                  <a:lnTo>
                    <a:pt x="2046"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59" name="Google Shape;1659;g39181ba8852_8_1510"/>
            <p:cNvSpPr/>
            <p:nvPr/>
          </p:nvSpPr>
          <p:spPr>
            <a:xfrm>
              <a:off x="3687325" y="1989050"/>
              <a:ext cx="78350" cy="269150"/>
            </a:xfrm>
            <a:custGeom>
              <a:rect b="b" l="l" r="r" t="t"/>
              <a:pathLst>
                <a:path extrusionOk="0" h="10766" w="3134">
                  <a:moveTo>
                    <a:pt x="677" y="0"/>
                  </a:moveTo>
                  <a:cubicBezTo>
                    <a:pt x="331" y="0"/>
                    <a:pt x="66" y="167"/>
                    <a:pt x="66" y="632"/>
                  </a:cubicBezTo>
                  <a:cubicBezTo>
                    <a:pt x="66" y="1437"/>
                    <a:pt x="1" y="3156"/>
                    <a:pt x="66" y="3634"/>
                  </a:cubicBezTo>
                  <a:cubicBezTo>
                    <a:pt x="131" y="4091"/>
                    <a:pt x="893" y="8334"/>
                    <a:pt x="893" y="10640"/>
                  </a:cubicBezTo>
                  <a:cubicBezTo>
                    <a:pt x="893" y="10718"/>
                    <a:pt x="1129" y="10765"/>
                    <a:pt x="1386" y="10765"/>
                  </a:cubicBezTo>
                  <a:cubicBezTo>
                    <a:pt x="1707" y="10765"/>
                    <a:pt x="2060" y="10691"/>
                    <a:pt x="2024" y="10510"/>
                  </a:cubicBezTo>
                  <a:cubicBezTo>
                    <a:pt x="1981" y="10205"/>
                    <a:pt x="3025" y="5462"/>
                    <a:pt x="3090" y="4570"/>
                  </a:cubicBezTo>
                  <a:cubicBezTo>
                    <a:pt x="3134" y="3678"/>
                    <a:pt x="2938" y="1459"/>
                    <a:pt x="2046" y="588"/>
                  </a:cubicBezTo>
                  <a:cubicBezTo>
                    <a:pt x="1747" y="301"/>
                    <a:pt x="1140" y="0"/>
                    <a:pt x="67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0" name="Google Shape;1660;g39181ba8852_8_1510"/>
            <p:cNvSpPr/>
            <p:nvPr/>
          </p:nvSpPr>
          <p:spPr>
            <a:xfrm>
              <a:off x="3660125" y="2242375"/>
              <a:ext cx="91400" cy="88300"/>
            </a:xfrm>
            <a:custGeom>
              <a:rect b="b" l="l" r="r" t="t"/>
              <a:pathLst>
                <a:path extrusionOk="0" h="3532" w="3656">
                  <a:moveTo>
                    <a:pt x="3139" y="0"/>
                  </a:moveTo>
                  <a:cubicBezTo>
                    <a:pt x="2994" y="0"/>
                    <a:pt x="1959" y="377"/>
                    <a:pt x="1959" y="377"/>
                  </a:cubicBezTo>
                  <a:cubicBezTo>
                    <a:pt x="1959" y="377"/>
                    <a:pt x="1872" y="1073"/>
                    <a:pt x="762" y="2618"/>
                  </a:cubicBezTo>
                  <a:cubicBezTo>
                    <a:pt x="762" y="2618"/>
                    <a:pt x="1" y="3271"/>
                    <a:pt x="66" y="3423"/>
                  </a:cubicBezTo>
                  <a:cubicBezTo>
                    <a:pt x="99" y="3499"/>
                    <a:pt x="305" y="3532"/>
                    <a:pt x="545" y="3532"/>
                  </a:cubicBezTo>
                  <a:cubicBezTo>
                    <a:pt x="784" y="3532"/>
                    <a:pt x="1056" y="3499"/>
                    <a:pt x="1219" y="3445"/>
                  </a:cubicBezTo>
                  <a:cubicBezTo>
                    <a:pt x="1545" y="3358"/>
                    <a:pt x="2089" y="2422"/>
                    <a:pt x="2459" y="2161"/>
                  </a:cubicBezTo>
                  <a:cubicBezTo>
                    <a:pt x="2851" y="1878"/>
                    <a:pt x="3221" y="1965"/>
                    <a:pt x="3525" y="1639"/>
                  </a:cubicBezTo>
                  <a:cubicBezTo>
                    <a:pt x="3656" y="1530"/>
                    <a:pt x="3656" y="1095"/>
                    <a:pt x="3504" y="856"/>
                  </a:cubicBezTo>
                  <a:cubicBezTo>
                    <a:pt x="3395" y="660"/>
                    <a:pt x="3199" y="420"/>
                    <a:pt x="3156" y="7"/>
                  </a:cubicBezTo>
                  <a:cubicBezTo>
                    <a:pt x="3156" y="2"/>
                    <a:pt x="3150" y="0"/>
                    <a:pt x="3139"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1" name="Google Shape;1661;g39181ba8852_8_1510"/>
            <p:cNvSpPr/>
            <p:nvPr/>
          </p:nvSpPr>
          <p:spPr>
            <a:xfrm>
              <a:off x="3829850" y="1526800"/>
              <a:ext cx="106100" cy="107150"/>
            </a:xfrm>
            <a:custGeom>
              <a:rect b="b" l="l" r="r" t="t"/>
              <a:pathLst>
                <a:path extrusionOk="0" h="4286" w="4244">
                  <a:moveTo>
                    <a:pt x="2080" y="1"/>
                  </a:moveTo>
                  <a:cubicBezTo>
                    <a:pt x="1714" y="1"/>
                    <a:pt x="1375" y="78"/>
                    <a:pt x="1153" y="192"/>
                  </a:cubicBezTo>
                  <a:cubicBezTo>
                    <a:pt x="435" y="562"/>
                    <a:pt x="435" y="1563"/>
                    <a:pt x="435" y="1650"/>
                  </a:cubicBezTo>
                  <a:cubicBezTo>
                    <a:pt x="435" y="1737"/>
                    <a:pt x="65" y="2499"/>
                    <a:pt x="44" y="2629"/>
                  </a:cubicBezTo>
                  <a:cubicBezTo>
                    <a:pt x="22" y="2716"/>
                    <a:pt x="131" y="2825"/>
                    <a:pt x="174" y="2825"/>
                  </a:cubicBezTo>
                  <a:cubicBezTo>
                    <a:pt x="218" y="2825"/>
                    <a:pt x="0" y="3978"/>
                    <a:pt x="152" y="4065"/>
                  </a:cubicBezTo>
                  <a:cubicBezTo>
                    <a:pt x="312" y="4184"/>
                    <a:pt x="1288" y="4285"/>
                    <a:pt x="1555" y="4285"/>
                  </a:cubicBezTo>
                  <a:cubicBezTo>
                    <a:pt x="1580" y="4285"/>
                    <a:pt x="1599" y="4285"/>
                    <a:pt x="1610" y="4283"/>
                  </a:cubicBezTo>
                  <a:cubicBezTo>
                    <a:pt x="2263" y="4196"/>
                    <a:pt x="2633" y="4000"/>
                    <a:pt x="3090" y="3630"/>
                  </a:cubicBezTo>
                  <a:cubicBezTo>
                    <a:pt x="3656" y="3130"/>
                    <a:pt x="4243" y="2237"/>
                    <a:pt x="3808" y="1041"/>
                  </a:cubicBezTo>
                  <a:cubicBezTo>
                    <a:pt x="3525" y="264"/>
                    <a:pt x="2757" y="1"/>
                    <a:pt x="208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2" name="Google Shape;1662;g39181ba8852_8_1510"/>
            <p:cNvSpPr/>
            <p:nvPr/>
          </p:nvSpPr>
          <p:spPr>
            <a:xfrm>
              <a:off x="3655775" y="2255600"/>
              <a:ext cx="96850" cy="78850"/>
            </a:xfrm>
            <a:custGeom>
              <a:rect b="b" l="l" r="r" t="t"/>
              <a:pathLst>
                <a:path extrusionOk="0" h="3154" w="3874">
                  <a:moveTo>
                    <a:pt x="3504" y="0"/>
                  </a:moveTo>
                  <a:cubicBezTo>
                    <a:pt x="3504" y="0"/>
                    <a:pt x="3482" y="327"/>
                    <a:pt x="3264" y="631"/>
                  </a:cubicBezTo>
                  <a:cubicBezTo>
                    <a:pt x="3068" y="914"/>
                    <a:pt x="2046" y="1871"/>
                    <a:pt x="1263" y="2328"/>
                  </a:cubicBezTo>
                  <a:cubicBezTo>
                    <a:pt x="1210" y="2367"/>
                    <a:pt x="1064" y="2399"/>
                    <a:pt x="941" y="2399"/>
                  </a:cubicBezTo>
                  <a:cubicBezTo>
                    <a:pt x="860" y="2399"/>
                    <a:pt x="788" y="2385"/>
                    <a:pt x="762" y="2350"/>
                  </a:cubicBezTo>
                  <a:cubicBezTo>
                    <a:pt x="719" y="2307"/>
                    <a:pt x="936" y="2089"/>
                    <a:pt x="936" y="2089"/>
                  </a:cubicBezTo>
                  <a:lnTo>
                    <a:pt x="936" y="2089"/>
                  </a:lnTo>
                  <a:cubicBezTo>
                    <a:pt x="588" y="2372"/>
                    <a:pt x="1" y="2938"/>
                    <a:pt x="44" y="3046"/>
                  </a:cubicBezTo>
                  <a:cubicBezTo>
                    <a:pt x="73" y="3124"/>
                    <a:pt x="313" y="3154"/>
                    <a:pt x="599" y="3154"/>
                  </a:cubicBezTo>
                  <a:cubicBezTo>
                    <a:pt x="956" y="3154"/>
                    <a:pt x="1386" y="3107"/>
                    <a:pt x="1567" y="3046"/>
                  </a:cubicBezTo>
                  <a:cubicBezTo>
                    <a:pt x="1894" y="2959"/>
                    <a:pt x="2372" y="2024"/>
                    <a:pt x="2764" y="1763"/>
                  </a:cubicBezTo>
                  <a:cubicBezTo>
                    <a:pt x="2938" y="1632"/>
                    <a:pt x="3525" y="1306"/>
                    <a:pt x="3699" y="1110"/>
                  </a:cubicBezTo>
                  <a:cubicBezTo>
                    <a:pt x="3743" y="1066"/>
                    <a:pt x="3808" y="871"/>
                    <a:pt x="3830" y="805"/>
                  </a:cubicBezTo>
                  <a:cubicBezTo>
                    <a:pt x="3874" y="457"/>
                    <a:pt x="3569" y="0"/>
                    <a:pt x="350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3" name="Google Shape;1663;g39181ba8852_8_1510"/>
            <p:cNvSpPr/>
            <p:nvPr/>
          </p:nvSpPr>
          <p:spPr>
            <a:xfrm>
              <a:off x="3638375" y="1663775"/>
              <a:ext cx="334000" cy="482500"/>
            </a:xfrm>
            <a:custGeom>
              <a:rect b="b" l="l" r="r" t="t"/>
              <a:pathLst>
                <a:path extrusionOk="0" h="19300" w="13360">
                  <a:moveTo>
                    <a:pt x="11140" y="0"/>
                  </a:moveTo>
                  <a:cubicBezTo>
                    <a:pt x="11140" y="0"/>
                    <a:pt x="9788" y="1758"/>
                    <a:pt x="8842" y="1758"/>
                  </a:cubicBezTo>
                  <a:cubicBezTo>
                    <a:pt x="8714" y="1758"/>
                    <a:pt x="8594" y="1726"/>
                    <a:pt x="8486" y="1654"/>
                  </a:cubicBezTo>
                  <a:cubicBezTo>
                    <a:pt x="7964" y="1328"/>
                    <a:pt x="8551" y="479"/>
                    <a:pt x="8551" y="479"/>
                  </a:cubicBezTo>
                  <a:lnTo>
                    <a:pt x="8551" y="479"/>
                  </a:lnTo>
                  <a:lnTo>
                    <a:pt x="7398" y="1154"/>
                  </a:lnTo>
                  <a:cubicBezTo>
                    <a:pt x="7398" y="1154"/>
                    <a:pt x="6027" y="3569"/>
                    <a:pt x="6006" y="4091"/>
                  </a:cubicBezTo>
                  <a:cubicBezTo>
                    <a:pt x="5984" y="4613"/>
                    <a:pt x="6375" y="4896"/>
                    <a:pt x="6593" y="5135"/>
                  </a:cubicBezTo>
                  <a:cubicBezTo>
                    <a:pt x="6811" y="5375"/>
                    <a:pt x="6985" y="7094"/>
                    <a:pt x="6941" y="7899"/>
                  </a:cubicBezTo>
                  <a:cubicBezTo>
                    <a:pt x="6898" y="8725"/>
                    <a:pt x="6288" y="10423"/>
                    <a:pt x="6267" y="10749"/>
                  </a:cubicBezTo>
                  <a:cubicBezTo>
                    <a:pt x="6267" y="11075"/>
                    <a:pt x="174" y="11380"/>
                    <a:pt x="0" y="12577"/>
                  </a:cubicBezTo>
                  <a:cubicBezTo>
                    <a:pt x="0" y="12685"/>
                    <a:pt x="2611" y="12881"/>
                    <a:pt x="3199" y="13403"/>
                  </a:cubicBezTo>
                  <a:cubicBezTo>
                    <a:pt x="4613" y="14644"/>
                    <a:pt x="7877" y="19300"/>
                    <a:pt x="7877" y="19300"/>
                  </a:cubicBezTo>
                  <a:cubicBezTo>
                    <a:pt x="7877" y="19300"/>
                    <a:pt x="9073" y="17124"/>
                    <a:pt x="10379" y="14709"/>
                  </a:cubicBezTo>
                  <a:cubicBezTo>
                    <a:pt x="10422" y="14622"/>
                    <a:pt x="11815" y="14382"/>
                    <a:pt x="12076" y="14078"/>
                  </a:cubicBezTo>
                  <a:cubicBezTo>
                    <a:pt x="12707" y="13295"/>
                    <a:pt x="12468" y="11532"/>
                    <a:pt x="12359" y="11141"/>
                  </a:cubicBezTo>
                  <a:cubicBezTo>
                    <a:pt x="11946" y="9639"/>
                    <a:pt x="10901" y="7703"/>
                    <a:pt x="10988" y="6898"/>
                  </a:cubicBezTo>
                  <a:cubicBezTo>
                    <a:pt x="11097" y="6071"/>
                    <a:pt x="11859" y="4308"/>
                    <a:pt x="11859" y="4308"/>
                  </a:cubicBezTo>
                  <a:cubicBezTo>
                    <a:pt x="11859" y="4308"/>
                    <a:pt x="13360" y="2111"/>
                    <a:pt x="12838" y="1023"/>
                  </a:cubicBezTo>
                  <a:cubicBezTo>
                    <a:pt x="12620" y="566"/>
                    <a:pt x="11140" y="0"/>
                    <a:pt x="11140" y="0"/>
                  </a:cubicBezTo>
                  <a:close/>
                </a:path>
              </a:pathLst>
            </a:cu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4" name="Google Shape;1664;g39181ba8852_8_1510"/>
            <p:cNvSpPr/>
            <p:nvPr/>
          </p:nvSpPr>
          <p:spPr>
            <a:xfrm>
              <a:off x="3795025" y="1771475"/>
              <a:ext cx="141450" cy="161025"/>
            </a:xfrm>
            <a:custGeom>
              <a:rect b="b" l="l" r="r" t="t"/>
              <a:pathLst>
                <a:path extrusionOk="0" h="6441" w="5658">
                  <a:moveTo>
                    <a:pt x="5593" y="0"/>
                  </a:moveTo>
                  <a:lnTo>
                    <a:pt x="5593" y="0"/>
                  </a:lnTo>
                  <a:cubicBezTo>
                    <a:pt x="5592" y="1"/>
                    <a:pt x="3438" y="914"/>
                    <a:pt x="2525" y="1001"/>
                  </a:cubicBezTo>
                  <a:cubicBezTo>
                    <a:pt x="2434" y="1008"/>
                    <a:pt x="2340" y="1011"/>
                    <a:pt x="2244" y="1011"/>
                  </a:cubicBezTo>
                  <a:cubicBezTo>
                    <a:pt x="1345" y="1011"/>
                    <a:pt x="262" y="762"/>
                    <a:pt x="262" y="762"/>
                  </a:cubicBezTo>
                  <a:lnTo>
                    <a:pt x="262" y="762"/>
                  </a:lnTo>
                  <a:cubicBezTo>
                    <a:pt x="740" y="1698"/>
                    <a:pt x="675" y="3003"/>
                    <a:pt x="675" y="3591"/>
                  </a:cubicBezTo>
                  <a:cubicBezTo>
                    <a:pt x="675" y="4200"/>
                    <a:pt x="327" y="5222"/>
                    <a:pt x="218" y="5614"/>
                  </a:cubicBezTo>
                  <a:cubicBezTo>
                    <a:pt x="88" y="6027"/>
                    <a:pt x="1" y="6441"/>
                    <a:pt x="1" y="6441"/>
                  </a:cubicBezTo>
                  <a:cubicBezTo>
                    <a:pt x="1" y="6441"/>
                    <a:pt x="1284" y="6115"/>
                    <a:pt x="2786" y="5571"/>
                  </a:cubicBezTo>
                  <a:cubicBezTo>
                    <a:pt x="3293" y="5396"/>
                    <a:pt x="3782" y="5338"/>
                    <a:pt x="4207" y="5338"/>
                  </a:cubicBezTo>
                  <a:cubicBezTo>
                    <a:pt x="5058" y="5338"/>
                    <a:pt x="5658" y="5571"/>
                    <a:pt x="5658" y="5571"/>
                  </a:cubicBezTo>
                  <a:cubicBezTo>
                    <a:pt x="5658" y="5571"/>
                    <a:pt x="4657" y="3417"/>
                    <a:pt x="4722" y="2590"/>
                  </a:cubicBezTo>
                  <a:cubicBezTo>
                    <a:pt x="4809" y="1741"/>
                    <a:pt x="5592" y="1"/>
                    <a:pt x="559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5" name="Google Shape;1665;g39181ba8852_8_1510"/>
            <p:cNvSpPr/>
            <p:nvPr/>
          </p:nvSpPr>
          <p:spPr>
            <a:xfrm>
              <a:off x="3727025" y="1816075"/>
              <a:ext cx="169200" cy="35625"/>
            </a:xfrm>
            <a:custGeom>
              <a:rect b="b" l="l" r="r" t="t"/>
              <a:pathLst>
                <a:path extrusionOk="0" h="1425" w="6768">
                  <a:moveTo>
                    <a:pt x="5310" y="1"/>
                  </a:moveTo>
                  <a:cubicBezTo>
                    <a:pt x="5049" y="1"/>
                    <a:pt x="1" y="349"/>
                    <a:pt x="1" y="349"/>
                  </a:cubicBezTo>
                  <a:lnTo>
                    <a:pt x="1" y="1197"/>
                  </a:lnTo>
                  <a:cubicBezTo>
                    <a:pt x="1" y="1197"/>
                    <a:pt x="2873" y="1371"/>
                    <a:pt x="3852" y="1415"/>
                  </a:cubicBezTo>
                  <a:cubicBezTo>
                    <a:pt x="3993" y="1421"/>
                    <a:pt x="4142" y="1425"/>
                    <a:pt x="4294" y="1425"/>
                  </a:cubicBezTo>
                  <a:cubicBezTo>
                    <a:pt x="5181" y="1425"/>
                    <a:pt x="6190" y="1304"/>
                    <a:pt x="6376" y="914"/>
                  </a:cubicBezTo>
                  <a:cubicBezTo>
                    <a:pt x="6768" y="109"/>
                    <a:pt x="5593" y="1"/>
                    <a:pt x="531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6" name="Google Shape;1666;g39181ba8852_8_1510"/>
            <p:cNvSpPr/>
            <p:nvPr/>
          </p:nvSpPr>
          <p:spPr>
            <a:xfrm>
              <a:off x="3857575" y="1683250"/>
              <a:ext cx="109375" cy="160650"/>
            </a:xfrm>
            <a:custGeom>
              <a:rect b="b" l="l" r="r" t="t"/>
              <a:pathLst>
                <a:path extrusionOk="0" h="6426" w="4375">
                  <a:moveTo>
                    <a:pt x="3565" y="0"/>
                  </a:moveTo>
                  <a:cubicBezTo>
                    <a:pt x="2960" y="0"/>
                    <a:pt x="2317" y="843"/>
                    <a:pt x="1981" y="1397"/>
                  </a:cubicBezTo>
                  <a:cubicBezTo>
                    <a:pt x="1611" y="2028"/>
                    <a:pt x="1" y="5531"/>
                    <a:pt x="23" y="5945"/>
                  </a:cubicBezTo>
                  <a:cubicBezTo>
                    <a:pt x="23" y="6265"/>
                    <a:pt x="489" y="6425"/>
                    <a:pt x="801" y="6425"/>
                  </a:cubicBezTo>
                  <a:cubicBezTo>
                    <a:pt x="871" y="6425"/>
                    <a:pt x="932" y="6417"/>
                    <a:pt x="980" y="6402"/>
                  </a:cubicBezTo>
                  <a:cubicBezTo>
                    <a:pt x="1263" y="6315"/>
                    <a:pt x="3743" y="2507"/>
                    <a:pt x="4070" y="1702"/>
                  </a:cubicBezTo>
                  <a:cubicBezTo>
                    <a:pt x="4374" y="897"/>
                    <a:pt x="4265" y="157"/>
                    <a:pt x="3743" y="26"/>
                  </a:cubicBezTo>
                  <a:cubicBezTo>
                    <a:pt x="3684" y="9"/>
                    <a:pt x="3625" y="0"/>
                    <a:pt x="3565"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7" name="Google Shape;1667;g39181ba8852_8_1510"/>
            <p:cNvSpPr/>
            <p:nvPr/>
          </p:nvSpPr>
          <p:spPr>
            <a:xfrm>
              <a:off x="3847250" y="1525725"/>
              <a:ext cx="88700" cy="90200"/>
            </a:xfrm>
            <a:custGeom>
              <a:rect b="b" l="l" r="r" t="t"/>
              <a:pathLst>
                <a:path extrusionOk="0" h="3608" w="3548">
                  <a:moveTo>
                    <a:pt x="1207" y="1"/>
                  </a:moveTo>
                  <a:cubicBezTo>
                    <a:pt x="743" y="1"/>
                    <a:pt x="276" y="154"/>
                    <a:pt x="44" y="692"/>
                  </a:cubicBezTo>
                  <a:cubicBezTo>
                    <a:pt x="0" y="801"/>
                    <a:pt x="501" y="1584"/>
                    <a:pt x="827" y="1736"/>
                  </a:cubicBezTo>
                  <a:cubicBezTo>
                    <a:pt x="1154" y="1911"/>
                    <a:pt x="1850" y="1954"/>
                    <a:pt x="2046" y="2106"/>
                  </a:cubicBezTo>
                  <a:cubicBezTo>
                    <a:pt x="2220" y="2237"/>
                    <a:pt x="2437" y="3608"/>
                    <a:pt x="2437" y="3608"/>
                  </a:cubicBezTo>
                  <a:cubicBezTo>
                    <a:pt x="2437" y="3608"/>
                    <a:pt x="3482" y="2824"/>
                    <a:pt x="3525" y="1911"/>
                  </a:cubicBezTo>
                  <a:cubicBezTo>
                    <a:pt x="3547" y="997"/>
                    <a:pt x="2764" y="366"/>
                    <a:pt x="2176" y="170"/>
                  </a:cubicBezTo>
                  <a:cubicBezTo>
                    <a:pt x="1929" y="94"/>
                    <a:pt x="1568" y="1"/>
                    <a:pt x="120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68" name="Google Shape;1668;g39181ba8852_8_1510"/>
            <p:cNvSpPr/>
            <p:nvPr/>
          </p:nvSpPr>
          <p:spPr>
            <a:xfrm>
              <a:off x="3658000" y="1820950"/>
              <a:ext cx="88100" cy="31550"/>
            </a:xfrm>
            <a:custGeom>
              <a:rect b="b" l="l" r="r" t="t"/>
              <a:pathLst>
                <a:path extrusionOk="0" h="1262" w="3524">
                  <a:moveTo>
                    <a:pt x="1866" y="0"/>
                  </a:moveTo>
                  <a:cubicBezTo>
                    <a:pt x="1763" y="0"/>
                    <a:pt x="1" y="1178"/>
                    <a:pt x="107" y="1242"/>
                  </a:cubicBezTo>
                  <a:cubicBezTo>
                    <a:pt x="139" y="1254"/>
                    <a:pt x="184" y="1261"/>
                    <a:pt x="238" y="1261"/>
                  </a:cubicBezTo>
                  <a:cubicBezTo>
                    <a:pt x="370" y="1261"/>
                    <a:pt x="560" y="1219"/>
                    <a:pt x="760" y="1111"/>
                  </a:cubicBezTo>
                  <a:cubicBezTo>
                    <a:pt x="831" y="1071"/>
                    <a:pt x="960" y="1057"/>
                    <a:pt x="1122" y="1057"/>
                  </a:cubicBezTo>
                  <a:cubicBezTo>
                    <a:pt x="1440" y="1057"/>
                    <a:pt x="1886" y="1108"/>
                    <a:pt x="2284" y="1108"/>
                  </a:cubicBezTo>
                  <a:cubicBezTo>
                    <a:pt x="2558" y="1108"/>
                    <a:pt x="2809" y="1084"/>
                    <a:pt x="2979" y="1002"/>
                  </a:cubicBezTo>
                  <a:cubicBezTo>
                    <a:pt x="3523" y="763"/>
                    <a:pt x="3154" y="132"/>
                    <a:pt x="3154" y="132"/>
                  </a:cubicBezTo>
                  <a:cubicBezTo>
                    <a:pt x="3154" y="132"/>
                    <a:pt x="1935" y="45"/>
                    <a:pt x="1870" y="1"/>
                  </a:cubicBezTo>
                  <a:cubicBezTo>
                    <a:pt x="1869" y="1"/>
                    <a:pt x="1868" y="0"/>
                    <a:pt x="1866"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69" name="Google Shape;1669;g39181ba8852_8_1510"/>
          <p:cNvGrpSpPr/>
          <p:nvPr/>
        </p:nvGrpSpPr>
        <p:grpSpPr>
          <a:xfrm>
            <a:off x="537369" y="5059643"/>
            <a:ext cx="10664158" cy="1872238"/>
            <a:chOff x="572841" y="4708975"/>
            <a:chExt cx="7998318" cy="1404213"/>
          </a:xfrm>
        </p:grpSpPr>
        <p:sp>
          <p:nvSpPr>
            <p:cNvPr id="1670" name="Google Shape;1670;g39181ba8852_8_1510"/>
            <p:cNvSpPr/>
            <p:nvPr/>
          </p:nvSpPr>
          <p:spPr>
            <a:xfrm>
              <a:off x="750958" y="4749425"/>
              <a:ext cx="7633519" cy="226728"/>
            </a:xfrm>
            <a:custGeom>
              <a:rect b="b" l="l" r="r" t="t"/>
              <a:pathLst>
                <a:path extrusionOk="0" h="2807" w="39775">
                  <a:moveTo>
                    <a:pt x="1" y="0"/>
                  </a:moveTo>
                  <a:lnTo>
                    <a:pt x="1" y="2807"/>
                  </a:lnTo>
                  <a:lnTo>
                    <a:pt x="39775" y="2807"/>
                  </a:lnTo>
                  <a:lnTo>
                    <a:pt x="39775"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1" name="Google Shape;1671;g39181ba8852_8_1510"/>
            <p:cNvSpPr/>
            <p:nvPr/>
          </p:nvSpPr>
          <p:spPr>
            <a:xfrm>
              <a:off x="667469" y="4719545"/>
              <a:ext cx="91510" cy="1393643"/>
            </a:xfrm>
            <a:custGeom>
              <a:rect b="b" l="l" r="r" t="t"/>
              <a:pathLst>
                <a:path extrusionOk="0" h="17255" w="1133">
                  <a:moveTo>
                    <a:pt x="1" y="0"/>
                  </a:moveTo>
                  <a:lnTo>
                    <a:pt x="1"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2" name="Google Shape;1672;g39181ba8852_8_1510"/>
            <p:cNvSpPr/>
            <p:nvPr/>
          </p:nvSpPr>
          <p:spPr>
            <a:xfrm>
              <a:off x="8381432" y="4719545"/>
              <a:ext cx="91429" cy="1393643"/>
            </a:xfrm>
            <a:custGeom>
              <a:rect b="b" l="l" r="r" t="t"/>
              <a:pathLst>
                <a:path extrusionOk="0" h="17255" w="1132">
                  <a:moveTo>
                    <a:pt x="0" y="0"/>
                  </a:moveTo>
                  <a:lnTo>
                    <a:pt x="0"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3" name="Google Shape;1673;g39181ba8852_8_1510"/>
            <p:cNvSpPr/>
            <p:nvPr/>
          </p:nvSpPr>
          <p:spPr>
            <a:xfrm>
              <a:off x="667475" y="4849578"/>
              <a:ext cx="7808931" cy="75684"/>
            </a:xfrm>
            <a:custGeom>
              <a:rect b="b" l="l" r="r" t="t"/>
              <a:pathLst>
                <a:path extrusionOk="0" h="937" w="40689">
                  <a:moveTo>
                    <a:pt x="0" y="0"/>
                  </a:moveTo>
                  <a:lnTo>
                    <a:pt x="0" y="936"/>
                  </a:lnTo>
                  <a:lnTo>
                    <a:pt x="40688" y="653"/>
                  </a:lnTo>
                  <a:lnTo>
                    <a:pt x="40688" y="22"/>
                  </a:lnTo>
                  <a:lnTo>
                    <a:pt x="0"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4" name="Google Shape;1674;g39181ba8852_8_1510"/>
            <p:cNvSpPr/>
            <p:nvPr/>
          </p:nvSpPr>
          <p:spPr>
            <a:xfrm>
              <a:off x="572841" y="4708975"/>
              <a:ext cx="7998318" cy="140675"/>
            </a:xfrm>
            <a:custGeom>
              <a:rect b="b" l="l" r="r" t="t"/>
              <a:pathLst>
                <a:path extrusionOk="0" h="1742" w="43452">
                  <a:moveTo>
                    <a:pt x="0" y="1"/>
                  </a:moveTo>
                  <a:lnTo>
                    <a:pt x="0" y="1741"/>
                  </a:lnTo>
                  <a:lnTo>
                    <a:pt x="43451" y="1741"/>
                  </a:lnTo>
                  <a:lnTo>
                    <a:pt x="43451"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675" name="Google Shape;1675;g39181ba8852_8_1510"/>
          <p:cNvGrpSpPr/>
          <p:nvPr/>
        </p:nvGrpSpPr>
        <p:grpSpPr>
          <a:xfrm>
            <a:off x="9010307" y="2943487"/>
            <a:ext cx="1164860" cy="3798487"/>
            <a:chOff x="9498975" y="3401300"/>
            <a:chExt cx="368825" cy="1202700"/>
          </a:xfrm>
        </p:grpSpPr>
        <p:sp>
          <p:nvSpPr>
            <p:cNvPr id="1676" name="Google Shape;1676;g39181ba8852_8_1510"/>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7" name="Google Shape;1677;g39181ba8852_8_1510"/>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8" name="Google Shape;1678;g39181ba8852_8_1510"/>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79" name="Google Shape;1679;g39181ba8852_8_1510"/>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0" name="Google Shape;1680;g39181ba8852_8_1510"/>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1" name="Google Shape;1681;g39181ba8852_8_1510"/>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2" name="Google Shape;1682;g39181ba8852_8_1510"/>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3" name="Google Shape;1683;g39181ba8852_8_1510"/>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4" name="Google Shape;1684;g39181ba8852_8_1510"/>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5" name="Google Shape;1685;g39181ba8852_8_1510"/>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6" name="Google Shape;1686;g39181ba8852_8_1510"/>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7" name="Google Shape;1687;g39181ba8852_8_1510"/>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8" name="Google Shape;1688;g39181ba8852_8_1510"/>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89" name="Google Shape;1689;g39181ba8852_8_1510"/>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0" name="Google Shape;1690;g39181ba8852_8_1510"/>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1" name="Google Shape;1691;g39181ba8852_8_1510"/>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2" name="Google Shape;1692;g39181ba8852_8_1510"/>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3" name="Google Shape;1693;g39181ba8852_8_1510"/>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4" name="Google Shape;1694;g39181ba8852_8_1510"/>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5" name="Google Shape;1695;g39181ba8852_8_1510"/>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6" name="Google Shape;1696;g39181ba8852_8_1510"/>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7" name="Google Shape;1697;g39181ba8852_8_1510"/>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8" name="Google Shape;1698;g39181ba8852_8_1510"/>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99" name="Google Shape;1699;g39181ba8852_8_1510"/>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0" name="Google Shape;1700;g39181ba8852_8_1510"/>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1" name="Google Shape;1701;g39181ba8852_8_1510"/>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2" name="Google Shape;1702;g39181ba8852_8_1510"/>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3" name="Google Shape;1703;g39181ba8852_8_1510"/>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4" name="Google Shape;1704;g39181ba8852_8_1510"/>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5" name="Google Shape;1705;g39181ba8852_8_1510"/>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6" name="Google Shape;1706;g39181ba8852_8_1510"/>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7" name="Google Shape;1707;g39181ba8852_8_1510"/>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8" name="Google Shape;1708;g39181ba8852_8_1510"/>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09" name="Google Shape;1709;g39181ba8852_8_1510"/>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0" name="Google Shape;1710;g39181ba8852_8_1510"/>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1" name="Google Shape;1711;g39181ba8852_8_1510"/>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2" name="Google Shape;1712;g39181ba8852_8_1510"/>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3" name="Google Shape;1713;g39181ba8852_8_1510"/>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4" name="Google Shape;1714;g39181ba8852_8_1510"/>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15" name="Google Shape;1715;g39181ba8852_8_1510"/>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716" name="Google Shape;1716;g39181ba8852_8_151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Segmentation</a:t>
            </a:r>
            <a:endParaRPr/>
          </a:p>
        </p:txBody>
      </p:sp>
      <p:sp>
        <p:nvSpPr>
          <p:cNvPr id="1717" name="Google Shape;1717;g39181ba8852_8_1510"/>
          <p:cNvSpPr txBox="1"/>
          <p:nvPr>
            <p:ph idx="4294967295" type="title"/>
          </p:nvPr>
        </p:nvSpPr>
        <p:spPr>
          <a:xfrm>
            <a:off x="838212" y="1803698"/>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01</a:t>
            </a:r>
            <a:endParaRPr/>
          </a:p>
        </p:txBody>
      </p:sp>
      <p:sp>
        <p:nvSpPr>
          <p:cNvPr id="1718" name="Google Shape;1718;g39181ba8852_8_1510"/>
          <p:cNvSpPr txBox="1"/>
          <p:nvPr>
            <p:ph idx="4294967295" type="title"/>
          </p:nvPr>
        </p:nvSpPr>
        <p:spPr>
          <a:xfrm>
            <a:off x="838212" y="3701526"/>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03</a:t>
            </a:r>
            <a:endParaRPr/>
          </a:p>
        </p:txBody>
      </p:sp>
      <p:sp>
        <p:nvSpPr>
          <p:cNvPr id="1719" name="Google Shape;1719;g39181ba8852_8_1510"/>
          <p:cNvSpPr txBox="1"/>
          <p:nvPr>
            <p:ph idx="4294967295" type="title"/>
          </p:nvPr>
        </p:nvSpPr>
        <p:spPr>
          <a:xfrm>
            <a:off x="6001943" y="1803698"/>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02</a:t>
            </a:r>
            <a:endParaRPr/>
          </a:p>
        </p:txBody>
      </p:sp>
      <p:sp>
        <p:nvSpPr>
          <p:cNvPr id="1720" name="Google Shape;1720;g39181ba8852_8_1510"/>
          <p:cNvSpPr txBox="1"/>
          <p:nvPr>
            <p:ph idx="3" type="subTitle"/>
          </p:nvPr>
        </p:nvSpPr>
        <p:spPr>
          <a:xfrm>
            <a:off x="838200" y="2599300"/>
            <a:ext cx="2977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2100"/>
              </a:spcAft>
              <a:buNone/>
            </a:pPr>
            <a:r>
              <a:rPr b="0" lang="en-US" sz="1600">
                <a:solidFill>
                  <a:schemeClr val="dk1"/>
                </a:solidFill>
                <a:latin typeface="Open Sans"/>
                <a:ea typeface="Open Sans"/>
                <a:cs typeface="Open Sans"/>
                <a:sym typeface="Open Sans"/>
              </a:rPr>
              <a:t>Voice Activity Detection</a:t>
            </a:r>
            <a:endParaRPr/>
          </a:p>
        </p:txBody>
      </p:sp>
      <p:sp>
        <p:nvSpPr>
          <p:cNvPr id="1721" name="Google Shape;1721;g39181ba8852_8_1510"/>
          <p:cNvSpPr txBox="1"/>
          <p:nvPr>
            <p:ph idx="4294967295" type="subTitle"/>
          </p:nvPr>
        </p:nvSpPr>
        <p:spPr>
          <a:xfrm>
            <a:off x="6001956" y="2599300"/>
            <a:ext cx="2977200" cy="7011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US"/>
              <a:t>Speaker Overlap Detection</a:t>
            </a:r>
            <a:endParaRPr/>
          </a:p>
        </p:txBody>
      </p:sp>
      <p:sp>
        <p:nvSpPr>
          <p:cNvPr id="1722" name="Google Shape;1722;g39181ba8852_8_1510"/>
          <p:cNvSpPr txBox="1"/>
          <p:nvPr>
            <p:ph idx="3" type="subTitle"/>
          </p:nvPr>
        </p:nvSpPr>
        <p:spPr>
          <a:xfrm>
            <a:off x="838200" y="4492175"/>
            <a:ext cx="2977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2100"/>
              </a:spcAft>
              <a:buNone/>
            </a:pPr>
            <a:r>
              <a:rPr b="0" lang="en-US" sz="1600">
                <a:solidFill>
                  <a:schemeClr val="dk1"/>
                </a:solidFill>
                <a:latin typeface="Open Sans"/>
                <a:ea typeface="Open Sans"/>
                <a:cs typeface="Open Sans"/>
                <a:sym typeface="Open Sans"/>
              </a:rPr>
              <a:t>Speaker Change Detection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6" name="Shape 1726"/>
        <p:cNvGrpSpPr/>
        <p:nvPr/>
      </p:nvGrpSpPr>
      <p:grpSpPr>
        <a:xfrm>
          <a:off x="0" y="0"/>
          <a:ext cx="0" cy="0"/>
          <a:chOff x="0" y="0"/>
          <a:chExt cx="0" cy="0"/>
        </a:xfrm>
      </p:grpSpPr>
      <p:sp>
        <p:nvSpPr>
          <p:cNvPr id="1727" name="Google Shape;172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Voice Activity Detection (VAD)</a:t>
            </a:r>
            <a:endParaRPr/>
          </a:p>
        </p:txBody>
      </p:sp>
      <p:sp>
        <p:nvSpPr>
          <p:cNvPr id="1728" name="Google Shape;1728;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1000"/>
              </a:spcBef>
              <a:spcAft>
                <a:spcPts val="0"/>
              </a:spcAft>
              <a:buSzPts val="1800"/>
              <a:buChar char="●"/>
            </a:pPr>
            <a:r>
              <a:rPr lang="en-US"/>
              <a:t>Neural network based s</a:t>
            </a:r>
            <a:r>
              <a:rPr lang="en-US"/>
              <a:t>peech segment detection</a:t>
            </a:r>
            <a:endParaRPr/>
          </a:p>
          <a:p>
            <a:pPr indent="-342900" lvl="0" marL="457200" rtl="0" algn="l">
              <a:lnSpc>
                <a:spcPct val="150000"/>
              </a:lnSpc>
              <a:spcBef>
                <a:spcPts val="0"/>
              </a:spcBef>
              <a:spcAft>
                <a:spcPts val="0"/>
              </a:spcAft>
              <a:buSzPts val="1800"/>
              <a:buChar char="●"/>
            </a:pPr>
            <a:r>
              <a:rPr lang="en-US"/>
              <a:t>Detects and separates human voice activity from noise</a:t>
            </a:r>
            <a:endParaRPr/>
          </a:p>
          <a:p>
            <a:pPr indent="-342900" lvl="0" marL="457200" rtl="0" algn="l">
              <a:lnSpc>
                <a:spcPct val="150000"/>
              </a:lnSpc>
              <a:spcBef>
                <a:spcPts val="0"/>
              </a:spcBef>
              <a:spcAft>
                <a:spcPts val="0"/>
              </a:spcAft>
              <a:buSzPts val="1800"/>
              <a:buChar char="●"/>
            </a:pPr>
            <a:r>
              <a:rPr lang="en-US"/>
              <a:t>Used for</a:t>
            </a:r>
            <a:endParaRPr/>
          </a:p>
          <a:p>
            <a:pPr indent="-342900" lvl="1" marL="914400" rtl="0" algn="l">
              <a:lnSpc>
                <a:spcPct val="150000"/>
              </a:lnSpc>
              <a:spcBef>
                <a:spcPts val="0"/>
              </a:spcBef>
              <a:spcAft>
                <a:spcPts val="0"/>
              </a:spcAft>
              <a:buSzPts val="1800"/>
              <a:buChar char="○"/>
            </a:pPr>
            <a:r>
              <a:rPr lang="en-US"/>
              <a:t>Efficiency</a:t>
            </a:r>
            <a:endParaRPr/>
          </a:p>
          <a:p>
            <a:pPr indent="-342900" lvl="1" marL="914400" rtl="0" algn="l">
              <a:lnSpc>
                <a:spcPct val="150000"/>
              </a:lnSpc>
              <a:spcBef>
                <a:spcPts val="0"/>
              </a:spcBef>
              <a:spcAft>
                <a:spcPts val="0"/>
              </a:spcAft>
              <a:buSzPts val="1800"/>
              <a:buChar char="○"/>
            </a:pPr>
            <a:r>
              <a:rPr lang="en-US"/>
              <a:t>Prevent Hallucinations </a:t>
            </a:r>
            <a:endParaRPr/>
          </a:p>
        </p:txBody>
      </p:sp>
      <p:pic>
        <p:nvPicPr>
          <p:cNvPr id="1729" name="Google Shape;1729;p5" title="Pipeline-Diagram w_o text.drawio (2).png"/>
          <p:cNvPicPr preferRelativeResize="0"/>
          <p:nvPr/>
        </p:nvPicPr>
        <p:blipFill rotWithShape="1">
          <a:blip r:embed="rId3">
            <a:alphaModFix/>
          </a:blip>
          <a:srcRect b="129" l="0" r="0" t="119"/>
          <a:stretch/>
        </p:blipFill>
        <p:spPr>
          <a:xfrm>
            <a:off x="2627838" y="4417300"/>
            <a:ext cx="11613076" cy="2285201"/>
          </a:xfrm>
          <a:prstGeom prst="rect">
            <a:avLst/>
          </a:prstGeom>
          <a:noFill/>
          <a:ln>
            <a:noFill/>
          </a:ln>
        </p:spPr>
      </p:pic>
      <p:sp>
        <p:nvSpPr>
          <p:cNvPr id="1730" name="Google Shape;1730;p5"/>
          <p:cNvSpPr/>
          <p:nvPr/>
        </p:nvSpPr>
        <p:spPr>
          <a:xfrm>
            <a:off x="7237275" y="5156200"/>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4" name="Shape 1734"/>
        <p:cNvGrpSpPr/>
        <p:nvPr/>
      </p:nvGrpSpPr>
      <p:grpSpPr>
        <a:xfrm>
          <a:off x="0" y="0"/>
          <a:ext cx="0" cy="0"/>
          <a:chOff x="0" y="0"/>
          <a:chExt cx="0" cy="0"/>
        </a:xfrm>
      </p:grpSpPr>
      <p:sp>
        <p:nvSpPr>
          <p:cNvPr id="1735" name="Google Shape;1735;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Overlap Detection (SOD)</a:t>
            </a:r>
            <a:endParaRPr/>
          </a:p>
        </p:txBody>
      </p:sp>
      <p:sp>
        <p:nvSpPr>
          <p:cNvPr id="1736" name="Google Shape;1736;p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0"/>
              </a:spcBef>
              <a:spcAft>
                <a:spcPts val="0"/>
              </a:spcAft>
              <a:buSzPts val="1800"/>
              <a:buChar char="●"/>
            </a:pPr>
            <a:r>
              <a:rPr lang="en-US"/>
              <a:t>Finds regions where 2</a:t>
            </a:r>
            <a:r>
              <a:rPr lang="en-US"/>
              <a:t>+ </a:t>
            </a:r>
            <a:r>
              <a:rPr lang="en-US"/>
              <a:t>speakers talk simultaneously.</a:t>
            </a:r>
            <a:endParaRPr/>
          </a:p>
          <a:p>
            <a:pPr indent="-342900" lvl="0" marL="457200" rtl="0" algn="l">
              <a:lnSpc>
                <a:spcPct val="150000"/>
              </a:lnSpc>
              <a:spcBef>
                <a:spcPts val="0"/>
              </a:spcBef>
              <a:spcAft>
                <a:spcPts val="0"/>
              </a:spcAft>
              <a:buSzPts val="1800"/>
              <a:buChar char="●"/>
            </a:pPr>
            <a:r>
              <a:rPr lang="en-US"/>
              <a:t>Separates overlapping speech into individual speaker segments.</a:t>
            </a:r>
            <a:endParaRPr/>
          </a:p>
          <a:p>
            <a:pPr indent="0" lvl="0" marL="0" rtl="0" algn="l">
              <a:lnSpc>
                <a:spcPct val="150000"/>
              </a:lnSpc>
              <a:spcBef>
                <a:spcPts val="1000"/>
              </a:spcBef>
              <a:spcAft>
                <a:spcPts val="2100"/>
              </a:spcAft>
              <a:buNone/>
            </a:pPr>
            <a:r>
              <a:t/>
            </a:r>
            <a:endParaRPr/>
          </a:p>
        </p:txBody>
      </p:sp>
      <p:pic>
        <p:nvPicPr>
          <p:cNvPr id="1737" name="Google Shape;1737;p9" title="Pipeline-Diagram w_o text.drawio (2).png"/>
          <p:cNvPicPr preferRelativeResize="0"/>
          <p:nvPr/>
        </p:nvPicPr>
        <p:blipFill rotWithShape="1">
          <a:blip r:embed="rId3">
            <a:alphaModFix/>
          </a:blip>
          <a:srcRect b="129" l="0" r="0" t="119"/>
          <a:stretch/>
        </p:blipFill>
        <p:spPr>
          <a:xfrm>
            <a:off x="2627838" y="4417300"/>
            <a:ext cx="11613076" cy="2285201"/>
          </a:xfrm>
          <a:prstGeom prst="rect">
            <a:avLst/>
          </a:prstGeom>
          <a:noFill/>
          <a:ln>
            <a:noFill/>
          </a:ln>
        </p:spPr>
      </p:pic>
      <p:sp>
        <p:nvSpPr>
          <p:cNvPr id="1738" name="Google Shape;1738;p9"/>
          <p:cNvSpPr/>
          <p:nvPr/>
        </p:nvSpPr>
        <p:spPr>
          <a:xfrm>
            <a:off x="7224900" y="4712575"/>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pic>
        <p:nvPicPr>
          <p:cNvPr id="1739" name="Google Shape;1739;p9" title="Pipeline-Page-5.drawio.png"/>
          <p:cNvPicPr preferRelativeResize="0"/>
          <p:nvPr/>
        </p:nvPicPr>
        <p:blipFill>
          <a:blip r:embed="rId4">
            <a:alphaModFix/>
          </a:blip>
          <a:stretch>
            <a:fillRect/>
          </a:stretch>
        </p:blipFill>
        <p:spPr>
          <a:xfrm>
            <a:off x="7466375" y="3039938"/>
            <a:ext cx="4495800" cy="5810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3" name="Shape 1743"/>
        <p:cNvGrpSpPr/>
        <p:nvPr/>
      </p:nvGrpSpPr>
      <p:grpSpPr>
        <a:xfrm>
          <a:off x="0" y="0"/>
          <a:ext cx="0" cy="0"/>
          <a:chOff x="0" y="0"/>
          <a:chExt cx="0" cy="0"/>
        </a:xfrm>
      </p:grpSpPr>
      <p:sp>
        <p:nvSpPr>
          <p:cNvPr id="1744" name="Google Shape;174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Change Detection (SCD)</a:t>
            </a:r>
            <a:endParaRPr/>
          </a:p>
        </p:txBody>
      </p:sp>
      <p:sp>
        <p:nvSpPr>
          <p:cNvPr id="1745" name="Google Shape;1745;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1000"/>
              </a:spcBef>
              <a:spcAft>
                <a:spcPts val="0"/>
              </a:spcAft>
              <a:buSzPts val="1800"/>
              <a:buChar char="●"/>
            </a:pPr>
            <a:r>
              <a:rPr lang="en-US"/>
              <a:t>Identifies when one speaker stops and another begins</a:t>
            </a:r>
            <a:endParaRPr/>
          </a:p>
          <a:p>
            <a:pPr indent="-342900" lvl="0" marL="457200" rtl="0" algn="l">
              <a:lnSpc>
                <a:spcPct val="150000"/>
              </a:lnSpc>
              <a:spcBef>
                <a:spcPts val="0"/>
              </a:spcBef>
              <a:spcAft>
                <a:spcPts val="0"/>
              </a:spcAft>
              <a:buSzPts val="1800"/>
              <a:buChar char="●"/>
            </a:pPr>
            <a:r>
              <a:rPr lang="en-US"/>
              <a:t>Segments audio into single speaker regions</a:t>
            </a:r>
            <a:endParaRPr/>
          </a:p>
          <a:p>
            <a:pPr indent="-342900" lvl="0" marL="457200" rtl="0" algn="l">
              <a:lnSpc>
                <a:spcPct val="150000"/>
              </a:lnSpc>
              <a:spcBef>
                <a:spcPts val="0"/>
              </a:spcBef>
              <a:spcAft>
                <a:spcPts val="0"/>
              </a:spcAft>
              <a:buSzPts val="1800"/>
              <a:buChar char="●"/>
            </a:pPr>
            <a:r>
              <a:rPr lang="en-US"/>
              <a:t>Improves the ASR and Speaker Recognition</a:t>
            </a:r>
            <a:endParaRPr/>
          </a:p>
        </p:txBody>
      </p:sp>
      <p:pic>
        <p:nvPicPr>
          <p:cNvPr id="1746" name="Google Shape;1746;p7" title="Pipeline-Diagram w_o text.drawio (2).png"/>
          <p:cNvPicPr preferRelativeResize="0"/>
          <p:nvPr/>
        </p:nvPicPr>
        <p:blipFill rotWithShape="1">
          <a:blip r:embed="rId3">
            <a:alphaModFix/>
          </a:blip>
          <a:srcRect b="129" l="0" r="0" t="119"/>
          <a:stretch/>
        </p:blipFill>
        <p:spPr>
          <a:xfrm>
            <a:off x="2627838" y="4417300"/>
            <a:ext cx="11613076" cy="2285201"/>
          </a:xfrm>
          <a:prstGeom prst="rect">
            <a:avLst/>
          </a:prstGeom>
          <a:noFill/>
          <a:ln>
            <a:noFill/>
          </a:ln>
        </p:spPr>
      </p:pic>
      <p:sp>
        <p:nvSpPr>
          <p:cNvPr id="1747" name="Google Shape;1747;p7"/>
          <p:cNvSpPr/>
          <p:nvPr/>
        </p:nvSpPr>
        <p:spPr>
          <a:xfrm>
            <a:off x="7237275" y="4254900"/>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1" name="Shape 1751"/>
        <p:cNvGrpSpPr/>
        <p:nvPr/>
      </p:nvGrpSpPr>
      <p:grpSpPr>
        <a:xfrm>
          <a:off x="0" y="0"/>
          <a:ext cx="0" cy="0"/>
          <a:chOff x="0" y="0"/>
          <a:chExt cx="0" cy="0"/>
        </a:xfrm>
      </p:grpSpPr>
      <p:sp>
        <p:nvSpPr>
          <p:cNvPr id="1752" name="Google Shape;1752;g39181ba8852_8_2286"/>
          <p:cNvSpPr/>
          <p:nvPr/>
        </p:nvSpPr>
        <p:spPr>
          <a:xfrm>
            <a:off x="7302400" y="6252367"/>
            <a:ext cx="4889549" cy="1052239"/>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753" name="Google Shape;1753;g39181ba8852_8_2286"/>
          <p:cNvGrpSpPr/>
          <p:nvPr/>
        </p:nvGrpSpPr>
        <p:grpSpPr>
          <a:xfrm>
            <a:off x="10512417" y="3848827"/>
            <a:ext cx="1452587" cy="3009079"/>
            <a:chOff x="3638375" y="1525275"/>
            <a:chExt cx="390575" cy="809175"/>
          </a:xfrm>
        </p:grpSpPr>
        <p:sp>
          <p:nvSpPr>
            <p:cNvPr id="1754" name="Google Shape;1754;g39181ba8852_8_2286"/>
            <p:cNvSpPr/>
            <p:nvPr/>
          </p:nvSpPr>
          <p:spPr>
            <a:xfrm>
              <a:off x="3867925" y="2033125"/>
              <a:ext cx="33750" cy="241525"/>
            </a:xfrm>
            <a:custGeom>
              <a:rect b="b" l="l" r="r" t="t"/>
              <a:pathLst>
                <a:path extrusionOk="0" h="9661" w="1350">
                  <a:moveTo>
                    <a:pt x="0" y="0"/>
                  </a:moveTo>
                  <a:lnTo>
                    <a:pt x="0" y="9661"/>
                  </a:lnTo>
                  <a:lnTo>
                    <a:pt x="1349" y="9661"/>
                  </a:lnTo>
                  <a:lnTo>
                    <a:pt x="1349" y="0"/>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55" name="Google Shape;1755;g39181ba8852_8_2286"/>
            <p:cNvSpPr/>
            <p:nvPr/>
          </p:nvSpPr>
          <p:spPr>
            <a:xfrm>
              <a:off x="3965275" y="1968925"/>
              <a:ext cx="19075" cy="66925"/>
            </a:xfrm>
            <a:custGeom>
              <a:rect b="b" l="l" r="r" t="t"/>
              <a:pathLst>
                <a:path extrusionOk="0" h="2677" w="763">
                  <a:moveTo>
                    <a:pt x="1" y="1"/>
                  </a:moveTo>
                  <a:lnTo>
                    <a:pt x="1" y="2677"/>
                  </a:lnTo>
                  <a:lnTo>
                    <a:pt x="763" y="2677"/>
                  </a:lnTo>
                  <a:lnTo>
                    <a:pt x="763" y="1"/>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56" name="Google Shape;1756;g39181ba8852_8_2286"/>
            <p:cNvSpPr/>
            <p:nvPr/>
          </p:nvSpPr>
          <p:spPr>
            <a:xfrm>
              <a:off x="3760750" y="2008100"/>
              <a:ext cx="223600" cy="48975"/>
            </a:xfrm>
            <a:custGeom>
              <a:rect b="b" l="l" r="r" t="t"/>
              <a:pathLst>
                <a:path extrusionOk="0" h="1959" w="8944">
                  <a:moveTo>
                    <a:pt x="697" y="0"/>
                  </a:moveTo>
                  <a:cubicBezTo>
                    <a:pt x="306" y="0"/>
                    <a:pt x="1" y="305"/>
                    <a:pt x="1" y="697"/>
                  </a:cubicBezTo>
                  <a:lnTo>
                    <a:pt x="1" y="1240"/>
                  </a:lnTo>
                  <a:cubicBezTo>
                    <a:pt x="1" y="1632"/>
                    <a:pt x="306" y="1958"/>
                    <a:pt x="697" y="1958"/>
                  </a:cubicBezTo>
                  <a:lnTo>
                    <a:pt x="8247" y="1958"/>
                  </a:lnTo>
                  <a:cubicBezTo>
                    <a:pt x="8617" y="1958"/>
                    <a:pt x="8944" y="1632"/>
                    <a:pt x="8944" y="1240"/>
                  </a:cubicBezTo>
                  <a:lnTo>
                    <a:pt x="8944" y="697"/>
                  </a:lnTo>
                  <a:cubicBezTo>
                    <a:pt x="8944" y="305"/>
                    <a:pt x="8617" y="0"/>
                    <a:pt x="8247"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57" name="Google Shape;1757;g39181ba8852_8_2286"/>
            <p:cNvSpPr/>
            <p:nvPr/>
          </p:nvSpPr>
          <p:spPr>
            <a:xfrm>
              <a:off x="3960925" y="1692475"/>
              <a:ext cx="68025" cy="297825"/>
            </a:xfrm>
            <a:custGeom>
              <a:rect b="b" l="l" r="r" t="t"/>
              <a:pathLst>
                <a:path extrusionOk="0" h="11913" w="2721">
                  <a:moveTo>
                    <a:pt x="1882" y="0"/>
                  </a:moveTo>
                  <a:cubicBezTo>
                    <a:pt x="1586" y="0"/>
                    <a:pt x="1325" y="227"/>
                    <a:pt x="1285" y="528"/>
                  </a:cubicBezTo>
                  <a:lnTo>
                    <a:pt x="23" y="11211"/>
                  </a:lnTo>
                  <a:cubicBezTo>
                    <a:pt x="1" y="11537"/>
                    <a:pt x="218" y="11842"/>
                    <a:pt x="545" y="11885"/>
                  </a:cubicBezTo>
                  <a:lnTo>
                    <a:pt x="762" y="11907"/>
                  </a:lnTo>
                  <a:cubicBezTo>
                    <a:pt x="788" y="11911"/>
                    <a:pt x="814" y="11912"/>
                    <a:pt x="839" y="11912"/>
                  </a:cubicBezTo>
                  <a:cubicBezTo>
                    <a:pt x="1135" y="11912"/>
                    <a:pt x="1397" y="11686"/>
                    <a:pt x="1437" y="11385"/>
                  </a:cubicBezTo>
                  <a:lnTo>
                    <a:pt x="2677" y="680"/>
                  </a:lnTo>
                  <a:cubicBezTo>
                    <a:pt x="2721" y="354"/>
                    <a:pt x="2481" y="71"/>
                    <a:pt x="2177" y="27"/>
                  </a:cubicBezTo>
                  <a:lnTo>
                    <a:pt x="1959" y="6"/>
                  </a:lnTo>
                  <a:cubicBezTo>
                    <a:pt x="1933" y="2"/>
                    <a:pt x="1908" y="0"/>
                    <a:pt x="1882"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58" name="Google Shape;1758;g39181ba8852_8_2286"/>
            <p:cNvSpPr/>
            <p:nvPr/>
          </p:nvSpPr>
          <p:spPr>
            <a:xfrm>
              <a:off x="3968000" y="1700700"/>
              <a:ext cx="43000" cy="275400"/>
            </a:xfrm>
            <a:custGeom>
              <a:rect b="b" l="l" r="r" t="t"/>
              <a:pathLst>
                <a:path extrusionOk="0" h="11016" w="1720">
                  <a:moveTo>
                    <a:pt x="1468" y="0"/>
                  </a:moveTo>
                  <a:cubicBezTo>
                    <a:pt x="1353" y="0"/>
                    <a:pt x="1261" y="99"/>
                    <a:pt x="1241" y="199"/>
                  </a:cubicBezTo>
                  <a:lnTo>
                    <a:pt x="1" y="10751"/>
                  </a:lnTo>
                  <a:cubicBezTo>
                    <a:pt x="1" y="10882"/>
                    <a:pt x="88" y="10991"/>
                    <a:pt x="218" y="11013"/>
                  </a:cubicBezTo>
                  <a:cubicBezTo>
                    <a:pt x="230" y="11015"/>
                    <a:pt x="241" y="11016"/>
                    <a:pt x="252" y="11016"/>
                  </a:cubicBezTo>
                  <a:cubicBezTo>
                    <a:pt x="349" y="11016"/>
                    <a:pt x="438" y="10934"/>
                    <a:pt x="458" y="10817"/>
                  </a:cubicBezTo>
                  <a:lnTo>
                    <a:pt x="1698" y="264"/>
                  </a:lnTo>
                  <a:cubicBezTo>
                    <a:pt x="1720" y="133"/>
                    <a:pt x="1633" y="25"/>
                    <a:pt x="1502" y="3"/>
                  </a:cubicBezTo>
                  <a:cubicBezTo>
                    <a:pt x="1491" y="1"/>
                    <a:pt x="1479" y="0"/>
                    <a:pt x="1468" y="0"/>
                  </a:cubicBezTo>
                  <a:close/>
                </a:path>
              </a:pathLst>
            </a:custGeom>
            <a:solidFill>
              <a:srgbClr val="42424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59" name="Google Shape;1759;g39181ba8852_8_2286"/>
            <p:cNvSpPr/>
            <p:nvPr/>
          </p:nvSpPr>
          <p:spPr>
            <a:xfrm>
              <a:off x="3777625" y="2282800"/>
              <a:ext cx="39725" cy="39725"/>
            </a:xfrm>
            <a:custGeom>
              <a:rect b="b" l="l" r="r" t="t"/>
              <a:pathLst>
                <a:path extrusionOk="0" h="1589" w="1589">
                  <a:moveTo>
                    <a:pt x="784" y="0"/>
                  </a:moveTo>
                  <a:cubicBezTo>
                    <a:pt x="349" y="0"/>
                    <a:pt x="0" y="348"/>
                    <a:pt x="0" y="805"/>
                  </a:cubicBezTo>
                  <a:cubicBezTo>
                    <a:pt x="0" y="1240"/>
                    <a:pt x="349" y="1588"/>
                    <a:pt x="784" y="1588"/>
                  </a:cubicBezTo>
                  <a:cubicBezTo>
                    <a:pt x="1219" y="1588"/>
                    <a:pt x="1589" y="1240"/>
                    <a:pt x="1589" y="805"/>
                  </a:cubicBezTo>
                  <a:cubicBezTo>
                    <a:pt x="1589" y="348"/>
                    <a:pt x="1219" y="0"/>
                    <a:pt x="784"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0" name="Google Shape;1760;g39181ba8852_8_2286"/>
            <p:cNvSpPr/>
            <p:nvPr/>
          </p:nvSpPr>
          <p:spPr>
            <a:xfrm>
              <a:off x="3956575" y="2282800"/>
              <a:ext cx="39750" cy="39725"/>
            </a:xfrm>
            <a:custGeom>
              <a:rect b="b" l="l" r="r" t="t"/>
              <a:pathLst>
                <a:path extrusionOk="0" h="1589" w="1590">
                  <a:moveTo>
                    <a:pt x="784" y="0"/>
                  </a:moveTo>
                  <a:cubicBezTo>
                    <a:pt x="349" y="0"/>
                    <a:pt x="1" y="348"/>
                    <a:pt x="1" y="805"/>
                  </a:cubicBezTo>
                  <a:cubicBezTo>
                    <a:pt x="1" y="1240"/>
                    <a:pt x="349" y="1588"/>
                    <a:pt x="784" y="1588"/>
                  </a:cubicBezTo>
                  <a:cubicBezTo>
                    <a:pt x="1241" y="1588"/>
                    <a:pt x="1589" y="1240"/>
                    <a:pt x="1589" y="805"/>
                  </a:cubicBezTo>
                  <a:cubicBezTo>
                    <a:pt x="1589" y="348"/>
                    <a:pt x="1241" y="0"/>
                    <a:pt x="784"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1" name="Google Shape;1761;g39181ba8852_8_2286"/>
            <p:cNvSpPr/>
            <p:nvPr/>
          </p:nvSpPr>
          <p:spPr>
            <a:xfrm>
              <a:off x="3766750" y="2274625"/>
              <a:ext cx="235550" cy="16350"/>
            </a:xfrm>
            <a:custGeom>
              <a:rect b="b" l="l" r="r" t="t"/>
              <a:pathLst>
                <a:path extrusionOk="0" h="654" w="9422">
                  <a:moveTo>
                    <a:pt x="653" y="1"/>
                  </a:moveTo>
                  <a:cubicBezTo>
                    <a:pt x="305" y="1"/>
                    <a:pt x="0" y="305"/>
                    <a:pt x="0" y="653"/>
                  </a:cubicBezTo>
                  <a:lnTo>
                    <a:pt x="9422" y="653"/>
                  </a:lnTo>
                  <a:cubicBezTo>
                    <a:pt x="9422" y="305"/>
                    <a:pt x="9139" y="1"/>
                    <a:pt x="8769" y="1"/>
                  </a:cubicBez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2" name="Google Shape;1762;g39181ba8852_8_2286"/>
            <p:cNvSpPr/>
            <p:nvPr/>
          </p:nvSpPr>
          <p:spPr>
            <a:xfrm>
              <a:off x="3887500" y="2054325"/>
              <a:ext cx="8725" cy="220325"/>
            </a:xfrm>
            <a:custGeom>
              <a:rect b="b" l="l" r="r" t="t"/>
              <a:pathLst>
                <a:path extrusionOk="0" h="8813" w="349">
                  <a:moveTo>
                    <a:pt x="1" y="1"/>
                  </a:moveTo>
                  <a:lnTo>
                    <a:pt x="1" y="8813"/>
                  </a:lnTo>
                  <a:lnTo>
                    <a:pt x="349" y="8813"/>
                  </a:lnTo>
                  <a:lnTo>
                    <a:pt x="349" y="1"/>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3" name="Google Shape;1763;g39181ba8852_8_2286"/>
            <p:cNvSpPr/>
            <p:nvPr/>
          </p:nvSpPr>
          <p:spPr>
            <a:xfrm>
              <a:off x="3760750" y="1692275"/>
              <a:ext cx="89250" cy="142500"/>
            </a:xfrm>
            <a:custGeom>
              <a:rect b="b" l="l" r="r" t="t"/>
              <a:pathLst>
                <a:path extrusionOk="0" h="5700" w="3570">
                  <a:moveTo>
                    <a:pt x="2690" y="0"/>
                  </a:moveTo>
                  <a:cubicBezTo>
                    <a:pt x="2077" y="0"/>
                    <a:pt x="1571" y="771"/>
                    <a:pt x="1328" y="1297"/>
                  </a:cubicBezTo>
                  <a:cubicBezTo>
                    <a:pt x="1045" y="1841"/>
                    <a:pt x="1" y="4953"/>
                    <a:pt x="66" y="5301"/>
                  </a:cubicBezTo>
                  <a:cubicBezTo>
                    <a:pt x="117" y="5573"/>
                    <a:pt x="555" y="5699"/>
                    <a:pt x="868" y="5699"/>
                  </a:cubicBezTo>
                  <a:cubicBezTo>
                    <a:pt x="955" y="5699"/>
                    <a:pt x="1032" y="5690"/>
                    <a:pt x="1089" y="5671"/>
                  </a:cubicBezTo>
                  <a:cubicBezTo>
                    <a:pt x="1328" y="5584"/>
                    <a:pt x="3199" y="2189"/>
                    <a:pt x="3373" y="1471"/>
                  </a:cubicBezTo>
                  <a:cubicBezTo>
                    <a:pt x="3569" y="753"/>
                    <a:pt x="3352" y="122"/>
                    <a:pt x="2829" y="14"/>
                  </a:cubicBezTo>
                  <a:cubicBezTo>
                    <a:pt x="2782" y="4"/>
                    <a:pt x="2736" y="0"/>
                    <a:pt x="2690"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4" name="Google Shape;1764;g39181ba8852_8_2286"/>
            <p:cNvSpPr/>
            <p:nvPr/>
          </p:nvSpPr>
          <p:spPr>
            <a:xfrm>
              <a:off x="3698200" y="1805375"/>
              <a:ext cx="101200" cy="39550"/>
            </a:xfrm>
            <a:custGeom>
              <a:rect b="b" l="l" r="r" t="t"/>
              <a:pathLst>
                <a:path extrusionOk="0" h="1582" w="4048">
                  <a:moveTo>
                    <a:pt x="3262" y="0"/>
                  </a:moveTo>
                  <a:cubicBezTo>
                    <a:pt x="3198" y="0"/>
                    <a:pt x="3145" y="7"/>
                    <a:pt x="3112" y="15"/>
                  </a:cubicBezTo>
                  <a:cubicBezTo>
                    <a:pt x="2938" y="37"/>
                    <a:pt x="1" y="777"/>
                    <a:pt x="1" y="777"/>
                  </a:cubicBezTo>
                  <a:lnTo>
                    <a:pt x="240" y="1582"/>
                  </a:lnTo>
                  <a:cubicBezTo>
                    <a:pt x="240" y="1582"/>
                    <a:pt x="2046" y="1517"/>
                    <a:pt x="2655" y="1473"/>
                  </a:cubicBezTo>
                  <a:cubicBezTo>
                    <a:pt x="3243" y="1430"/>
                    <a:pt x="4048" y="1234"/>
                    <a:pt x="4048" y="777"/>
                  </a:cubicBezTo>
                  <a:cubicBezTo>
                    <a:pt x="4030" y="124"/>
                    <a:pt x="3540" y="0"/>
                    <a:pt x="326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5" name="Google Shape;1765;g39181ba8852_8_2286"/>
            <p:cNvSpPr/>
            <p:nvPr/>
          </p:nvSpPr>
          <p:spPr>
            <a:xfrm>
              <a:off x="3889675" y="1525275"/>
              <a:ext cx="65850" cy="127125"/>
            </a:xfrm>
            <a:custGeom>
              <a:rect b="b" l="l" r="r" t="t"/>
              <a:pathLst>
                <a:path extrusionOk="0" h="5085" w="2634">
                  <a:moveTo>
                    <a:pt x="1190" y="1"/>
                  </a:moveTo>
                  <a:cubicBezTo>
                    <a:pt x="621" y="1"/>
                    <a:pt x="218" y="645"/>
                    <a:pt x="218" y="645"/>
                  </a:cubicBezTo>
                  <a:lnTo>
                    <a:pt x="196" y="2233"/>
                  </a:lnTo>
                  <a:cubicBezTo>
                    <a:pt x="196" y="2233"/>
                    <a:pt x="414" y="2908"/>
                    <a:pt x="218" y="3843"/>
                  </a:cubicBezTo>
                  <a:cubicBezTo>
                    <a:pt x="1" y="4801"/>
                    <a:pt x="719" y="5062"/>
                    <a:pt x="958" y="5083"/>
                  </a:cubicBezTo>
                  <a:cubicBezTo>
                    <a:pt x="966" y="5084"/>
                    <a:pt x="975" y="5085"/>
                    <a:pt x="983" y="5085"/>
                  </a:cubicBezTo>
                  <a:cubicBezTo>
                    <a:pt x="1227" y="5085"/>
                    <a:pt x="1346" y="4778"/>
                    <a:pt x="1241" y="4757"/>
                  </a:cubicBezTo>
                  <a:cubicBezTo>
                    <a:pt x="1132" y="4735"/>
                    <a:pt x="2002" y="3082"/>
                    <a:pt x="2198" y="2560"/>
                  </a:cubicBezTo>
                  <a:cubicBezTo>
                    <a:pt x="2633" y="1319"/>
                    <a:pt x="2307" y="384"/>
                    <a:pt x="1480" y="57"/>
                  </a:cubicBezTo>
                  <a:cubicBezTo>
                    <a:pt x="1380" y="18"/>
                    <a:pt x="1283" y="1"/>
                    <a:pt x="119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6" name="Google Shape;1766;g39181ba8852_8_2286"/>
            <p:cNvSpPr/>
            <p:nvPr/>
          </p:nvSpPr>
          <p:spPr>
            <a:xfrm>
              <a:off x="3718325" y="2203825"/>
              <a:ext cx="72925" cy="105975"/>
            </a:xfrm>
            <a:custGeom>
              <a:rect b="b" l="l" r="r" t="t"/>
              <a:pathLst>
                <a:path extrusionOk="0" h="4239" w="2917">
                  <a:moveTo>
                    <a:pt x="1952" y="0"/>
                  </a:moveTo>
                  <a:cubicBezTo>
                    <a:pt x="1859" y="0"/>
                    <a:pt x="936" y="722"/>
                    <a:pt x="936" y="722"/>
                  </a:cubicBezTo>
                  <a:cubicBezTo>
                    <a:pt x="936" y="722"/>
                    <a:pt x="1089" y="1418"/>
                    <a:pt x="523" y="3224"/>
                  </a:cubicBezTo>
                  <a:cubicBezTo>
                    <a:pt x="523" y="3224"/>
                    <a:pt x="1" y="4073"/>
                    <a:pt x="110" y="4203"/>
                  </a:cubicBezTo>
                  <a:cubicBezTo>
                    <a:pt x="126" y="4228"/>
                    <a:pt x="165" y="4239"/>
                    <a:pt x="220" y="4239"/>
                  </a:cubicBezTo>
                  <a:cubicBezTo>
                    <a:pt x="457" y="4239"/>
                    <a:pt x="985" y="4036"/>
                    <a:pt x="1197" y="3877"/>
                  </a:cubicBezTo>
                  <a:cubicBezTo>
                    <a:pt x="1480" y="3681"/>
                    <a:pt x="1698" y="2637"/>
                    <a:pt x="1981" y="2245"/>
                  </a:cubicBezTo>
                  <a:cubicBezTo>
                    <a:pt x="2264" y="1875"/>
                    <a:pt x="2655" y="1832"/>
                    <a:pt x="2829" y="1418"/>
                  </a:cubicBezTo>
                  <a:cubicBezTo>
                    <a:pt x="2916" y="1288"/>
                    <a:pt x="2786" y="874"/>
                    <a:pt x="2568" y="700"/>
                  </a:cubicBezTo>
                  <a:cubicBezTo>
                    <a:pt x="2394" y="548"/>
                    <a:pt x="2155" y="374"/>
                    <a:pt x="1959" y="4"/>
                  </a:cubicBezTo>
                  <a:cubicBezTo>
                    <a:pt x="1958" y="2"/>
                    <a:pt x="1956" y="0"/>
                    <a:pt x="195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7" name="Google Shape;1767;g39181ba8852_8_2286"/>
            <p:cNvSpPr/>
            <p:nvPr/>
          </p:nvSpPr>
          <p:spPr>
            <a:xfrm>
              <a:off x="3715600" y="2214775"/>
              <a:ext cx="74550" cy="100225"/>
            </a:xfrm>
            <a:custGeom>
              <a:rect b="b" l="l" r="r" t="t"/>
              <a:pathLst>
                <a:path extrusionOk="0" h="4009" w="2982">
                  <a:moveTo>
                    <a:pt x="2402" y="0"/>
                  </a:moveTo>
                  <a:cubicBezTo>
                    <a:pt x="2399" y="0"/>
                    <a:pt x="2396" y="1"/>
                    <a:pt x="2394" y="1"/>
                  </a:cubicBezTo>
                  <a:cubicBezTo>
                    <a:pt x="2394" y="1"/>
                    <a:pt x="2481" y="306"/>
                    <a:pt x="2373" y="676"/>
                  </a:cubicBezTo>
                  <a:cubicBezTo>
                    <a:pt x="2264" y="1002"/>
                    <a:pt x="1611" y="2242"/>
                    <a:pt x="1002" y="2917"/>
                  </a:cubicBezTo>
                  <a:cubicBezTo>
                    <a:pt x="948" y="2989"/>
                    <a:pt x="728" y="3107"/>
                    <a:pt x="605" y="3107"/>
                  </a:cubicBezTo>
                  <a:cubicBezTo>
                    <a:pt x="580" y="3107"/>
                    <a:pt x="560" y="3102"/>
                    <a:pt x="545" y="3091"/>
                  </a:cubicBezTo>
                  <a:cubicBezTo>
                    <a:pt x="480" y="3047"/>
                    <a:pt x="632" y="2787"/>
                    <a:pt x="632" y="2786"/>
                  </a:cubicBezTo>
                  <a:lnTo>
                    <a:pt x="632" y="2786"/>
                  </a:lnTo>
                  <a:cubicBezTo>
                    <a:pt x="371" y="3178"/>
                    <a:pt x="1" y="3874"/>
                    <a:pt x="88" y="3983"/>
                  </a:cubicBezTo>
                  <a:cubicBezTo>
                    <a:pt x="100" y="4000"/>
                    <a:pt x="128" y="4008"/>
                    <a:pt x="170" y="4008"/>
                  </a:cubicBezTo>
                  <a:cubicBezTo>
                    <a:pt x="443" y="4008"/>
                    <a:pt x="1279" y="3674"/>
                    <a:pt x="1524" y="3504"/>
                  </a:cubicBezTo>
                  <a:cubicBezTo>
                    <a:pt x="1807" y="3309"/>
                    <a:pt x="1981" y="2264"/>
                    <a:pt x="2242" y="1894"/>
                  </a:cubicBezTo>
                  <a:cubicBezTo>
                    <a:pt x="2373" y="1742"/>
                    <a:pt x="2851" y="1220"/>
                    <a:pt x="2938" y="980"/>
                  </a:cubicBezTo>
                  <a:cubicBezTo>
                    <a:pt x="2960" y="937"/>
                    <a:pt x="2982" y="741"/>
                    <a:pt x="2960" y="654"/>
                  </a:cubicBezTo>
                  <a:cubicBezTo>
                    <a:pt x="2897" y="317"/>
                    <a:pt x="2487" y="0"/>
                    <a:pt x="240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8" name="Google Shape;1768;g39181ba8852_8_2286"/>
            <p:cNvSpPr/>
            <p:nvPr/>
          </p:nvSpPr>
          <p:spPr>
            <a:xfrm>
              <a:off x="3638375" y="1969550"/>
              <a:ext cx="134900" cy="254175"/>
            </a:xfrm>
            <a:custGeom>
              <a:rect b="b" l="l" r="r" t="t"/>
              <a:pathLst>
                <a:path extrusionOk="0" h="10167" w="5396">
                  <a:moveTo>
                    <a:pt x="835" y="0"/>
                  </a:moveTo>
                  <a:cubicBezTo>
                    <a:pt x="376" y="0"/>
                    <a:pt x="0" y="219"/>
                    <a:pt x="0" y="933"/>
                  </a:cubicBezTo>
                  <a:cubicBezTo>
                    <a:pt x="0" y="1629"/>
                    <a:pt x="1110" y="3239"/>
                    <a:pt x="1328" y="3653"/>
                  </a:cubicBezTo>
                  <a:cubicBezTo>
                    <a:pt x="1545" y="4066"/>
                    <a:pt x="3677" y="8353"/>
                    <a:pt x="4134" y="10093"/>
                  </a:cubicBezTo>
                  <a:cubicBezTo>
                    <a:pt x="4147" y="10143"/>
                    <a:pt x="4261" y="10167"/>
                    <a:pt x="4414" y="10167"/>
                  </a:cubicBezTo>
                  <a:cubicBezTo>
                    <a:pt x="4789" y="10167"/>
                    <a:pt x="5396" y="10027"/>
                    <a:pt x="5288" y="9810"/>
                  </a:cubicBezTo>
                  <a:cubicBezTo>
                    <a:pt x="5135" y="9527"/>
                    <a:pt x="4678" y="4784"/>
                    <a:pt x="4439" y="3936"/>
                  </a:cubicBezTo>
                  <a:cubicBezTo>
                    <a:pt x="4221" y="3065"/>
                    <a:pt x="3308" y="955"/>
                    <a:pt x="2176" y="389"/>
                  </a:cubicBezTo>
                  <a:cubicBezTo>
                    <a:pt x="1848" y="225"/>
                    <a:pt x="1299" y="0"/>
                    <a:pt x="835"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69" name="Google Shape;1769;g39181ba8852_8_2286"/>
            <p:cNvSpPr/>
            <p:nvPr/>
          </p:nvSpPr>
          <p:spPr>
            <a:xfrm>
              <a:off x="3789600" y="1596875"/>
              <a:ext cx="182250" cy="410150"/>
            </a:xfrm>
            <a:custGeom>
              <a:rect b="b" l="l" r="r" t="t"/>
              <a:pathLst>
                <a:path extrusionOk="0" h="16406" w="7290">
                  <a:moveTo>
                    <a:pt x="4787" y="0"/>
                  </a:moveTo>
                  <a:lnTo>
                    <a:pt x="2720" y="762"/>
                  </a:lnTo>
                  <a:cubicBezTo>
                    <a:pt x="2720" y="762"/>
                    <a:pt x="2763" y="2785"/>
                    <a:pt x="2742" y="2937"/>
                  </a:cubicBezTo>
                  <a:cubicBezTo>
                    <a:pt x="2720" y="3090"/>
                    <a:pt x="1436" y="3743"/>
                    <a:pt x="1197" y="4047"/>
                  </a:cubicBezTo>
                  <a:cubicBezTo>
                    <a:pt x="1066" y="4221"/>
                    <a:pt x="1153" y="4569"/>
                    <a:pt x="1110" y="4809"/>
                  </a:cubicBezTo>
                  <a:cubicBezTo>
                    <a:pt x="1066" y="5070"/>
                    <a:pt x="0" y="6071"/>
                    <a:pt x="0" y="6810"/>
                  </a:cubicBezTo>
                  <a:cubicBezTo>
                    <a:pt x="0" y="7289"/>
                    <a:pt x="479" y="7746"/>
                    <a:pt x="588" y="7877"/>
                  </a:cubicBezTo>
                  <a:cubicBezTo>
                    <a:pt x="718" y="8007"/>
                    <a:pt x="914" y="9552"/>
                    <a:pt x="914" y="10313"/>
                  </a:cubicBezTo>
                  <a:cubicBezTo>
                    <a:pt x="914" y="11097"/>
                    <a:pt x="174" y="14556"/>
                    <a:pt x="413" y="14948"/>
                  </a:cubicBezTo>
                  <a:cubicBezTo>
                    <a:pt x="631" y="15318"/>
                    <a:pt x="2219" y="16406"/>
                    <a:pt x="2350" y="16406"/>
                  </a:cubicBezTo>
                  <a:cubicBezTo>
                    <a:pt x="2481" y="16406"/>
                    <a:pt x="6332" y="15448"/>
                    <a:pt x="6158" y="14273"/>
                  </a:cubicBezTo>
                  <a:cubicBezTo>
                    <a:pt x="5984" y="13120"/>
                    <a:pt x="4765" y="10923"/>
                    <a:pt x="4917" y="9726"/>
                  </a:cubicBezTo>
                  <a:cubicBezTo>
                    <a:pt x="5287" y="7224"/>
                    <a:pt x="7289" y="4678"/>
                    <a:pt x="6897" y="3873"/>
                  </a:cubicBezTo>
                  <a:cubicBezTo>
                    <a:pt x="6593" y="3220"/>
                    <a:pt x="5244" y="2872"/>
                    <a:pt x="4787" y="2481"/>
                  </a:cubicBezTo>
                  <a:cubicBezTo>
                    <a:pt x="4635" y="2350"/>
                    <a:pt x="4787" y="0"/>
                    <a:pt x="478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0" name="Google Shape;1770;g39181ba8852_8_2286"/>
            <p:cNvSpPr/>
            <p:nvPr/>
          </p:nvSpPr>
          <p:spPr>
            <a:xfrm>
              <a:off x="3779800" y="1691400"/>
              <a:ext cx="93050" cy="80650"/>
            </a:xfrm>
            <a:custGeom>
              <a:rect b="b" l="l" r="r" t="t"/>
              <a:pathLst>
                <a:path extrusionOk="0" h="3226" w="3722">
                  <a:moveTo>
                    <a:pt x="1930" y="1"/>
                  </a:moveTo>
                  <a:cubicBezTo>
                    <a:pt x="904" y="1"/>
                    <a:pt x="0" y="2029"/>
                    <a:pt x="0" y="2029"/>
                  </a:cubicBezTo>
                  <a:lnTo>
                    <a:pt x="1915" y="3225"/>
                  </a:lnTo>
                  <a:cubicBezTo>
                    <a:pt x="1915" y="3225"/>
                    <a:pt x="3721" y="571"/>
                    <a:pt x="2198" y="49"/>
                  </a:cubicBezTo>
                  <a:cubicBezTo>
                    <a:pt x="2108" y="16"/>
                    <a:pt x="2019" y="1"/>
                    <a:pt x="1930" y="1"/>
                  </a:cubicBezTo>
                  <a:close/>
                </a:path>
              </a:pathLst>
            </a:cu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1" name="Google Shape;1771;g39181ba8852_8_2286"/>
            <p:cNvSpPr/>
            <p:nvPr/>
          </p:nvSpPr>
          <p:spPr>
            <a:xfrm>
              <a:off x="3858125" y="1599575"/>
              <a:ext cx="51150" cy="64225"/>
            </a:xfrm>
            <a:custGeom>
              <a:rect b="b" l="l" r="r" t="t"/>
              <a:pathLst>
                <a:path extrusionOk="0" h="2569" w="2046">
                  <a:moveTo>
                    <a:pt x="2046" y="1"/>
                  </a:moveTo>
                  <a:lnTo>
                    <a:pt x="1" y="1285"/>
                  </a:lnTo>
                  <a:lnTo>
                    <a:pt x="1" y="2568"/>
                  </a:lnTo>
                  <a:lnTo>
                    <a:pt x="1981" y="1524"/>
                  </a:lnTo>
                  <a:lnTo>
                    <a:pt x="2046"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2" name="Google Shape;1772;g39181ba8852_8_2286"/>
            <p:cNvSpPr/>
            <p:nvPr/>
          </p:nvSpPr>
          <p:spPr>
            <a:xfrm>
              <a:off x="3687325" y="1989050"/>
              <a:ext cx="78350" cy="269150"/>
            </a:xfrm>
            <a:custGeom>
              <a:rect b="b" l="l" r="r" t="t"/>
              <a:pathLst>
                <a:path extrusionOk="0" h="10766" w="3134">
                  <a:moveTo>
                    <a:pt x="677" y="0"/>
                  </a:moveTo>
                  <a:cubicBezTo>
                    <a:pt x="331" y="0"/>
                    <a:pt x="66" y="167"/>
                    <a:pt x="66" y="632"/>
                  </a:cubicBezTo>
                  <a:cubicBezTo>
                    <a:pt x="66" y="1437"/>
                    <a:pt x="1" y="3156"/>
                    <a:pt x="66" y="3634"/>
                  </a:cubicBezTo>
                  <a:cubicBezTo>
                    <a:pt x="131" y="4091"/>
                    <a:pt x="893" y="8334"/>
                    <a:pt x="893" y="10640"/>
                  </a:cubicBezTo>
                  <a:cubicBezTo>
                    <a:pt x="893" y="10718"/>
                    <a:pt x="1129" y="10765"/>
                    <a:pt x="1386" y="10765"/>
                  </a:cubicBezTo>
                  <a:cubicBezTo>
                    <a:pt x="1707" y="10765"/>
                    <a:pt x="2060" y="10691"/>
                    <a:pt x="2024" y="10510"/>
                  </a:cubicBezTo>
                  <a:cubicBezTo>
                    <a:pt x="1981" y="10205"/>
                    <a:pt x="3025" y="5462"/>
                    <a:pt x="3090" y="4570"/>
                  </a:cubicBezTo>
                  <a:cubicBezTo>
                    <a:pt x="3134" y="3678"/>
                    <a:pt x="2938" y="1459"/>
                    <a:pt x="2046" y="588"/>
                  </a:cubicBezTo>
                  <a:cubicBezTo>
                    <a:pt x="1747" y="301"/>
                    <a:pt x="1140" y="0"/>
                    <a:pt x="67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3" name="Google Shape;1773;g39181ba8852_8_2286"/>
            <p:cNvSpPr/>
            <p:nvPr/>
          </p:nvSpPr>
          <p:spPr>
            <a:xfrm>
              <a:off x="3660125" y="2242375"/>
              <a:ext cx="91400" cy="88300"/>
            </a:xfrm>
            <a:custGeom>
              <a:rect b="b" l="l" r="r" t="t"/>
              <a:pathLst>
                <a:path extrusionOk="0" h="3532" w="3656">
                  <a:moveTo>
                    <a:pt x="3139" y="0"/>
                  </a:moveTo>
                  <a:cubicBezTo>
                    <a:pt x="2994" y="0"/>
                    <a:pt x="1959" y="377"/>
                    <a:pt x="1959" y="377"/>
                  </a:cubicBezTo>
                  <a:cubicBezTo>
                    <a:pt x="1959" y="377"/>
                    <a:pt x="1872" y="1073"/>
                    <a:pt x="762" y="2618"/>
                  </a:cubicBezTo>
                  <a:cubicBezTo>
                    <a:pt x="762" y="2618"/>
                    <a:pt x="1" y="3271"/>
                    <a:pt x="66" y="3423"/>
                  </a:cubicBezTo>
                  <a:cubicBezTo>
                    <a:pt x="99" y="3499"/>
                    <a:pt x="305" y="3532"/>
                    <a:pt x="545" y="3532"/>
                  </a:cubicBezTo>
                  <a:cubicBezTo>
                    <a:pt x="784" y="3532"/>
                    <a:pt x="1056" y="3499"/>
                    <a:pt x="1219" y="3445"/>
                  </a:cubicBezTo>
                  <a:cubicBezTo>
                    <a:pt x="1545" y="3358"/>
                    <a:pt x="2089" y="2422"/>
                    <a:pt x="2459" y="2161"/>
                  </a:cubicBezTo>
                  <a:cubicBezTo>
                    <a:pt x="2851" y="1878"/>
                    <a:pt x="3221" y="1965"/>
                    <a:pt x="3525" y="1639"/>
                  </a:cubicBezTo>
                  <a:cubicBezTo>
                    <a:pt x="3656" y="1530"/>
                    <a:pt x="3656" y="1095"/>
                    <a:pt x="3504" y="856"/>
                  </a:cubicBezTo>
                  <a:cubicBezTo>
                    <a:pt x="3395" y="660"/>
                    <a:pt x="3199" y="420"/>
                    <a:pt x="3156" y="7"/>
                  </a:cubicBezTo>
                  <a:cubicBezTo>
                    <a:pt x="3156" y="2"/>
                    <a:pt x="3150" y="0"/>
                    <a:pt x="3139"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4" name="Google Shape;1774;g39181ba8852_8_2286"/>
            <p:cNvSpPr/>
            <p:nvPr/>
          </p:nvSpPr>
          <p:spPr>
            <a:xfrm>
              <a:off x="3829850" y="1526800"/>
              <a:ext cx="106100" cy="107150"/>
            </a:xfrm>
            <a:custGeom>
              <a:rect b="b" l="l" r="r" t="t"/>
              <a:pathLst>
                <a:path extrusionOk="0" h="4286" w="4244">
                  <a:moveTo>
                    <a:pt x="2080" y="1"/>
                  </a:moveTo>
                  <a:cubicBezTo>
                    <a:pt x="1714" y="1"/>
                    <a:pt x="1375" y="78"/>
                    <a:pt x="1153" y="192"/>
                  </a:cubicBezTo>
                  <a:cubicBezTo>
                    <a:pt x="435" y="562"/>
                    <a:pt x="435" y="1563"/>
                    <a:pt x="435" y="1650"/>
                  </a:cubicBezTo>
                  <a:cubicBezTo>
                    <a:pt x="435" y="1737"/>
                    <a:pt x="65" y="2499"/>
                    <a:pt x="44" y="2629"/>
                  </a:cubicBezTo>
                  <a:cubicBezTo>
                    <a:pt x="22" y="2716"/>
                    <a:pt x="131" y="2825"/>
                    <a:pt x="174" y="2825"/>
                  </a:cubicBezTo>
                  <a:cubicBezTo>
                    <a:pt x="218" y="2825"/>
                    <a:pt x="0" y="3978"/>
                    <a:pt x="152" y="4065"/>
                  </a:cubicBezTo>
                  <a:cubicBezTo>
                    <a:pt x="312" y="4184"/>
                    <a:pt x="1288" y="4285"/>
                    <a:pt x="1555" y="4285"/>
                  </a:cubicBezTo>
                  <a:cubicBezTo>
                    <a:pt x="1580" y="4285"/>
                    <a:pt x="1599" y="4285"/>
                    <a:pt x="1610" y="4283"/>
                  </a:cubicBezTo>
                  <a:cubicBezTo>
                    <a:pt x="2263" y="4196"/>
                    <a:pt x="2633" y="4000"/>
                    <a:pt x="3090" y="3630"/>
                  </a:cubicBezTo>
                  <a:cubicBezTo>
                    <a:pt x="3656" y="3130"/>
                    <a:pt x="4243" y="2237"/>
                    <a:pt x="3808" y="1041"/>
                  </a:cubicBezTo>
                  <a:cubicBezTo>
                    <a:pt x="3525" y="264"/>
                    <a:pt x="2757" y="1"/>
                    <a:pt x="208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5" name="Google Shape;1775;g39181ba8852_8_2286"/>
            <p:cNvSpPr/>
            <p:nvPr/>
          </p:nvSpPr>
          <p:spPr>
            <a:xfrm>
              <a:off x="3655775" y="2255600"/>
              <a:ext cx="96850" cy="78850"/>
            </a:xfrm>
            <a:custGeom>
              <a:rect b="b" l="l" r="r" t="t"/>
              <a:pathLst>
                <a:path extrusionOk="0" h="3154" w="3874">
                  <a:moveTo>
                    <a:pt x="3504" y="0"/>
                  </a:moveTo>
                  <a:cubicBezTo>
                    <a:pt x="3504" y="0"/>
                    <a:pt x="3482" y="327"/>
                    <a:pt x="3264" y="631"/>
                  </a:cubicBezTo>
                  <a:cubicBezTo>
                    <a:pt x="3068" y="914"/>
                    <a:pt x="2046" y="1871"/>
                    <a:pt x="1263" y="2328"/>
                  </a:cubicBezTo>
                  <a:cubicBezTo>
                    <a:pt x="1210" y="2367"/>
                    <a:pt x="1064" y="2399"/>
                    <a:pt x="941" y="2399"/>
                  </a:cubicBezTo>
                  <a:cubicBezTo>
                    <a:pt x="860" y="2399"/>
                    <a:pt x="788" y="2385"/>
                    <a:pt x="762" y="2350"/>
                  </a:cubicBezTo>
                  <a:cubicBezTo>
                    <a:pt x="719" y="2307"/>
                    <a:pt x="936" y="2089"/>
                    <a:pt x="936" y="2089"/>
                  </a:cubicBezTo>
                  <a:lnTo>
                    <a:pt x="936" y="2089"/>
                  </a:lnTo>
                  <a:cubicBezTo>
                    <a:pt x="588" y="2372"/>
                    <a:pt x="1" y="2938"/>
                    <a:pt x="44" y="3046"/>
                  </a:cubicBezTo>
                  <a:cubicBezTo>
                    <a:pt x="73" y="3124"/>
                    <a:pt x="313" y="3154"/>
                    <a:pt x="599" y="3154"/>
                  </a:cubicBezTo>
                  <a:cubicBezTo>
                    <a:pt x="956" y="3154"/>
                    <a:pt x="1386" y="3107"/>
                    <a:pt x="1567" y="3046"/>
                  </a:cubicBezTo>
                  <a:cubicBezTo>
                    <a:pt x="1894" y="2959"/>
                    <a:pt x="2372" y="2024"/>
                    <a:pt x="2764" y="1763"/>
                  </a:cubicBezTo>
                  <a:cubicBezTo>
                    <a:pt x="2938" y="1632"/>
                    <a:pt x="3525" y="1306"/>
                    <a:pt x="3699" y="1110"/>
                  </a:cubicBezTo>
                  <a:cubicBezTo>
                    <a:pt x="3743" y="1066"/>
                    <a:pt x="3808" y="871"/>
                    <a:pt x="3830" y="805"/>
                  </a:cubicBezTo>
                  <a:cubicBezTo>
                    <a:pt x="3874" y="457"/>
                    <a:pt x="3569" y="0"/>
                    <a:pt x="350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6" name="Google Shape;1776;g39181ba8852_8_2286"/>
            <p:cNvSpPr/>
            <p:nvPr/>
          </p:nvSpPr>
          <p:spPr>
            <a:xfrm>
              <a:off x="3638375" y="1663775"/>
              <a:ext cx="334000" cy="482500"/>
            </a:xfrm>
            <a:custGeom>
              <a:rect b="b" l="l" r="r" t="t"/>
              <a:pathLst>
                <a:path extrusionOk="0" h="19300" w="13360">
                  <a:moveTo>
                    <a:pt x="11140" y="0"/>
                  </a:moveTo>
                  <a:cubicBezTo>
                    <a:pt x="11140" y="0"/>
                    <a:pt x="9788" y="1758"/>
                    <a:pt x="8842" y="1758"/>
                  </a:cubicBezTo>
                  <a:cubicBezTo>
                    <a:pt x="8714" y="1758"/>
                    <a:pt x="8594" y="1726"/>
                    <a:pt x="8486" y="1654"/>
                  </a:cubicBezTo>
                  <a:cubicBezTo>
                    <a:pt x="7964" y="1328"/>
                    <a:pt x="8551" y="479"/>
                    <a:pt x="8551" y="479"/>
                  </a:cubicBezTo>
                  <a:lnTo>
                    <a:pt x="8551" y="479"/>
                  </a:lnTo>
                  <a:lnTo>
                    <a:pt x="7398" y="1154"/>
                  </a:lnTo>
                  <a:cubicBezTo>
                    <a:pt x="7398" y="1154"/>
                    <a:pt x="6027" y="3569"/>
                    <a:pt x="6006" y="4091"/>
                  </a:cubicBezTo>
                  <a:cubicBezTo>
                    <a:pt x="5984" y="4613"/>
                    <a:pt x="6375" y="4896"/>
                    <a:pt x="6593" y="5135"/>
                  </a:cubicBezTo>
                  <a:cubicBezTo>
                    <a:pt x="6811" y="5375"/>
                    <a:pt x="6985" y="7094"/>
                    <a:pt x="6941" y="7899"/>
                  </a:cubicBezTo>
                  <a:cubicBezTo>
                    <a:pt x="6898" y="8725"/>
                    <a:pt x="6288" y="10423"/>
                    <a:pt x="6267" y="10749"/>
                  </a:cubicBezTo>
                  <a:cubicBezTo>
                    <a:pt x="6267" y="11075"/>
                    <a:pt x="174" y="11380"/>
                    <a:pt x="0" y="12577"/>
                  </a:cubicBezTo>
                  <a:cubicBezTo>
                    <a:pt x="0" y="12685"/>
                    <a:pt x="2611" y="12881"/>
                    <a:pt x="3199" y="13403"/>
                  </a:cubicBezTo>
                  <a:cubicBezTo>
                    <a:pt x="4613" y="14644"/>
                    <a:pt x="7877" y="19300"/>
                    <a:pt x="7877" y="19300"/>
                  </a:cubicBezTo>
                  <a:cubicBezTo>
                    <a:pt x="7877" y="19300"/>
                    <a:pt x="9073" y="17124"/>
                    <a:pt x="10379" y="14709"/>
                  </a:cubicBezTo>
                  <a:cubicBezTo>
                    <a:pt x="10422" y="14622"/>
                    <a:pt x="11815" y="14382"/>
                    <a:pt x="12076" y="14078"/>
                  </a:cubicBezTo>
                  <a:cubicBezTo>
                    <a:pt x="12707" y="13295"/>
                    <a:pt x="12468" y="11532"/>
                    <a:pt x="12359" y="11141"/>
                  </a:cubicBezTo>
                  <a:cubicBezTo>
                    <a:pt x="11946" y="9639"/>
                    <a:pt x="10901" y="7703"/>
                    <a:pt x="10988" y="6898"/>
                  </a:cubicBezTo>
                  <a:cubicBezTo>
                    <a:pt x="11097" y="6071"/>
                    <a:pt x="11859" y="4308"/>
                    <a:pt x="11859" y="4308"/>
                  </a:cubicBezTo>
                  <a:cubicBezTo>
                    <a:pt x="11859" y="4308"/>
                    <a:pt x="13360" y="2111"/>
                    <a:pt x="12838" y="1023"/>
                  </a:cubicBezTo>
                  <a:cubicBezTo>
                    <a:pt x="12620" y="566"/>
                    <a:pt x="11140" y="0"/>
                    <a:pt x="11140" y="0"/>
                  </a:cubicBezTo>
                  <a:close/>
                </a:path>
              </a:pathLst>
            </a:cu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7" name="Google Shape;1777;g39181ba8852_8_2286"/>
            <p:cNvSpPr/>
            <p:nvPr/>
          </p:nvSpPr>
          <p:spPr>
            <a:xfrm>
              <a:off x="3795025" y="1771475"/>
              <a:ext cx="141450" cy="161025"/>
            </a:xfrm>
            <a:custGeom>
              <a:rect b="b" l="l" r="r" t="t"/>
              <a:pathLst>
                <a:path extrusionOk="0" h="6441" w="5658">
                  <a:moveTo>
                    <a:pt x="5593" y="0"/>
                  </a:moveTo>
                  <a:lnTo>
                    <a:pt x="5593" y="0"/>
                  </a:lnTo>
                  <a:cubicBezTo>
                    <a:pt x="5592" y="1"/>
                    <a:pt x="3438" y="914"/>
                    <a:pt x="2525" y="1001"/>
                  </a:cubicBezTo>
                  <a:cubicBezTo>
                    <a:pt x="2434" y="1008"/>
                    <a:pt x="2340" y="1011"/>
                    <a:pt x="2244" y="1011"/>
                  </a:cubicBezTo>
                  <a:cubicBezTo>
                    <a:pt x="1345" y="1011"/>
                    <a:pt x="262" y="762"/>
                    <a:pt x="262" y="762"/>
                  </a:cubicBezTo>
                  <a:lnTo>
                    <a:pt x="262" y="762"/>
                  </a:lnTo>
                  <a:cubicBezTo>
                    <a:pt x="740" y="1698"/>
                    <a:pt x="675" y="3003"/>
                    <a:pt x="675" y="3591"/>
                  </a:cubicBezTo>
                  <a:cubicBezTo>
                    <a:pt x="675" y="4200"/>
                    <a:pt x="327" y="5222"/>
                    <a:pt x="218" y="5614"/>
                  </a:cubicBezTo>
                  <a:cubicBezTo>
                    <a:pt x="88" y="6027"/>
                    <a:pt x="1" y="6441"/>
                    <a:pt x="1" y="6441"/>
                  </a:cubicBezTo>
                  <a:cubicBezTo>
                    <a:pt x="1" y="6441"/>
                    <a:pt x="1284" y="6115"/>
                    <a:pt x="2786" y="5571"/>
                  </a:cubicBezTo>
                  <a:cubicBezTo>
                    <a:pt x="3293" y="5396"/>
                    <a:pt x="3782" y="5338"/>
                    <a:pt x="4207" y="5338"/>
                  </a:cubicBezTo>
                  <a:cubicBezTo>
                    <a:pt x="5058" y="5338"/>
                    <a:pt x="5658" y="5571"/>
                    <a:pt x="5658" y="5571"/>
                  </a:cubicBezTo>
                  <a:cubicBezTo>
                    <a:pt x="5658" y="5571"/>
                    <a:pt x="4657" y="3417"/>
                    <a:pt x="4722" y="2590"/>
                  </a:cubicBezTo>
                  <a:cubicBezTo>
                    <a:pt x="4809" y="1741"/>
                    <a:pt x="5592" y="1"/>
                    <a:pt x="559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8" name="Google Shape;1778;g39181ba8852_8_2286"/>
            <p:cNvSpPr/>
            <p:nvPr/>
          </p:nvSpPr>
          <p:spPr>
            <a:xfrm>
              <a:off x="3727025" y="1816075"/>
              <a:ext cx="169200" cy="35625"/>
            </a:xfrm>
            <a:custGeom>
              <a:rect b="b" l="l" r="r" t="t"/>
              <a:pathLst>
                <a:path extrusionOk="0" h="1425" w="6768">
                  <a:moveTo>
                    <a:pt x="5310" y="1"/>
                  </a:moveTo>
                  <a:cubicBezTo>
                    <a:pt x="5049" y="1"/>
                    <a:pt x="1" y="349"/>
                    <a:pt x="1" y="349"/>
                  </a:cubicBezTo>
                  <a:lnTo>
                    <a:pt x="1" y="1197"/>
                  </a:lnTo>
                  <a:cubicBezTo>
                    <a:pt x="1" y="1197"/>
                    <a:pt x="2873" y="1371"/>
                    <a:pt x="3852" y="1415"/>
                  </a:cubicBezTo>
                  <a:cubicBezTo>
                    <a:pt x="3993" y="1421"/>
                    <a:pt x="4142" y="1425"/>
                    <a:pt x="4294" y="1425"/>
                  </a:cubicBezTo>
                  <a:cubicBezTo>
                    <a:pt x="5181" y="1425"/>
                    <a:pt x="6190" y="1304"/>
                    <a:pt x="6376" y="914"/>
                  </a:cubicBezTo>
                  <a:cubicBezTo>
                    <a:pt x="6768" y="109"/>
                    <a:pt x="5593" y="1"/>
                    <a:pt x="531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79" name="Google Shape;1779;g39181ba8852_8_2286"/>
            <p:cNvSpPr/>
            <p:nvPr/>
          </p:nvSpPr>
          <p:spPr>
            <a:xfrm>
              <a:off x="3857575" y="1683250"/>
              <a:ext cx="109375" cy="160650"/>
            </a:xfrm>
            <a:custGeom>
              <a:rect b="b" l="l" r="r" t="t"/>
              <a:pathLst>
                <a:path extrusionOk="0" h="6426" w="4375">
                  <a:moveTo>
                    <a:pt x="3565" y="0"/>
                  </a:moveTo>
                  <a:cubicBezTo>
                    <a:pt x="2960" y="0"/>
                    <a:pt x="2317" y="843"/>
                    <a:pt x="1981" y="1397"/>
                  </a:cubicBezTo>
                  <a:cubicBezTo>
                    <a:pt x="1611" y="2028"/>
                    <a:pt x="1" y="5531"/>
                    <a:pt x="23" y="5945"/>
                  </a:cubicBezTo>
                  <a:cubicBezTo>
                    <a:pt x="23" y="6265"/>
                    <a:pt x="489" y="6425"/>
                    <a:pt x="801" y="6425"/>
                  </a:cubicBezTo>
                  <a:cubicBezTo>
                    <a:pt x="871" y="6425"/>
                    <a:pt x="932" y="6417"/>
                    <a:pt x="980" y="6402"/>
                  </a:cubicBezTo>
                  <a:cubicBezTo>
                    <a:pt x="1263" y="6315"/>
                    <a:pt x="3743" y="2507"/>
                    <a:pt x="4070" y="1702"/>
                  </a:cubicBezTo>
                  <a:cubicBezTo>
                    <a:pt x="4374" y="897"/>
                    <a:pt x="4265" y="157"/>
                    <a:pt x="3743" y="26"/>
                  </a:cubicBezTo>
                  <a:cubicBezTo>
                    <a:pt x="3684" y="9"/>
                    <a:pt x="3625" y="0"/>
                    <a:pt x="3565"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80" name="Google Shape;1780;g39181ba8852_8_2286"/>
            <p:cNvSpPr/>
            <p:nvPr/>
          </p:nvSpPr>
          <p:spPr>
            <a:xfrm>
              <a:off x="3847250" y="1525725"/>
              <a:ext cx="88700" cy="90200"/>
            </a:xfrm>
            <a:custGeom>
              <a:rect b="b" l="l" r="r" t="t"/>
              <a:pathLst>
                <a:path extrusionOk="0" h="3608" w="3548">
                  <a:moveTo>
                    <a:pt x="1207" y="1"/>
                  </a:moveTo>
                  <a:cubicBezTo>
                    <a:pt x="743" y="1"/>
                    <a:pt x="276" y="154"/>
                    <a:pt x="44" y="692"/>
                  </a:cubicBezTo>
                  <a:cubicBezTo>
                    <a:pt x="0" y="801"/>
                    <a:pt x="501" y="1584"/>
                    <a:pt x="827" y="1736"/>
                  </a:cubicBezTo>
                  <a:cubicBezTo>
                    <a:pt x="1154" y="1911"/>
                    <a:pt x="1850" y="1954"/>
                    <a:pt x="2046" y="2106"/>
                  </a:cubicBezTo>
                  <a:cubicBezTo>
                    <a:pt x="2220" y="2237"/>
                    <a:pt x="2437" y="3608"/>
                    <a:pt x="2437" y="3608"/>
                  </a:cubicBezTo>
                  <a:cubicBezTo>
                    <a:pt x="2437" y="3608"/>
                    <a:pt x="3482" y="2824"/>
                    <a:pt x="3525" y="1911"/>
                  </a:cubicBezTo>
                  <a:cubicBezTo>
                    <a:pt x="3547" y="997"/>
                    <a:pt x="2764" y="366"/>
                    <a:pt x="2176" y="170"/>
                  </a:cubicBezTo>
                  <a:cubicBezTo>
                    <a:pt x="1929" y="94"/>
                    <a:pt x="1568" y="1"/>
                    <a:pt x="120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81" name="Google Shape;1781;g39181ba8852_8_2286"/>
            <p:cNvSpPr/>
            <p:nvPr/>
          </p:nvSpPr>
          <p:spPr>
            <a:xfrm>
              <a:off x="3658000" y="1820950"/>
              <a:ext cx="88100" cy="31550"/>
            </a:xfrm>
            <a:custGeom>
              <a:rect b="b" l="l" r="r" t="t"/>
              <a:pathLst>
                <a:path extrusionOk="0" h="1262" w="3524">
                  <a:moveTo>
                    <a:pt x="1866" y="0"/>
                  </a:moveTo>
                  <a:cubicBezTo>
                    <a:pt x="1763" y="0"/>
                    <a:pt x="1" y="1178"/>
                    <a:pt x="107" y="1242"/>
                  </a:cubicBezTo>
                  <a:cubicBezTo>
                    <a:pt x="139" y="1254"/>
                    <a:pt x="184" y="1261"/>
                    <a:pt x="238" y="1261"/>
                  </a:cubicBezTo>
                  <a:cubicBezTo>
                    <a:pt x="370" y="1261"/>
                    <a:pt x="560" y="1219"/>
                    <a:pt x="760" y="1111"/>
                  </a:cubicBezTo>
                  <a:cubicBezTo>
                    <a:pt x="831" y="1071"/>
                    <a:pt x="960" y="1057"/>
                    <a:pt x="1122" y="1057"/>
                  </a:cubicBezTo>
                  <a:cubicBezTo>
                    <a:pt x="1440" y="1057"/>
                    <a:pt x="1886" y="1108"/>
                    <a:pt x="2284" y="1108"/>
                  </a:cubicBezTo>
                  <a:cubicBezTo>
                    <a:pt x="2558" y="1108"/>
                    <a:pt x="2809" y="1084"/>
                    <a:pt x="2979" y="1002"/>
                  </a:cubicBezTo>
                  <a:cubicBezTo>
                    <a:pt x="3523" y="763"/>
                    <a:pt x="3154" y="132"/>
                    <a:pt x="3154" y="132"/>
                  </a:cubicBezTo>
                  <a:cubicBezTo>
                    <a:pt x="3154" y="132"/>
                    <a:pt x="1935" y="45"/>
                    <a:pt x="1870" y="1"/>
                  </a:cubicBezTo>
                  <a:cubicBezTo>
                    <a:pt x="1869" y="1"/>
                    <a:pt x="1868" y="0"/>
                    <a:pt x="1866"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782" name="Google Shape;1782;g39181ba8852_8_2286"/>
          <p:cNvGrpSpPr/>
          <p:nvPr/>
        </p:nvGrpSpPr>
        <p:grpSpPr>
          <a:xfrm>
            <a:off x="537369" y="5059643"/>
            <a:ext cx="10664158" cy="1872238"/>
            <a:chOff x="572841" y="4708975"/>
            <a:chExt cx="7998318" cy="1404213"/>
          </a:xfrm>
        </p:grpSpPr>
        <p:sp>
          <p:nvSpPr>
            <p:cNvPr id="1783" name="Google Shape;1783;g39181ba8852_8_2286"/>
            <p:cNvSpPr/>
            <p:nvPr/>
          </p:nvSpPr>
          <p:spPr>
            <a:xfrm>
              <a:off x="750958" y="4749425"/>
              <a:ext cx="7633519" cy="226728"/>
            </a:xfrm>
            <a:custGeom>
              <a:rect b="b" l="l" r="r" t="t"/>
              <a:pathLst>
                <a:path extrusionOk="0" h="2807" w="39775">
                  <a:moveTo>
                    <a:pt x="1" y="0"/>
                  </a:moveTo>
                  <a:lnTo>
                    <a:pt x="1" y="2807"/>
                  </a:lnTo>
                  <a:lnTo>
                    <a:pt x="39775" y="2807"/>
                  </a:lnTo>
                  <a:lnTo>
                    <a:pt x="39775"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84" name="Google Shape;1784;g39181ba8852_8_2286"/>
            <p:cNvSpPr/>
            <p:nvPr/>
          </p:nvSpPr>
          <p:spPr>
            <a:xfrm>
              <a:off x="667469" y="4719545"/>
              <a:ext cx="91510" cy="1393643"/>
            </a:xfrm>
            <a:custGeom>
              <a:rect b="b" l="l" r="r" t="t"/>
              <a:pathLst>
                <a:path extrusionOk="0" h="17255" w="1133">
                  <a:moveTo>
                    <a:pt x="1" y="0"/>
                  </a:moveTo>
                  <a:lnTo>
                    <a:pt x="1"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85" name="Google Shape;1785;g39181ba8852_8_2286"/>
            <p:cNvSpPr/>
            <p:nvPr/>
          </p:nvSpPr>
          <p:spPr>
            <a:xfrm>
              <a:off x="8381432" y="4719545"/>
              <a:ext cx="91429" cy="1393643"/>
            </a:xfrm>
            <a:custGeom>
              <a:rect b="b" l="l" r="r" t="t"/>
              <a:pathLst>
                <a:path extrusionOk="0" h="17255" w="1132">
                  <a:moveTo>
                    <a:pt x="0" y="0"/>
                  </a:moveTo>
                  <a:lnTo>
                    <a:pt x="0"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86" name="Google Shape;1786;g39181ba8852_8_2286"/>
            <p:cNvSpPr/>
            <p:nvPr/>
          </p:nvSpPr>
          <p:spPr>
            <a:xfrm>
              <a:off x="667475" y="4849578"/>
              <a:ext cx="7808931" cy="75684"/>
            </a:xfrm>
            <a:custGeom>
              <a:rect b="b" l="l" r="r" t="t"/>
              <a:pathLst>
                <a:path extrusionOk="0" h="937" w="40689">
                  <a:moveTo>
                    <a:pt x="0" y="0"/>
                  </a:moveTo>
                  <a:lnTo>
                    <a:pt x="0" y="936"/>
                  </a:lnTo>
                  <a:lnTo>
                    <a:pt x="40688" y="653"/>
                  </a:lnTo>
                  <a:lnTo>
                    <a:pt x="40688" y="22"/>
                  </a:lnTo>
                  <a:lnTo>
                    <a:pt x="0"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87" name="Google Shape;1787;g39181ba8852_8_2286"/>
            <p:cNvSpPr/>
            <p:nvPr/>
          </p:nvSpPr>
          <p:spPr>
            <a:xfrm>
              <a:off x="572841" y="4708975"/>
              <a:ext cx="7998318" cy="140675"/>
            </a:xfrm>
            <a:custGeom>
              <a:rect b="b" l="l" r="r" t="t"/>
              <a:pathLst>
                <a:path extrusionOk="0" h="1742" w="43452">
                  <a:moveTo>
                    <a:pt x="0" y="1"/>
                  </a:moveTo>
                  <a:lnTo>
                    <a:pt x="0" y="1741"/>
                  </a:lnTo>
                  <a:lnTo>
                    <a:pt x="43451" y="1741"/>
                  </a:lnTo>
                  <a:lnTo>
                    <a:pt x="43451"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788" name="Google Shape;1788;g39181ba8852_8_2286"/>
          <p:cNvGrpSpPr/>
          <p:nvPr/>
        </p:nvGrpSpPr>
        <p:grpSpPr>
          <a:xfrm>
            <a:off x="9010307" y="2943487"/>
            <a:ext cx="1164860" cy="3798487"/>
            <a:chOff x="9498975" y="3401300"/>
            <a:chExt cx="368825" cy="1202700"/>
          </a:xfrm>
        </p:grpSpPr>
        <p:sp>
          <p:nvSpPr>
            <p:cNvPr id="1789" name="Google Shape;1789;g39181ba8852_8_2286"/>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0" name="Google Shape;1790;g39181ba8852_8_2286"/>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1" name="Google Shape;1791;g39181ba8852_8_2286"/>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2" name="Google Shape;1792;g39181ba8852_8_2286"/>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3" name="Google Shape;1793;g39181ba8852_8_2286"/>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4" name="Google Shape;1794;g39181ba8852_8_2286"/>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5" name="Google Shape;1795;g39181ba8852_8_2286"/>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6" name="Google Shape;1796;g39181ba8852_8_2286"/>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7" name="Google Shape;1797;g39181ba8852_8_2286"/>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8" name="Google Shape;1798;g39181ba8852_8_2286"/>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99" name="Google Shape;1799;g39181ba8852_8_2286"/>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0" name="Google Shape;1800;g39181ba8852_8_2286"/>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1" name="Google Shape;1801;g39181ba8852_8_2286"/>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2" name="Google Shape;1802;g39181ba8852_8_2286"/>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3" name="Google Shape;1803;g39181ba8852_8_2286"/>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4" name="Google Shape;1804;g39181ba8852_8_2286"/>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5" name="Google Shape;1805;g39181ba8852_8_2286"/>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6" name="Google Shape;1806;g39181ba8852_8_2286"/>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7" name="Google Shape;1807;g39181ba8852_8_2286"/>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8" name="Google Shape;1808;g39181ba8852_8_2286"/>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09" name="Google Shape;1809;g39181ba8852_8_2286"/>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0" name="Google Shape;1810;g39181ba8852_8_2286"/>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1" name="Google Shape;1811;g39181ba8852_8_2286"/>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2" name="Google Shape;1812;g39181ba8852_8_2286"/>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3" name="Google Shape;1813;g39181ba8852_8_2286"/>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4" name="Google Shape;1814;g39181ba8852_8_2286"/>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5" name="Google Shape;1815;g39181ba8852_8_2286"/>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6" name="Google Shape;1816;g39181ba8852_8_2286"/>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7" name="Google Shape;1817;g39181ba8852_8_2286"/>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8" name="Google Shape;1818;g39181ba8852_8_2286"/>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19" name="Google Shape;1819;g39181ba8852_8_2286"/>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0" name="Google Shape;1820;g39181ba8852_8_2286"/>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1" name="Google Shape;1821;g39181ba8852_8_2286"/>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2" name="Google Shape;1822;g39181ba8852_8_2286"/>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3" name="Google Shape;1823;g39181ba8852_8_2286"/>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4" name="Google Shape;1824;g39181ba8852_8_2286"/>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5" name="Google Shape;1825;g39181ba8852_8_2286"/>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6" name="Google Shape;1826;g39181ba8852_8_2286"/>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7" name="Google Shape;1827;g39181ba8852_8_2286"/>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28" name="Google Shape;1828;g39181ba8852_8_2286"/>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829" name="Google Shape;1829;g39181ba8852_8_228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Recognition</a:t>
            </a:r>
            <a:endParaRPr/>
          </a:p>
        </p:txBody>
      </p:sp>
      <p:sp>
        <p:nvSpPr>
          <p:cNvPr id="1830" name="Google Shape;1830;g39181ba8852_8_2286"/>
          <p:cNvSpPr txBox="1"/>
          <p:nvPr>
            <p:ph idx="4294967295" type="title"/>
          </p:nvPr>
        </p:nvSpPr>
        <p:spPr>
          <a:xfrm>
            <a:off x="838212" y="1803698"/>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01</a:t>
            </a:r>
            <a:endParaRPr/>
          </a:p>
        </p:txBody>
      </p:sp>
      <p:sp>
        <p:nvSpPr>
          <p:cNvPr id="1831" name="Google Shape;1831;g39181ba8852_8_2286"/>
          <p:cNvSpPr txBox="1"/>
          <p:nvPr>
            <p:ph idx="4294967295" type="title"/>
          </p:nvPr>
        </p:nvSpPr>
        <p:spPr>
          <a:xfrm>
            <a:off x="838212" y="3701526"/>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03</a:t>
            </a:r>
            <a:endParaRPr/>
          </a:p>
        </p:txBody>
      </p:sp>
      <p:sp>
        <p:nvSpPr>
          <p:cNvPr id="1832" name="Google Shape;1832;g39181ba8852_8_2286"/>
          <p:cNvSpPr txBox="1"/>
          <p:nvPr>
            <p:ph idx="4294967295" type="title"/>
          </p:nvPr>
        </p:nvSpPr>
        <p:spPr>
          <a:xfrm>
            <a:off x="6001943" y="1747260"/>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02</a:t>
            </a:r>
            <a:endParaRPr/>
          </a:p>
        </p:txBody>
      </p:sp>
      <p:sp>
        <p:nvSpPr>
          <p:cNvPr id="1833" name="Google Shape;1833;g39181ba8852_8_2286"/>
          <p:cNvSpPr txBox="1"/>
          <p:nvPr>
            <p:ph idx="3" type="subTitle"/>
          </p:nvPr>
        </p:nvSpPr>
        <p:spPr>
          <a:xfrm>
            <a:off x="838200" y="2599300"/>
            <a:ext cx="2977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2100"/>
              </a:spcAft>
              <a:buNone/>
            </a:pPr>
            <a:r>
              <a:rPr b="0" lang="en-US" sz="1600">
                <a:solidFill>
                  <a:schemeClr val="dk1"/>
                </a:solidFill>
                <a:latin typeface="Open Sans"/>
                <a:ea typeface="Open Sans"/>
                <a:cs typeface="Open Sans"/>
                <a:sym typeface="Open Sans"/>
              </a:rPr>
              <a:t>Speaker Embedding</a:t>
            </a:r>
            <a:endParaRPr/>
          </a:p>
        </p:txBody>
      </p:sp>
      <p:sp>
        <p:nvSpPr>
          <p:cNvPr id="1834" name="Google Shape;1834;g39181ba8852_8_2286"/>
          <p:cNvSpPr txBox="1"/>
          <p:nvPr>
            <p:ph idx="4294967295" type="subTitle"/>
          </p:nvPr>
        </p:nvSpPr>
        <p:spPr>
          <a:xfrm>
            <a:off x="6001956" y="2599275"/>
            <a:ext cx="2977200" cy="7011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US"/>
              <a:t>Speaker Clustering</a:t>
            </a:r>
            <a:endParaRPr/>
          </a:p>
        </p:txBody>
      </p:sp>
      <p:sp>
        <p:nvSpPr>
          <p:cNvPr id="1835" name="Google Shape;1835;g39181ba8852_8_2286"/>
          <p:cNvSpPr txBox="1"/>
          <p:nvPr>
            <p:ph idx="3" type="subTitle"/>
          </p:nvPr>
        </p:nvSpPr>
        <p:spPr>
          <a:xfrm>
            <a:off x="838200" y="4492175"/>
            <a:ext cx="2977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2100"/>
              </a:spcAft>
              <a:buNone/>
            </a:pPr>
            <a:r>
              <a:rPr b="0" lang="en-US" sz="1600">
                <a:solidFill>
                  <a:schemeClr val="dk1"/>
                </a:solidFill>
                <a:latin typeface="Open Sans"/>
                <a:ea typeface="Open Sans"/>
                <a:cs typeface="Open Sans"/>
                <a:sym typeface="Open Sans"/>
              </a:rPr>
              <a:t>Speaker Recognition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9" name="Shape 1839"/>
        <p:cNvGrpSpPr/>
        <p:nvPr/>
      </p:nvGrpSpPr>
      <p:grpSpPr>
        <a:xfrm>
          <a:off x="0" y="0"/>
          <a:ext cx="0" cy="0"/>
          <a:chOff x="0" y="0"/>
          <a:chExt cx="0" cy="0"/>
        </a:xfrm>
      </p:grpSpPr>
      <p:sp>
        <p:nvSpPr>
          <p:cNvPr id="1840" name="Google Shape;1840;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Embedding</a:t>
            </a:r>
            <a:endParaRPr/>
          </a:p>
        </p:txBody>
      </p:sp>
      <p:sp>
        <p:nvSpPr>
          <p:cNvPr id="1841" name="Google Shape;1841;p11"/>
          <p:cNvSpPr txBox="1"/>
          <p:nvPr>
            <p:ph idx="1" type="body"/>
          </p:nvPr>
        </p:nvSpPr>
        <p:spPr>
          <a:xfrm>
            <a:off x="838200" y="1825625"/>
            <a:ext cx="10515600" cy="19026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0"/>
              </a:spcBef>
              <a:spcAft>
                <a:spcPts val="0"/>
              </a:spcAft>
              <a:buSzPts val="1800"/>
              <a:buChar char="●"/>
            </a:pPr>
            <a:r>
              <a:rPr lang="en-US"/>
              <a:t>Embed audio to a low-dimensional, feature-rich representation</a:t>
            </a:r>
            <a:endParaRPr/>
          </a:p>
          <a:p>
            <a:pPr indent="-342900" lvl="0" marL="457200" rtl="0" algn="l">
              <a:lnSpc>
                <a:spcPct val="115000"/>
              </a:lnSpc>
              <a:spcBef>
                <a:spcPts val="0"/>
              </a:spcBef>
              <a:spcAft>
                <a:spcPts val="0"/>
              </a:spcAft>
              <a:buSzPts val="1800"/>
              <a:buChar char="●"/>
            </a:pPr>
            <a:r>
              <a:rPr lang="en-US"/>
              <a:t>Compare embeddings → distinguish different voices</a:t>
            </a:r>
            <a:endParaRPr/>
          </a:p>
        </p:txBody>
      </p:sp>
      <p:pic>
        <p:nvPicPr>
          <p:cNvPr id="1842" name="Google Shape;1842;p11" title="Pipeline-Diagram w_o text.drawio (2).png"/>
          <p:cNvPicPr preferRelativeResize="0"/>
          <p:nvPr/>
        </p:nvPicPr>
        <p:blipFill rotWithShape="1">
          <a:blip r:embed="rId3">
            <a:alphaModFix/>
          </a:blip>
          <a:srcRect b="0" l="9788" r="0" t="0"/>
          <a:stretch/>
        </p:blipFill>
        <p:spPr>
          <a:xfrm>
            <a:off x="2641850" y="4389275"/>
            <a:ext cx="10450652" cy="2285200"/>
          </a:xfrm>
          <a:prstGeom prst="rect">
            <a:avLst/>
          </a:prstGeom>
          <a:noFill/>
          <a:ln>
            <a:noFill/>
          </a:ln>
        </p:spPr>
      </p:pic>
      <p:sp>
        <p:nvSpPr>
          <p:cNvPr id="1843" name="Google Shape;1843;p11"/>
          <p:cNvSpPr/>
          <p:nvPr/>
        </p:nvSpPr>
        <p:spPr>
          <a:xfrm>
            <a:off x="7377475" y="4690425"/>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7" name="Shape 1847"/>
        <p:cNvGrpSpPr/>
        <p:nvPr/>
      </p:nvGrpSpPr>
      <p:grpSpPr>
        <a:xfrm>
          <a:off x="0" y="0"/>
          <a:ext cx="0" cy="0"/>
          <a:chOff x="0" y="0"/>
          <a:chExt cx="0" cy="0"/>
        </a:xfrm>
      </p:grpSpPr>
      <p:sp>
        <p:nvSpPr>
          <p:cNvPr id="1848" name="Google Shape;184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0"/>
              </a:spcBef>
              <a:spcAft>
                <a:spcPts val="0"/>
              </a:spcAft>
              <a:buSzPts val="1800"/>
              <a:buChar char="●"/>
            </a:pPr>
            <a:r>
              <a:rPr lang="en-US"/>
              <a:t>For e</a:t>
            </a:r>
            <a:r>
              <a:rPr lang="en-US"/>
              <a:t>ach speaker: record “reference” phrase → embed it</a:t>
            </a:r>
            <a:endParaRPr/>
          </a:p>
          <a:p>
            <a:pPr indent="-342900" lvl="0" marL="457200" rtl="0" algn="l">
              <a:lnSpc>
                <a:spcPct val="115000"/>
              </a:lnSpc>
              <a:spcBef>
                <a:spcPts val="0"/>
              </a:spcBef>
              <a:spcAft>
                <a:spcPts val="0"/>
              </a:spcAft>
              <a:buSzPts val="1800"/>
              <a:buChar char="●"/>
            </a:pPr>
            <a:r>
              <a:rPr lang="en-US"/>
              <a:t>Assign each speaker to a cluster (initial centroid = reference)</a:t>
            </a:r>
            <a:endParaRPr/>
          </a:p>
          <a:p>
            <a:pPr indent="-342900" lvl="0" marL="457200" rtl="0" algn="l">
              <a:lnSpc>
                <a:spcPct val="115000"/>
              </a:lnSpc>
              <a:spcBef>
                <a:spcPts val="0"/>
              </a:spcBef>
              <a:spcAft>
                <a:spcPts val="0"/>
              </a:spcAft>
              <a:buSzPts val="1800"/>
              <a:buChar char="●"/>
            </a:pPr>
            <a:r>
              <a:rPr lang="en-US"/>
              <a:t>In real-time: embed input segments → add to the cluster space</a:t>
            </a:r>
            <a:endParaRPr/>
          </a:p>
        </p:txBody>
      </p:sp>
      <p:sp>
        <p:nvSpPr>
          <p:cNvPr id="1849" name="Google Shape;1849;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Clustering</a:t>
            </a:r>
            <a:endParaRPr/>
          </a:p>
        </p:txBody>
      </p:sp>
      <p:pic>
        <p:nvPicPr>
          <p:cNvPr id="1850" name="Google Shape;1850;p13" title="Pipeline-Diagram w_o text.drawio (2).png"/>
          <p:cNvPicPr preferRelativeResize="0"/>
          <p:nvPr/>
        </p:nvPicPr>
        <p:blipFill rotWithShape="1">
          <a:blip r:embed="rId3">
            <a:alphaModFix/>
          </a:blip>
          <a:srcRect b="0" l="9788" r="0" t="0"/>
          <a:stretch/>
        </p:blipFill>
        <p:spPr>
          <a:xfrm>
            <a:off x="2641850" y="4389275"/>
            <a:ext cx="10450652" cy="2285200"/>
          </a:xfrm>
          <a:prstGeom prst="rect">
            <a:avLst/>
          </a:prstGeom>
          <a:noFill/>
          <a:ln>
            <a:noFill/>
          </a:ln>
        </p:spPr>
      </p:pic>
      <p:sp>
        <p:nvSpPr>
          <p:cNvPr id="1851" name="Google Shape;1851;p13"/>
          <p:cNvSpPr/>
          <p:nvPr/>
        </p:nvSpPr>
        <p:spPr>
          <a:xfrm>
            <a:off x="8582100" y="4690425"/>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5" name="Shape 1855"/>
        <p:cNvGrpSpPr/>
        <p:nvPr/>
      </p:nvGrpSpPr>
      <p:grpSpPr>
        <a:xfrm>
          <a:off x="0" y="0"/>
          <a:ext cx="0" cy="0"/>
          <a:chOff x="0" y="0"/>
          <a:chExt cx="0" cy="0"/>
        </a:xfrm>
      </p:grpSpPr>
      <p:sp>
        <p:nvSpPr>
          <p:cNvPr id="1856" name="Google Shape;185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Speaker Recognition</a:t>
            </a:r>
            <a:endParaRPr/>
          </a:p>
        </p:txBody>
      </p:sp>
      <p:sp>
        <p:nvSpPr>
          <p:cNvPr id="1857" name="Google Shape;1857;p15"/>
          <p:cNvSpPr txBox="1"/>
          <p:nvPr>
            <p:ph idx="1" type="body"/>
          </p:nvPr>
        </p:nvSpPr>
        <p:spPr>
          <a:xfrm>
            <a:off x="838200" y="1569825"/>
            <a:ext cx="109512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0"/>
              </a:spcBef>
              <a:spcAft>
                <a:spcPts val="0"/>
              </a:spcAft>
              <a:buSzPts val="1800"/>
              <a:buChar char="●"/>
            </a:pPr>
            <a:r>
              <a:rPr lang="en-US"/>
              <a:t>Clustering:</a:t>
            </a:r>
            <a:endParaRPr/>
          </a:p>
          <a:p>
            <a:pPr indent="-342900" lvl="1" marL="914400" rtl="0" algn="l">
              <a:lnSpc>
                <a:spcPct val="115000"/>
              </a:lnSpc>
              <a:spcBef>
                <a:spcPts val="0"/>
              </a:spcBef>
              <a:spcAft>
                <a:spcPts val="0"/>
              </a:spcAft>
              <a:buSzPts val="1800"/>
              <a:buChar char="○"/>
            </a:pPr>
            <a:r>
              <a:rPr lang="en-US"/>
              <a:t>In real-time: embed input segments → add to cluster space (assigned cluster = predicted speaker)</a:t>
            </a:r>
            <a:endParaRPr/>
          </a:p>
          <a:p>
            <a:pPr indent="-342900" lvl="0" marL="457200" rtl="0" algn="l">
              <a:lnSpc>
                <a:spcPct val="115000"/>
              </a:lnSpc>
              <a:spcBef>
                <a:spcPts val="0"/>
              </a:spcBef>
              <a:spcAft>
                <a:spcPts val="0"/>
              </a:spcAft>
              <a:buSzPts val="1800"/>
              <a:buChar char="●"/>
            </a:pPr>
            <a:r>
              <a:rPr lang="en-US"/>
              <a:t>Alternative (our chosen approach):</a:t>
            </a:r>
            <a:endParaRPr/>
          </a:p>
          <a:p>
            <a:pPr indent="-342900" lvl="1" marL="914400" rtl="0" algn="l">
              <a:lnSpc>
                <a:spcPct val="115000"/>
              </a:lnSpc>
              <a:spcBef>
                <a:spcPts val="0"/>
              </a:spcBef>
              <a:spcAft>
                <a:spcPts val="0"/>
              </a:spcAft>
              <a:buSzPts val="1800"/>
              <a:buChar char="○"/>
            </a:pPr>
            <a:r>
              <a:rPr lang="en-US"/>
              <a:t>In real-time: directly compute similarity (input ↔ reference)</a:t>
            </a:r>
            <a:endParaRPr/>
          </a:p>
          <a:p>
            <a:pPr indent="-342900" lvl="2" marL="1371600" rtl="0" algn="l">
              <a:lnSpc>
                <a:spcPct val="115000"/>
              </a:lnSpc>
              <a:spcBef>
                <a:spcPts val="0"/>
              </a:spcBef>
              <a:spcAft>
                <a:spcPts val="0"/>
              </a:spcAft>
              <a:buSzPts val="1800"/>
              <a:buChar char="■"/>
            </a:pPr>
            <a:r>
              <a:rPr lang="en-US"/>
              <a:t>Confidence increases as current segment length increases</a:t>
            </a:r>
            <a:endParaRPr/>
          </a:p>
          <a:p>
            <a:pPr indent="-342900" lvl="1" marL="914400" rtl="0" algn="l">
              <a:lnSpc>
                <a:spcPct val="115000"/>
              </a:lnSpc>
              <a:spcBef>
                <a:spcPts val="0"/>
              </a:spcBef>
              <a:spcAft>
                <a:spcPts val="0"/>
              </a:spcAft>
              <a:buSzPts val="1800"/>
              <a:buChar char="○"/>
            </a:pPr>
            <a:r>
              <a:rPr lang="en-US"/>
              <a:t>Benefits: straight-forward + efficient + competitive accuracy</a:t>
            </a:r>
            <a:endParaRPr/>
          </a:p>
          <a:p>
            <a:pPr indent="-50800" lvl="0" marL="228600" rtl="0" algn="l">
              <a:lnSpc>
                <a:spcPct val="90000"/>
              </a:lnSpc>
              <a:spcBef>
                <a:spcPts val="2100"/>
              </a:spcBef>
              <a:spcAft>
                <a:spcPts val="2100"/>
              </a:spcAft>
              <a:buClr>
                <a:schemeClr val="dk1"/>
              </a:buClr>
              <a:buSzPts val="2800"/>
              <a:buNone/>
            </a:pPr>
            <a:r>
              <a:t/>
            </a:r>
            <a:endParaRPr/>
          </a:p>
        </p:txBody>
      </p:sp>
      <p:pic>
        <p:nvPicPr>
          <p:cNvPr id="1858" name="Google Shape;1858;p15" title="Pipeline-Diagram w_o text.drawio (2).png"/>
          <p:cNvPicPr preferRelativeResize="0"/>
          <p:nvPr/>
        </p:nvPicPr>
        <p:blipFill rotWithShape="1">
          <a:blip r:embed="rId3">
            <a:alphaModFix/>
          </a:blip>
          <a:srcRect b="0" l="9788" r="0" t="0"/>
          <a:stretch/>
        </p:blipFill>
        <p:spPr>
          <a:xfrm>
            <a:off x="2641850" y="4389275"/>
            <a:ext cx="10450652" cy="2285200"/>
          </a:xfrm>
          <a:prstGeom prst="rect">
            <a:avLst/>
          </a:prstGeom>
          <a:noFill/>
          <a:ln>
            <a:noFill/>
          </a:ln>
        </p:spPr>
      </p:pic>
      <p:sp>
        <p:nvSpPr>
          <p:cNvPr id="1859" name="Google Shape;1859;p15"/>
          <p:cNvSpPr/>
          <p:nvPr/>
        </p:nvSpPr>
        <p:spPr>
          <a:xfrm>
            <a:off x="9308800" y="5305725"/>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3" name="Shape 1863"/>
        <p:cNvGrpSpPr/>
        <p:nvPr/>
      </p:nvGrpSpPr>
      <p:grpSpPr>
        <a:xfrm>
          <a:off x="0" y="0"/>
          <a:ext cx="0" cy="0"/>
          <a:chOff x="0" y="0"/>
          <a:chExt cx="0" cy="0"/>
        </a:xfrm>
      </p:grpSpPr>
      <p:sp>
        <p:nvSpPr>
          <p:cNvPr id="1864" name="Google Shape;1864;g39181ba8852_8_2390"/>
          <p:cNvSpPr/>
          <p:nvPr/>
        </p:nvSpPr>
        <p:spPr>
          <a:xfrm>
            <a:off x="7302400" y="6252367"/>
            <a:ext cx="4889549" cy="1052239"/>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nvGrpSpPr>
          <p:cNvPr id="1865" name="Google Shape;1865;g39181ba8852_8_2390"/>
          <p:cNvGrpSpPr/>
          <p:nvPr/>
        </p:nvGrpSpPr>
        <p:grpSpPr>
          <a:xfrm>
            <a:off x="10512417" y="3848827"/>
            <a:ext cx="1452587" cy="3009079"/>
            <a:chOff x="3638375" y="1525275"/>
            <a:chExt cx="390575" cy="809175"/>
          </a:xfrm>
        </p:grpSpPr>
        <p:sp>
          <p:nvSpPr>
            <p:cNvPr id="1866" name="Google Shape;1866;g39181ba8852_8_2390"/>
            <p:cNvSpPr/>
            <p:nvPr/>
          </p:nvSpPr>
          <p:spPr>
            <a:xfrm>
              <a:off x="3867925" y="2033125"/>
              <a:ext cx="33750" cy="241525"/>
            </a:xfrm>
            <a:custGeom>
              <a:rect b="b" l="l" r="r" t="t"/>
              <a:pathLst>
                <a:path extrusionOk="0" h="9661" w="1350">
                  <a:moveTo>
                    <a:pt x="0" y="0"/>
                  </a:moveTo>
                  <a:lnTo>
                    <a:pt x="0" y="9661"/>
                  </a:lnTo>
                  <a:lnTo>
                    <a:pt x="1349" y="9661"/>
                  </a:lnTo>
                  <a:lnTo>
                    <a:pt x="1349" y="0"/>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67" name="Google Shape;1867;g39181ba8852_8_2390"/>
            <p:cNvSpPr/>
            <p:nvPr/>
          </p:nvSpPr>
          <p:spPr>
            <a:xfrm>
              <a:off x="3965275" y="1968925"/>
              <a:ext cx="19075" cy="66925"/>
            </a:xfrm>
            <a:custGeom>
              <a:rect b="b" l="l" r="r" t="t"/>
              <a:pathLst>
                <a:path extrusionOk="0" h="2677" w="763">
                  <a:moveTo>
                    <a:pt x="1" y="1"/>
                  </a:moveTo>
                  <a:lnTo>
                    <a:pt x="1" y="2677"/>
                  </a:lnTo>
                  <a:lnTo>
                    <a:pt x="763" y="2677"/>
                  </a:lnTo>
                  <a:lnTo>
                    <a:pt x="763" y="1"/>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68" name="Google Shape;1868;g39181ba8852_8_2390"/>
            <p:cNvSpPr/>
            <p:nvPr/>
          </p:nvSpPr>
          <p:spPr>
            <a:xfrm>
              <a:off x="3760750" y="2008100"/>
              <a:ext cx="223600" cy="48975"/>
            </a:xfrm>
            <a:custGeom>
              <a:rect b="b" l="l" r="r" t="t"/>
              <a:pathLst>
                <a:path extrusionOk="0" h="1959" w="8944">
                  <a:moveTo>
                    <a:pt x="697" y="0"/>
                  </a:moveTo>
                  <a:cubicBezTo>
                    <a:pt x="306" y="0"/>
                    <a:pt x="1" y="305"/>
                    <a:pt x="1" y="697"/>
                  </a:cubicBezTo>
                  <a:lnTo>
                    <a:pt x="1" y="1240"/>
                  </a:lnTo>
                  <a:cubicBezTo>
                    <a:pt x="1" y="1632"/>
                    <a:pt x="306" y="1958"/>
                    <a:pt x="697" y="1958"/>
                  </a:cubicBezTo>
                  <a:lnTo>
                    <a:pt x="8247" y="1958"/>
                  </a:lnTo>
                  <a:cubicBezTo>
                    <a:pt x="8617" y="1958"/>
                    <a:pt x="8944" y="1632"/>
                    <a:pt x="8944" y="1240"/>
                  </a:cubicBezTo>
                  <a:lnTo>
                    <a:pt x="8944" y="697"/>
                  </a:lnTo>
                  <a:cubicBezTo>
                    <a:pt x="8944" y="305"/>
                    <a:pt x="8617" y="0"/>
                    <a:pt x="8247"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69" name="Google Shape;1869;g39181ba8852_8_2390"/>
            <p:cNvSpPr/>
            <p:nvPr/>
          </p:nvSpPr>
          <p:spPr>
            <a:xfrm>
              <a:off x="3960925" y="1692475"/>
              <a:ext cx="68025" cy="297825"/>
            </a:xfrm>
            <a:custGeom>
              <a:rect b="b" l="l" r="r" t="t"/>
              <a:pathLst>
                <a:path extrusionOk="0" h="11913" w="2721">
                  <a:moveTo>
                    <a:pt x="1882" y="0"/>
                  </a:moveTo>
                  <a:cubicBezTo>
                    <a:pt x="1586" y="0"/>
                    <a:pt x="1325" y="227"/>
                    <a:pt x="1285" y="528"/>
                  </a:cubicBezTo>
                  <a:lnTo>
                    <a:pt x="23" y="11211"/>
                  </a:lnTo>
                  <a:cubicBezTo>
                    <a:pt x="1" y="11537"/>
                    <a:pt x="218" y="11842"/>
                    <a:pt x="545" y="11885"/>
                  </a:cubicBezTo>
                  <a:lnTo>
                    <a:pt x="762" y="11907"/>
                  </a:lnTo>
                  <a:cubicBezTo>
                    <a:pt x="788" y="11911"/>
                    <a:pt x="814" y="11912"/>
                    <a:pt x="839" y="11912"/>
                  </a:cubicBezTo>
                  <a:cubicBezTo>
                    <a:pt x="1135" y="11912"/>
                    <a:pt x="1397" y="11686"/>
                    <a:pt x="1437" y="11385"/>
                  </a:cubicBezTo>
                  <a:lnTo>
                    <a:pt x="2677" y="680"/>
                  </a:lnTo>
                  <a:cubicBezTo>
                    <a:pt x="2721" y="354"/>
                    <a:pt x="2481" y="71"/>
                    <a:pt x="2177" y="27"/>
                  </a:cubicBezTo>
                  <a:lnTo>
                    <a:pt x="1959" y="6"/>
                  </a:lnTo>
                  <a:cubicBezTo>
                    <a:pt x="1933" y="2"/>
                    <a:pt x="1908" y="0"/>
                    <a:pt x="1882"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0" name="Google Shape;1870;g39181ba8852_8_2390"/>
            <p:cNvSpPr/>
            <p:nvPr/>
          </p:nvSpPr>
          <p:spPr>
            <a:xfrm>
              <a:off x="3968000" y="1700700"/>
              <a:ext cx="43000" cy="275400"/>
            </a:xfrm>
            <a:custGeom>
              <a:rect b="b" l="l" r="r" t="t"/>
              <a:pathLst>
                <a:path extrusionOk="0" h="11016" w="1720">
                  <a:moveTo>
                    <a:pt x="1468" y="0"/>
                  </a:moveTo>
                  <a:cubicBezTo>
                    <a:pt x="1353" y="0"/>
                    <a:pt x="1261" y="99"/>
                    <a:pt x="1241" y="199"/>
                  </a:cubicBezTo>
                  <a:lnTo>
                    <a:pt x="1" y="10751"/>
                  </a:lnTo>
                  <a:cubicBezTo>
                    <a:pt x="1" y="10882"/>
                    <a:pt x="88" y="10991"/>
                    <a:pt x="218" y="11013"/>
                  </a:cubicBezTo>
                  <a:cubicBezTo>
                    <a:pt x="230" y="11015"/>
                    <a:pt x="241" y="11016"/>
                    <a:pt x="252" y="11016"/>
                  </a:cubicBezTo>
                  <a:cubicBezTo>
                    <a:pt x="349" y="11016"/>
                    <a:pt x="438" y="10934"/>
                    <a:pt x="458" y="10817"/>
                  </a:cubicBezTo>
                  <a:lnTo>
                    <a:pt x="1698" y="264"/>
                  </a:lnTo>
                  <a:cubicBezTo>
                    <a:pt x="1720" y="133"/>
                    <a:pt x="1633" y="25"/>
                    <a:pt x="1502" y="3"/>
                  </a:cubicBezTo>
                  <a:cubicBezTo>
                    <a:pt x="1491" y="1"/>
                    <a:pt x="1479" y="0"/>
                    <a:pt x="1468" y="0"/>
                  </a:cubicBezTo>
                  <a:close/>
                </a:path>
              </a:pathLst>
            </a:custGeom>
            <a:solidFill>
              <a:srgbClr val="42424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1" name="Google Shape;1871;g39181ba8852_8_2390"/>
            <p:cNvSpPr/>
            <p:nvPr/>
          </p:nvSpPr>
          <p:spPr>
            <a:xfrm>
              <a:off x="3777625" y="2282800"/>
              <a:ext cx="39725" cy="39725"/>
            </a:xfrm>
            <a:custGeom>
              <a:rect b="b" l="l" r="r" t="t"/>
              <a:pathLst>
                <a:path extrusionOk="0" h="1589" w="1589">
                  <a:moveTo>
                    <a:pt x="784" y="0"/>
                  </a:moveTo>
                  <a:cubicBezTo>
                    <a:pt x="349" y="0"/>
                    <a:pt x="0" y="348"/>
                    <a:pt x="0" y="805"/>
                  </a:cubicBezTo>
                  <a:cubicBezTo>
                    <a:pt x="0" y="1240"/>
                    <a:pt x="349" y="1588"/>
                    <a:pt x="784" y="1588"/>
                  </a:cubicBezTo>
                  <a:cubicBezTo>
                    <a:pt x="1219" y="1588"/>
                    <a:pt x="1589" y="1240"/>
                    <a:pt x="1589" y="805"/>
                  </a:cubicBezTo>
                  <a:cubicBezTo>
                    <a:pt x="1589" y="348"/>
                    <a:pt x="1219" y="0"/>
                    <a:pt x="784"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2" name="Google Shape;1872;g39181ba8852_8_2390"/>
            <p:cNvSpPr/>
            <p:nvPr/>
          </p:nvSpPr>
          <p:spPr>
            <a:xfrm>
              <a:off x="3956575" y="2282800"/>
              <a:ext cx="39750" cy="39725"/>
            </a:xfrm>
            <a:custGeom>
              <a:rect b="b" l="l" r="r" t="t"/>
              <a:pathLst>
                <a:path extrusionOk="0" h="1589" w="1590">
                  <a:moveTo>
                    <a:pt x="784" y="0"/>
                  </a:moveTo>
                  <a:cubicBezTo>
                    <a:pt x="349" y="0"/>
                    <a:pt x="1" y="348"/>
                    <a:pt x="1" y="805"/>
                  </a:cubicBezTo>
                  <a:cubicBezTo>
                    <a:pt x="1" y="1240"/>
                    <a:pt x="349" y="1588"/>
                    <a:pt x="784" y="1588"/>
                  </a:cubicBezTo>
                  <a:cubicBezTo>
                    <a:pt x="1241" y="1588"/>
                    <a:pt x="1589" y="1240"/>
                    <a:pt x="1589" y="805"/>
                  </a:cubicBezTo>
                  <a:cubicBezTo>
                    <a:pt x="1589" y="348"/>
                    <a:pt x="1241" y="0"/>
                    <a:pt x="784"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3" name="Google Shape;1873;g39181ba8852_8_2390"/>
            <p:cNvSpPr/>
            <p:nvPr/>
          </p:nvSpPr>
          <p:spPr>
            <a:xfrm>
              <a:off x="3766750" y="2274625"/>
              <a:ext cx="235550" cy="16350"/>
            </a:xfrm>
            <a:custGeom>
              <a:rect b="b" l="l" r="r" t="t"/>
              <a:pathLst>
                <a:path extrusionOk="0" h="654" w="9422">
                  <a:moveTo>
                    <a:pt x="653" y="1"/>
                  </a:moveTo>
                  <a:cubicBezTo>
                    <a:pt x="305" y="1"/>
                    <a:pt x="0" y="305"/>
                    <a:pt x="0" y="653"/>
                  </a:cubicBezTo>
                  <a:lnTo>
                    <a:pt x="9422" y="653"/>
                  </a:lnTo>
                  <a:cubicBezTo>
                    <a:pt x="9422" y="305"/>
                    <a:pt x="9139" y="1"/>
                    <a:pt x="8769" y="1"/>
                  </a:cubicBez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4" name="Google Shape;1874;g39181ba8852_8_2390"/>
            <p:cNvSpPr/>
            <p:nvPr/>
          </p:nvSpPr>
          <p:spPr>
            <a:xfrm>
              <a:off x="3887500" y="2054325"/>
              <a:ext cx="8725" cy="220325"/>
            </a:xfrm>
            <a:custGeom>
              <a:rect b="b" l="l" r="r" t="t"/>
              <a:pathLst>
                <a:path extrusionOk="0" h="8813" w="349">
                  <a:moveTo>
                    <a:pt x="1" y="1"/>
                  </a:moveTo>
                  <a:lnTo>
                    <a:pt x="1" y="8813"/>
                  </a:lnTo>
                  <a:lnTo>
                    <a:pt x="349" y="8813"/>
                  </a:lnTo>
                  <a:lnTo>
                    <a:pt x="349" y="1"/>
                  </a:lnTo>
                  <a:close/>
                </a:path>
              </a:pathLst>
            </a:custGeom>
            <a:solidFill>
              <a:srgbClr val="99A2A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5" name="Google Shape;1875;g39181ba8852_8_2390"/>
            <p:cNvSpPr/>
            <p:nvPr/>
          </p:nvSpPr>
          <p:spPr>
            <a:xfrm>
              <a:off x="3760750" y="1692275"/>
              <a:ext cx="89250" cy="142500"/>
            </a:xfrm>
            <a:custGeom>
              <a:rect b="b" l="l" r="r" t="t"/>
              <a:pathLst>
                <a:path extrusionOk="0" h="5700" w="3570">
                  <a:moveTo>
                    <a:pt x="2690" y="0"/>
                  </a:moveTo>
                  <a:cubicBezTo>
                    <a:pt x="2077" y="0"/>
                    <a:pt x="1571" y="771"/>
                    <a:pt x="1328" y="1297"/>
                  </a:cubicBezTo>
                  <a:cubicBezTo>
                    <a:pt x="1045" y="1841"/>
                    <a:pt x="1" y="4953"/>
                    <a:pt x="66" y="5301"/>
                  </a:cubicBezTo>
                  <a:cubicBezTo>
                    <a:pt x="117" y="5573"/>
                    <a:pt x="555" y="5699"/>
                    <a:pt x="868" y="5699"/>
                  </a:cubicBezTo>
                  <a:cubicBezTo>
                    <a:pt x="955" y="5699"/>
                    <a:pt x="1032" y="5690"/>
                    <a:pt x="1089" y="5671"/>
                  </a:cubicBezTo>
                  <a:cubicBezTo>
                    <a:pt x="1328" y="5584"/>
                    <a:pt x="3199" y="2189"/>
                    <a:pt x="3373" y="1471"/>
                  </a:cubicBezTo>
                  <a:cubicBezTo>
                    <a:pt x="3569" y="753"/>
                    <a:pt x="3352" y="122"/>
                    <a:pt x="2829" y="14"/>
                  </a:cubicBezTo>
                  <a:cubicBezTo>
                    <a:pt x="2782" y="4"/>
                    <a:pt x="2736" y="0"/>
                    <a:pt x="2690"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6" name="Google Shape;1876;g39181ba8852_8_2390"/>
            <p:cNvSpPr/>
            <p:nvPr/>
          </p:nvSpPr>
          <p:spPr>
            <a:xfrm>
              <a:off x="3698200" y="1805375"/>
              <a:ext cx="101200" cy="39550"/>
            </a:xfrm>
            <a:custGeom>
              <a:rect b="b" l="l" r="r" t="t"/>
              <a:pathLst>
                <a:path extrusionOk="0" h="1582" w="4048">
                  <a:moveTo>
                    <a:pt x="3262" y="0"/>
                  </a:moveTo>
                  <a:cubicBezTo>
                    <a:pt x="3198" y="0"/>
                    <a:pt x="3145" y="7"/>
                    <a:pt x="3112" y="15"/>
                  </a:cubicBezTo>
                  <a:cubicBezTo>
                    <a:pt x="2938" y="37"/>
                    <a:pt x="1" y="777"/>
                    <a:pt x="1" y="777"/>
                  </a:cubicBezTo>
                  <a:lnTo>
                    <a:pt x="240" y="1582"/>
                  </a:lnTo>
                  <a:cubicBezTo>
                    <a:pt x="240" y="1582"/>
                    <a:pt x="2046" y="1517"/>
                    <a:pt x="2655" y="1473"/>
                  </a:cubicBezTo>
                  <a:cubicBezTo>
                    <a:pt x="3243" y="1430"/>
                    <a:pt x="4048" y="1234"/>
                    <a:pt x="4048" y="777"/>
                  </a:cubicBezTo>
                  <a:cubicBezTo>
                    <a:pt x="4030" y="124"/>
                    <a:pt x="3540" y="0"/>
                    <a:pt x="326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7" name="Google Shape;1877;g39181ba8852_8_2390"/>
            <p:cNvSpPr/>
            <p:nvPr/>
          </p:nvSpPr>
          <p:spPr>
            <a:xfrm>
              <a:off x="3889675" y="1525275"/>
              <a:ext cx="65850" cy="127125"/>
            </a:xfrm>
            <a:custGeom>
              <a:rect b="b" l="l" r="r" t="t"/>
              <a:pathLst>
                <a:path extrusionOk="0" h="5085" w="2634">
                  <a:moveTo>
                    <a:pt x="1190" y="1"/>
                  </a:moveTo>
                  <a:cubicBezTo>
                    <a:pt x="621" y="1"/>
                    <a:pt x="218" y="645"/>
                    <a:pt x="218" y="645"/>
                  </a:cubicBezTo>
                  <a:lnTo>
                    <a:pt x="196" y="2233"/>
                  </a:lnTo>
                  <a:cubicBezTo>
                    <a:pt x="196" y="2233"/>
                    <a:pt x="414" y="2908"/>
                    <a:pt x="218" y="3843"/>
                  </a:cubicBezTo>
                  <a:cubicBezTo>
                    <a:pt x="1" y="4801"/>
                    <a:pt x="719" y="5062"/>
                    <a:pt x="958" y="5083"/>
                  </a:cubicBezTo>
                  <a:cubicBezTo>
                    <a:pt x="966" y="5084"/>
                    <a:pt x="975" y="5085"/>
                    <a:pt x="983" y="5085"/>
                  </a:cubicBezTo>
                  <a:cubicBezTo>
                    <a:pt x="1227" y="5085"/>
                    <a:pt x="1346" y="4778"/>
                    <a:pt x="1241" y="4757"/>
                  </a:cubicBezTo>
                  <a:cubicBezTo>
                    <a:pt x="1132" y="4735"/>
                    <a:pt x="2002" y="3082"/>
                    <a:pt x="2198" y="2560"/>
                  </a:cubicBezTo>
                  <a:cubicBezTo>
                    <a:pt x="2633" y="1319"/>
                    <a:pt x="2307" y="384"/>
                    <a:pt x="1480" y="57"/>
                  </a:cubicBezTo>
                  <a:cubicBezTo>
                    <a:pt x="1380" y="18"/>
                    <a:pt x="1283" y="1"/>
                    <a:pt x="119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8" name="Google Shape;1878;g39181ba8852_8_2390"/>
            <p:cNvSpPr/>
            <p:nvPr/>
          </p:nvSpPr>
          <p:spPr>
            <a:xfrm>
              <a:off x="3718325" y="2203825"/>
              <a:ext cx="72925" cy="105975"/>
            </a:xfrm>
            <a:custGeom>
              <a:rect b="b" l="l" r="r" t="t"/>
              <a:pathLst>
                <a:path extrusionOk="0" h="4239" w="2917">
                  <a:moveTo>
                    <a:pt x="1952" y="0"/>
                  </a:moveTo>
                  <a:cubicBezTo>
                    <a:pt x="1859" y="0"/>
                    <a:pt x="936" y="722"/>
                    <a:pt x="936" y="722"/>
                  </a:cubicBezTo>
                  <a:cubicBezTo>
                    <a:pt x="936" y="722"/>
                    <a:pt x="1089" y="1418"/>
                    <a:pt x="523" y="3224"/>
                  </a:cubicBezTo>
                  <a:cubicBezTo>
                    <a:pt x="523" y="3224"/>
                    <a:pt x="1" y="4073"/>
                    <a:pt x="110" y="4203"/>
                  </a:cubicBezTo>
                  <a:cubicBezTo>
                    <a:pt x="126" y="4228"/>
                    <a:pt x="165" y="4239"/>
                    <a:pt x="220" y="4239"/>
                  </a:cubicBezTo>
                  <a:cubicBezTo>
                    <a:pt x="457" y="4239"/>
                    <a:pt x="985" y="4036"/>
                    <a:pt x="1197" y="3877"/>
                  </a:cubicBezTo>
                  <a:cubicBezTo>
                    <a:pt x="1480" y="3681"/>
                    <a:pt x="1698" y="2637"/>
                    <a:pt x="1981" y="2245"/>
                  </a:cubicBezTo>
                  <a:cubicBezTo>
                    <a:pt x="2264" y="1875"/>
                    <a:pt x="2655" y="1832"/>
                    <a:pt x="2829" y="1418"/>
                  </a:cubicBezTo>
                  <a:cubicBezTo>
                    <a:pt x="2916" y="1288"/>
                    <a:pt x="2786" y="874"/>
                    <a:pt x="2568" y="700"/>
                  </a:cubicBezTo>
                  <a:cubicBezTo>
                    <a:pt x="2394" y="548"/>
                    <a:pt x="2155" y="374"/>
                    <a:pt x="1959" y="4"/>
                  </a:cubicBezTo>
                  <a:cubicBezTo>
                    <a:pt x="1958" y="2"/>
                    <a:pt x="1956" y="0"/>
                    <a:pt x="1952"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79" name="Google Shape;1879;g39181ba8852_8_2390"/>
            <p:cNvSpPr/>
            <p:nvPr/>
          </p:nvSpPr>
          <p:spPr>
            <a:xfrm>
              <a:off x="3715600" y="2214775"/>
              <a:ext cx="74550" cy="100225"/>
            </a:xfrm>
            <a:custGeom>
              <a:rect b="b" l="l" r="r" t="t"/>
              <a:pathLst>
                <a:path extrusionOk="0" h="4009" w="2982">
                  <a:moveTo>
                    <a:pt x="2402" y="0"/>
                  </a:moveTo>
                  <a:cubicBezTo>
                    <a:pt x="2399" y="0"/>
                    <a:pt x="2396" y="1"/>
                    <a:pt x="2394" y="1"/>
                  </a:cubicBezTo>
                  <a:cubicBezTo>
                    <a:pt x="2394" y="1"/>
                    <a:pt x="2481" y="306"/>
                    <a:pt x="2373" y="676"/>
                  </a:cubicBezTo>
                  <a:cubicBezTo>
                    <a:pt x="2264" y="1002"/>
                    <a:pt x="1611" y="2242"/>
                    <a:pt x="1002" y="2917"/>
                  </a:cubicBezTo>
                  <a:cubicBezTo>
                    <a:pt x="948" y="2989"/>
                    <a:pt x="728" y="3107"/>
                    <a:pt x="605" y="3107"/>
                  </a:cubicBezTo>
                  <a:cubicBezTo>
                    <a:pt x="580" y="3107"/>
                    <a:pt x="560" y="3102"/>
                    <a:pt x="545" y="3091"/>
                  </a:cubicBezTo>
                  <a:cubicBezTo>
                    <a:pt x="480" y="3047"/>
                    <a:pt x="632" y="2787"/>
                    <a:pt x="632" y="2786"/>
                  </a:cubicBezTo>
                  <a:lnTo>
                    <a:pt x="632" y="2786"/>
                  </a:lnTo>
                  <a:cubicBezTo>
                    <a:pt x="371" y="3178"/>
                    <a:pt x="1" y="3874"/>
                    <a:pt x="88" y="3983"/>
                  </a:cubicBezTo>
                  <a:cubicBezTo>
                    <a:pt x="100" y="4000"/>
                    <a:pt x="128" y="4008"/>
                    <a:pt x="170" y="4008"/>
                  </a:cubicBezTo>
                  <a:cubicBezTo>
                    <a:pt x="443" y="4008"/>
                    <a:pt x="1279" y="3674"/>
                    <a:pt x="1524" y="3504"/>
                  </a:cubicBezTo>
                  <a:cubicBezTo>
                    <a:pt x="1807" y="3309"/>
                    <a:pt x="1981" y="2264"/>
                    <a:pt x="2242" y="1894"/>
                  </a:cubicBezTo>
                  <a:cubicBezTo>
                    <a:pt x="2373" y="1742"/>
                    <a:pt x="2851" y="1220"/>
                    <a:pt x="2938" y="980"/>
                  </a:cubicBezTo>
                  <a:cubicBezTo>
                    <a:pt x="2960" y="937"/>
                    <a:pt x="2982" y="741"/>
                    <a:pt x="2960" y="654"/>
                  </a:cubicBezTo>
                  <a:cubicBezTo>
                    <a:pt x="2897" y="317"/>
                    <a:pt x="2487" y="0"/>
                    <a:pt x="240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0" name="Google Shape;1880;g39181ba8852_8_2390"/>
            <p:cNvSpPr/>
            <p:nvPr/>
          </p:nvSpPr>
          <p:spPr>
            <a:xfrm>
              <a:off x="3638375" y="1969550"/>
              <a:ext cx="134900" cy="254175"/>
            </a:xfrm>
            <a:custGeom>
              <a:rect b="b" l="l" r="r" t="t"/>
              <a:pathLst>
                <a:path extrusionOk="0" h="10167" w="5396">
                  <a:moveTo>
                    <a:pt x="835" y="0"/>
                  </a:moveTo>
                  <a:cubicBezTo>
                    <a:pt x="376" y="0"/>
                    <a:pt x="0" y="219"/>
                    <a:pt x="0" y="933"/>
                  </a:cubicBezTo>
                  <a:cubicBezTo>
                    <a:pt x="0" y="1629"/>
                    <a:pt x="1110" y="3239"/>
                    <a:pt x="1328" y="3653"/>
                  </a:cubicBezTo>
                  <a:cubicBezTo>
                    <a:pt x="1545" y="4066"/>
                    <a:pt x="3677" y="8353"/>
                    <a:pt x="4134" y="10093"/>
                  </a:cubicBezTo>
                  <a:cubicBezTo>
                    <a:pt x="4147" y="10143"/>
                    <a:pt x="4261" y="10167"/>
                    <a:pt x="4414" y="10167"/>
                  </a:cubicBezTo>
                  <a:cubicBezTo>
                    <a:pt x="4789" y="10167"/>
                    <a:pt x="5396" y="10027"/>
                    <a:pt x="5288" y="9810"/>
                  </a:cubicBezTo>
                  <a:cubicBezTo>
                    <a:pt x="5135" y="9527"/>
                    <a:pt x="4678" y="4784"/>
                    <a:pt x="4439" y="3936"/>
                  </a:cubicBezTo>
                  <a:cubicBezTo>
                    <a:pt x="4221" y="3065"/>
                    <a:pt x="3308" y="955"/>
                    <a:pt x="2176" y="389"/>
                  </a:cubicBezTo>
                  <a:cubicBezTo>
                    <a:pt x="1848" y="225"/>
                    <a:pt x="1299" y="0"/>
                    <a:pt x="835" y="0"/>
                  </a:cubicBezTo>
                  <a:close/>
                </a:path>
              </a:pathLst>
            </a:custGeom>
            <a:solidFill>
              <a:srgbClr val="86502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1" name="Google Shape;1881;g39181ba8852_8_2390"/>
            <p:cNvSpPr/>
            <p:nvPr/>
          </p:nvSpPr>
          <p:spPr>
            <a:xfrm>
              <a:off x="3789600" y="1596875"/>
              <a:ext cx="182250" cy="410150"/>
            </a:xfrm>
            <a:custGeom>
              <a:rect b="b" l="l" r="r" t="t"/>
              <a:pathLst>
                <a:path extrusionOk="0" h="16406" w="7290">
                  <a:moveTo>
                    <a:pt x="4787" y="0"/>
                  </a:moveTo>
                  <a:lnTo>
                    <a:pt x="2720" y="762"/>
                  </a:lnTo>
                  <a:cubicBezTo>
                    <a:pt x="2720" y="762"/>
                    <a:pt x="2763" y="2785"/>
                    <a:pt x="2742" y="2937"/>
                  </a:cubicBezTo>
                  <a:cubicBezTo>
                    <a:pt x="2720" y="3090"/>
                    <a:pt x="1436" y="3743"/>
                    <a:pt x="1197" y="4047"/>
                  </a:cubicBezTo>
                  <a:cubicBezTo>
                    <a:pt x="1066" y="4221"/>
                    <a:pt x="1153" y="4569"/>
                    <a:pt x="1110" y="4809"/>
                  </a:cubicBezTo>
                  <a:cubicBezTo>
                    <a:pt x="1066" y="5070"/>
                    <a:pt x="0" y="6071"/>
                    <a:pt x="0" y="6810"/>
                  </a:cubicBezTo>
                  <a:cubicBezTo>
                    <a:pt x="0" y="7289"/>
                    <a:pt x="479" y="7746"/>
                    <a:pt x="588" y="7877"/>
                  </a:cubicBezTo>
                  <a:cubicBezTo>
                    <a:pt x="718" y="8007"/>
                    <a:pt x="914" y="9552"/>
                    <a:pt x="914" y="10313"/>
                  </a:cubicBezTo>
                  <a:cubicBezTo>
                    <a:pt x="914" y="11097"/>
                    <a:pt x="174" y="14556"/>
                    <a:pt x="413" y="14948"/>
                  </a:cubicBezTo>
                  <a:cubicBezTo>
                    <a:pt x="631" y="15318"/>
                    <a:pt x="2219" y="16406"/>
                    <a:pt x="2350" y="16406"/>
                  </a:cubicBezTo>
                  <a:cubicBezTo>
                    <a:pt x="2481" y="16406"/>
                    <a:pt x="6332" y="15448"/>
                    <a:pt x="6158" y="14273"/>
                  </a:cubicBezTo>
                  <a:cubicBezTo>
                    <a:pt x="5984" y="13120"/>
                    <a:pt x="4765" y="10923"/>
                    <a:pt x="4917" y="9726"/>
                  </a:cubicBezTo>
                  <a:cubicBezTo>
                    <a:pt x="5287" y="7224"/>
                    <a:pt x="7289" y="4678"/>
                    <a:pt x="6897" y="3873"/>
                  </a:cubicBezTo>
                  <a:cubicBezTo>
                    <a:pt x="6593" y="3220"/>
                    <a:pt x="5244" y="2872"/>
                    <a:pt x="4787" y="2481"/>
                  </a:cubicBezTo>
                  <a:cubicBezTo>
                    <a:pt x="4635" y="2350"/>
                    <a:pt x="4787" y="0"/>
                    <a:pt x="478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2" name="Google Shape;1882;g39181ba8852_8_2390"/>
            <p:cNvSpPr/>
            <p:nvPr/>
          </p:nvSpPr>
          <p:spPr>
            <a:xfrm>
              <a:off x="3779800" y="1691400"/>
              <a:ext cx="93050" cy="80650"/>
            </a:xfrm>
            <a:custGeom>
              <a:rect b="b" l="l" r="r" t="t"/>
              <a:pathLst>
                <a:path extrusionOk="0" h="3226" w="3722">
                  <a:moveTo>
                    <a:pt x="1930" y="1"/>
                  </a:moveTo>
                  <a:cubicBezTo>
                    <a:pt x="904" y="1"/>
                    <a:pt x="0" y="2029"/>
                    <a:pt x="0" y="2029"/>
                  </a:cubicBezTo>
                  <a:lnTo>
                    <a:pt x="1915" y="3225"/>
                  </a:lnTo>
                  <a:cubicBezTo>
                    <a:pt x="1915" y="3225"/>
                    <a:pt x="3721" y="571"/>
                    <a:pt x="2198" y="49"/>
                  </a:cubicBezTo>
                  <a:cubicBezTo>
                    <a:pt x="2108" y="16"/>
                    <a:pt x="2019" y="1"/>
                    <a:pt x="1930" y="1"/>
                  </a:cubicBezTo>
                  <a:close/>
                </a:path>
              </a:pathLst>
            </a:cu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3" name="Google Shape;1883;g39181ba8852_8_2390"/>
            <p:cNvSpPr/>
            <p:nvPr/>
          </p:nvSpPr>
          <p:spPr>
            <a:xfrm>
              <a:off x="3858125" y="1599575"/>
              <a:ext cx="51150" cy="64225"/>
            </a:xfrm>
            <a:custGeom>
              <a:rect b="b" l="l" r="r" t="t"/>
              <a:pathLst>
                <a:path extrusionOk="0" h="2569" w="2046">
                  <a:moveTo>
                    <a:pt x="2046" y="1"/>
                  </a:moveTo>
                  <a:lnTo>
                    <a:pt x="1" y="1285"/>
                  </a:lnTo>
                  <a:lnTo>
                    <a:pt x="1" y="2568"/>
                  </a:lnTo>
                  <a:lnTo>
                    <a:pt x="1981" y="1524"/>
                  </a:lnTo>
                  <a:lnTo>
                    <a:pt x="2046"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4" name="Google Shape;1884;g39181ba8852_8_2390"/>
            <p:cNvSpPr/>
            <p:nvPr/>
          </p:nvSpPr>
          <p:spPr>
            <a:xfrm>
              <a:off x="3687325" y="1989050"/>
              <a:ext cx="78350" cy="269150"/>
            </a:xfrm>
            <a:custGeom>
              <a:rect b="b" l="l" r="r" t="t"/>
              <a:pathLst>
                <a:path extrusionOk="0" h="10766" w="3134">
                  <a:moveTo>
                    <a:pt x="677" y="0"/>
                  </a:moveTo>
                  <a:cubicBezTo>
                    <a:pt x="331" y="0"/>
                    <a:pt x="66" y="167"/>
                    <a:pt x="66" y="632"/>
                  </a:cubicBezTo>
                  <a:cubicBezTo>
                    <a:pt x="66" y="1437"/>
                    <a:pt x="1" y="3156"/>
                    <a:pt x="66" y="3634"/>
                  </a:cubicBezTo>
                  <a:cubicBezTo>
                    <a:pt x="131" y="4091"/>
                    <a:pt x="893" y="8334"/>
                    <a:pt x="893" y="10640"/>
                  </a:cubicBezTo>
                  <a:cubicBezTo>
                    <a:pt x="893" y="10718"/>
                    <a:pt x="1129" y="10765"/>
                    <a:pt x="1386" y="10765"/>
                  </a:cubicBezTo>
                  <a:cubicBezTo>
                    <a:pt x="1707" y="10765"/>
                    <a:pt x="2060" y="10691"/>
                    <a:pt x="2024" y="10510"/>
                  </a:cubicBezTo>
                  <a:cubicBezTo>
                    <a:pt x="1981" y="10205"/>
                    <a:pt x="3025" y="5462"/>
                    <a:pt x="3090" y="4570"/>
                  </a:cubicBezTo>
                  <a:cubicBezTo>
                    <a:pt x="3134" y="3678"/>
                    <a:pt x="2938" y="1459"/>
                    <a:pt x="2046" y="588"/>
                  </a:cubicBezTo>
                  <a:cubicBezTo>
                    <a:pt x="1747" y="301"/>
                    <a:pt x="1140" y="0"/>
                    <a:pt x="67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5" name="Google Shape;1885;g39181ba8852_8_2390"/>
            <p:cNvSpPr/>
            <p:nvPr/>
          </p:nvSpPr>
          <p:spPr>
            <a:xfrm>
              <a:off x="3660125" y="2242375"/>
              <a:ext cx="91400" cy="88300"/>
            </a:xfrm>
            <a:custGeom>
              <a:rect b="b" l="l" r="r" t="t"/>
              <a:pathLst>
                <a:path extrusionOk="0" h="3532" w="3656">
                  <a:moveTo>
                    <a:pt x="3139" y="0"/>
                  </a:moveTo>
                  <a:cubicBezTo>
                    <a:pt x="2994" y="0"/>
                    <a:pt x="1959" y="377"/>
                    <a:pt x="1959" y="377"/>
                  </a:cubicBezTo>
                  <a:cubicBezTo>
                    <a:pt x="1959" y="377"/>
                    <a:pt x="1872" y="1073"/>
                    <a:pt x="762" y="2618"/>
                  </a:cubicBezTo>
                  <a:cubicBezTo>
                    <a:pt x="762" y="2618"/>
                    <a:pt x="1" y="3271"/>
                    <a:pt x="66" y="3423"/>
                  </a:cubicBezTo>
                  <a:cubicBezTo>
                    <a:pt x="99" y="3499"/>
                    <a:pt x="305" y="3532"/>
                    <a:pt x="545" y="3532"/>
                  </a:cubicBezTo>
                  <a:cubicBezTo>
                    <a:pt x="784" y="3532"/>
                    <a:pt x="1056" y="3499"/>
                    <a:pt x="1219" y="3445"/>
                  </a:cubicBezTo>
                  <a:cubicBezTo>
                    <a:pt x="1545" y="3358"/>
                    <a:pt x="2089" y="2422"/>
                    <a:pt x="2459" y="2161"/>
                  </a:cubicBezTo>
                  <a:cubicBezTo>
                    <a:pt x="2851" y="1878"/>
                    <a:pt x="3221" y="1965"/>
                    <a:pt x="3525" y="1639"/>
                  </a:cubicBezTo>
                  <a:cubicBezTo>
                    <a:pt x="3656" y="1530"/>
                    <a:pt x="3656" y="1095"/>
                    <a:pt x="3504" y="856"/>
                  </a:cubicBezTo>
                  <a:cubicBezTo>
                    <a:pt x="3395" y="660"/>
                    <a:pt x="3199" y="420"/>
                    <a:pt x="3156" y="7"/>
                  </a:cubicBezTo>
                  <a:cubicBezTo>
                    <a:pt x="3156" y="2"/>
                    <a:pt x="3150" y="0"/>
                    <a:pt x="3139"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6" name="Google Shape;1886;g39181ba8852_8_2390"/>
            <p:cNvSpPr/>
            <p:nvPr/>
          </p:nvSpPr>
          <p:spPr>
            <a:xfrm>
              <a:off x="3829850" y="1526800"/>
              <a:ext cx="106100" cy="107150"/>
            </a:xfrm>
            <a:custGeom>
              <a:rect b="b" l="l" r="r" t="t"/>
              <a:pathLst>
                <a:path extrusionOk="0" h="4286" w="4244">
                  <a:moveTo>
                    <a:pt x="2080" y="1"/>
                  </a:moveTo>
                  <a:cubicBezTo>
                    <a:pt x="1714" y="1"/>
                    <a:pt x="1375" y="78"/>
                    <a:pt x="1153" y="192"/>
                  </a:cubicBezTo>
                  <a:cubicBezTo>
                    <a:pt x="435" y="562"/>
                    <a:pt x="435" y="1563"/>
                    <a:pt x="435" y="1650"/>
                  </a:cubicBezTo>
                  <a:cubicBezTo>
                    <a:pt x="435" y="1737"/>
                    <a:pt x="65" y="2499"/>
                    <a:pt x="44" y="2629"/>
                  </a:cubicBezTo>
                  <a:cubicBezTo>
                    <a:pt x="22" y="2716"/>
                    <a:pt x="131" y="2825"/>
                    <a:pt x="174" y="2825"/>
                  </a:cubicBezTo>
                  <a:cubicBezTo>
                    <a:pt x="218" y="2825"/>
                    <a:pt x="0" y="3978"/>
                    <a:pt x="152" y="4065"/>
                  </a:cubicBezTo>
                  <a:cubicBezTo>
                    <a:pt x="312" y="4184"/>
                    <a:pt x="1288" y="4285"/>
                    <a:pt x="1555" y="4285"/>
                  </a:cubicBezTo>
                  <a:cubicBezTo>
                    <a:pt x="1580" y="4285"/>
                    <a:pt x="1599" y="4285"/>
                    <a:pt x="1610" y="4283"/>
                  </a:cubicBezTo>
                  <a:cubicBezTo>
                    <a:pt x="2263" y="4196"/>
                    <a:pt x="2633" y="4000"/>
                    <a:pt x="3090" y="3630"/>
                  </a:cubicBezTo>
                  <a:cubicBezTo>
                    <a:pt x="3656" y="3130"/>
                    <a:pt x="4243" y="2237"/>
                    <a:pt x="3808" y="1041"/>
                  </a:cubicBezTo>
                  <a:cubicBezTo>
                    <a:pt x="3525" y="264"/>
                    <a:pt x="2757" y="1"/>
                    <a:pt x="208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7" name="Google Shape;1887;g39181ba8852_8_2390"/>
            <p:cNvSpPr/>
            <p:nvPr/>
          </p:nvSpPr>
          <p:spPr>
            <a:xfrm>
              <a:off x="3655775" y="2255600"/>
              <a:ext cx="96850" cy="78850"/>
            </a:xfrm>
            <a:custGeom>
              <a:rect b="b" l="l" r="r" t="t"/>
              <a:pathLst>
                <a:path extrusionOk="0" h="3154" w="3874">
                  <a:moveTo>
                    <a:pt x="3504" y="0"/>
                  </a:moveTo>
                  <a:cubicBezTo>
                    <a:pt x="3504" y="0"/>
                    <a:pt x="3482" y="327"/>
                    <a:pt x="3264" y="631"/>
                  </a:cubicBezTo>
                  <a:cubicBezTo>
                    <a:pt x="3068" y="914"/>
                    <a:pt x="2046" y="1871"/>
                    <a:pt x="1263" y="2328"/>
                  </a:cubicBezTo>
                  <a:cubicBezTo>
                    <a:pt x="1210" y="2367"/>
                    <a:pt x="1064" y="2399"/>
                    <a:pt x="941" y="2399"/>
                  </a:cubicBezTo>
                  <a:cubicBezTo>
                    <a:pt x="860" y="2399"/>
                    <a:pt x="788" y="2385"/>
                    <a:pt x="762" y="2350"/>
                  </a:cubicBezTo>
                  <a:cubicBezTo>
                    <a:pt x="719" y="2307"/>
                    <a:pt x="936" y="2089"/>
                    <a:pt x="936" y="2089"/>
                  </a:cubicBezTo>
                  <a:lnTo>
                    <a:pt x="936" y="2089"/>
                  </a:lnTo>
                  <a:cubicBezTo>
                    <a:pt x="588" y="2372"/>
                    <a:pt x="1" y="2938"/>
                    <a:pt x="44" y="3046"/>
                  </a:cubicBezTo>
                  <a:cubicBezTo>
                    <a:pt x="73" y="3124"/>
                    <a:pt x="313" y="3154"/>
                    <a:pt x="599" y="3154"/>
                  </a:cubicBezTo>
                  <a:cubicBezTo>
                    <a:pt x="956" y="3154"/>
                    <a:pt x="1386" y="3107"/>
                    <a:pt x="1567" y="3046"/>
                  </a:cubicBezTo>
                  <a:cubicBezTo>
                    <a:pt x="1894" y="2959"/>
                    <a:pt x="2372" y="2024"/>
                    <a:pt x="2764" y="1763"/>
                  </a:cubicBezTo>
                  <a:cubicBezTo>
                    <a:pt x="2938" y="1632"/>
                    <a:pt x="3525" y="1306"/>
                    <a:pt x="3699" y="1110"/>
                  </a:cubicBezTo>
                  <a:cubicBezTo>
                    <a:pt x="3743" y="1066"/>
                    <a:pt x="3808" y="871"/>
                    <a:pt x="3830" y="805"/>
                  </a:cubicBezTo>
                  <a:cubicBezTo>
                    <a:pt x="3874" y="457"/>
                    <a:pt x="3569" y="0"/>
                    <a:pt x="350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8" name="Google Shape;1888;g39181ba8852_8_2390"/>
            <p:cNvSpPr/>
            <p:nvPr/>
          </p:nvSpPr>
          <p:spPr>
            <a:xfrm>
              <a:off x="3638375" y="1663775"/>
              <a:ext cx="334000" cy="482500"/>
            </a:xfrm>
            <a:custGeom>
              <a:rect b="b" l="l" r="r" t="t"/>
              <a:pathLst>
                <a:path extrusionOk="0" h="19300" w="13360">
                  <a:moveTo>
                    <a:pt x="11140" y="0"/>
                  </a:moveTo>
                  <a:cubicBezTo>
                    <a:pt x="11140" y="0"/>
                    <a:pt x="9788" y="1758"/>
                    <a:pt x="8842" y="1758"/>
                  </a:cubicBezTo>
                  <a:cubicBezTo>
                    <a:pt x="8714" y="1758"/>
                    <a:pt x="8594" y="1726"/>
                    <a:pt x="8486" y="1654"/>
                  </a:cubicBezTo>
                  <a:cubicBezTo>
                    <a:pt x="7964" y="1328"/>
                    <a:pt x="8551" y="479"/>
                    <a:pt x="8551" y="479"/>
                  </a:cubicBezTo>
                  <a:lnTo>
                    <a:pt x="8551" y="479"/>
                  </a:lnTo>
                  <a:lnTo>
                    <a:pt x="7398" y="1154"/>
                  </a:lnTo>
                  <a:cubicBezTo>
                    <a:pt x="7398" y="1154"/>
                    <a:pt x="6027" y="3569"/>
                    <a:pt x="6006" y="4091"/>
                  </a:cubicBezTo>
                  <a:cubicBezTo>
                    <a:pt x="5984" y="4613"/>
                    <a:pt x="6375" y="4896"/>
                    <a:pt x="6593" y="5135"/>
                  </a:cubicBezTo>
                  <a:cubicBezTo>
                    <a:pt x="6811" y="5375"/>
                    <a:pt x="6985" y="7094"/>
                    <a:pt x="6941" y="7899"/>
                  </a:cubicBezTo>
                  <a:cubicBezTo>
                    <a:pt x="6898" y="8725"/>
                    <a:pt x="6288" y="10423"/>
                    <a:pt x="6267" y="10749"/>
                  </a:cubicBezTo>
                  <a:cubicBezTo>
                    <a:pt x="6267" y="11075"/>
                    <a:pt x="174" y="11380"/>
                    <a:pt x="0" y="12577"/>
                  </a:cubicBezTo>
                  <a:cubicBezTo>
                    <a:pt x="0" y="12685"/>
                    <a:pt x="2611" y="12881"/>
                    <a:pt x="3199" y="13403"/>
                  </a:cubicBezTo>
                  <a:cubicBezTo>
                    <a:pt x="4613" y="14644"/>
                    <a:pt x="7877" y="19300"/>
                    <a:pt x="7877" y="19300"/>
                  </a:cubicBezTo>
                  <a:cubicBezTo>
                    <a:pt x="7877" y="19300"/>
                    <a:pt x="9073" y="17124"/>
                    <a:pt x="10379" y="14709"/>
                  </a:cubicBezTo>
                  <a:cubicBezTo>
                    <a:pt x="10422" y="14622"/>
                    <a:pt x="11815" y="14382"/>
                    <a:pt x="12076" y="14078"/>
                  </a:cubicBezTo>
                  <a:cubicBezTo>
                    <a:pt x="12707" y="13295"/>
                    <a:pt x="12468" y="11532"/>
                    <a:pt x="12359" y="11141"/>
                  </a:cubicBezTo>
                  <a:cubicBezTo>
                    <a:pt x="11946" y="9639"/>
                    <a:pt x="10901" y="7703"/>
                    <a:pt x="10988" y="6898"/>
                  </a:cubicBezTo>
                  <a:cubicBezTo>
                    <a:pt x="11097" y="6071"/>
                    <a:pt x="11859" y="4308"/>
                    <a:pt x="11859" y="4308"/>
                  </a:cubicBezTo>
                  <a:cubicBezTo>
                    <a:pt x="11859" y="4308"/>
                    <a:pt x="13360" y="2111"/>
                    <a:pt x="12838" y="1023"/>
                  </a:cubicBezTo>
                  <a:cubicBezTo>
                    <a:pt x="12620" y="566"/>
                    <a:pt x="11140" y="0"/>
                    <a:pt x="11140" y="0"/>
                  </a:cubicBezTo>
                  <a:close/>
                </a:path>
              </a:pathLst>
            </a:cu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89" name="Google Shape;1889;g39181ba8852_8_2390"/>
            <p:cNvSpPr/>
            <p:nvPr/>
          </p:nvSpPr>
          <p:spPr>
            <a:xfrm>
              <a:off x="3795025" y="1771475"/>
              <a:ext cx="141450" cy="161025"/>
            </a:xfrm>
            <a:custGeom>
              <a:rect b="b" l="l" r="r" t="t"/>
              <a:pathLst>
                <a:path extrusionOk="0" h="6441" w="5658">
                  <a:moveTo>
                    <a:pt x="5593" y="0"/>
                  </a:moveTo>
                  <a:lnTo>
                    <a:pt x="5593" y="0"/>
                  </a:lnTo>
                  <a:cubicBezTo>
                    <a:pt x="5592" y="1"/>
                    <a:pt x="3438" y="914"/>
                    <a:pt x="2525" y="1001"/>
                  </a:cubicBezTo>
                  <a:cubicBezTo>
                    <a:pt x="2434" y="1008"/>
                    <a:pt x="2340" y="1011"/>
                    <a:pt x="2244" y="1011"/>
                  </a:cubicBezTo>
                  <a:cubicBezTo>
                    <a:pt x="1345" y="1011"/>
                    <a:pt x="262" y="762"/>
                    <a:pt x="262" y="762"/>
                  </a:cubicBezTo>
                  <a:lnTo>
                    <a:pt x="262" y="762"/>
                  </a:lnTo>
                  <a:cubicBezTo>
                    <a:pt x="740" y="1698"/>
                    <a:pt x="675" y="3003"/>
                    <a:pt x="675" y="3591"/>
                  </a:cubicBezTo>
                  <a:cubicBezTo>
                    <a:pt x="675" y="4200"/>
                    <a:pt x="327" y="5222"/>
                    <a:pt x="218" y="5614"/>
                  </a:cubicBezTo>
                  <a:cubicBezTo>
                    <a:pt x="88" y="6027"/>
                    <a:pt x="1" y="6441"/>
                    <a:pt x="1" y="6441"/>
                  </a:cubicBezTo>
                  <a:cubicBezTo>
                    <a:pt x="1" y="6441"/>
                    <a:pt x="1284" y="6115"/>
                    <a:pt x="2786" y="5571"/>
                  </a:cubicBezTo>
                  <a:cubicBezTo>
                    <a:pt x="3293" y="5396"/>
                    <a:pt x="3782" y="5338"/>
                    <a:pt x="4207" y="5338"/>
                  </a:cubicBezTo>
                  <a:cubicBezTo>
                    <a:pt x="5058" y="5338"/>
                    <a:pt x="5658" y="5571"/>
                    <a:pt x="5658" y="5571"/>
                  </a:cubicBezTo>
                  <a:cubicBezTo>
                    <a:pt x="5658" y="5571"/>
                    <a:pt x="4657" y="3417"/>
                    <a:pt x="4722" y="2590"/>
                  </a:cubicBezTo>
                  <a:cubicBezTo>
                    <a:pt x="4809" y="1741"/>
                    <a:pt x="5592" y="1"/>
                    <a:pt x="5593"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0" name="Google Shape;1890;g39181ba8852_8_2390"/>
            <p:cNvSpPr/>
            <p:nvPr/>
          </p:nvSpPr>
          <p:spPr>
            <a:xfrm>
              <a:off x="3727025" y="1816075"/>
              <a:ext cx="169200" cy="35625"/>
            </a:xfrm>
            <a:custGeom>
              <a:rect b="b" l="l" r="r" t="t"/>
              <a:pathLst>
                <a:path extrusionOk="0" h="1425" w="6768">
                  <a:moveTo>
                    <a:pt x="5310" y="1"/>
                  </a:moveTo>
                  <a:cubicBezTo>
                    <a:pt x="5049" y="1"/>
                    <a:pt x="1" y="349"/>
                    <a:pt x="1" y="349"/>
                  </a:cubicBezTo>
                  <a:lnTo>
                    <a:pt x="1" y="1197"/>
                  </a:lnTo>
                  <a:cubicBezTo>
                    <a:pt x="1" y="1197"/>
                    <a:pt x="2873" y="1371"/>
                    <a:pt x="3852" y="1415"/>
                  </a:cubicBezTo>
                  <a:cubicBezTo>
                    <a:pt x="3993" y="1421"/>
                    <a:pt x="4142" y="1425"/>
                    <a:pt x="4294" y="1425"/>
                  </a:cubicBezTo>
                  <a:cubicBezTo>
                    <a:pt x="5181" y="1425"/>
                    <a:pt x="6190" y="1304"/>
                    <a:pt x="6376" y="914"/>
                  </a:cubicBezTo>
                  <a:cubicBezTo>
                    <a:pt x="6768" y="109"/>
                    <a:pt x="5593" y="1"/>
                    <a:pt x="5310"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1" name="Google Shape;1891;g39181ba8852_8_2390"/>
            <p:cNvSpPr/>
            <p:nvPr/>
          </p:nvSpPr>
          <p:spPr>
            <a:xfrm>
              <a:off x="3857575" y="1683250"/>
              <a:ext cx="109375" cy="160650"/>
            </a:xfrm>
            <a:custGeom>
              <a:rect b="b" l="l" r="r" t="t"/>
              <a:pathLst>
                <a:path extrusionOk="0" h="6426" w="4375">
                  <a:moveTo>
                    <a:pt x="3565" y="0"/>
                  </a:moveTo>
                  <a:cubicBezTo>
                    <a:pt x="2960" y="0"/>
                    <a:pt x="2317" y="843"/>
                    <a:pt x="1981" y="1397"/>
                  </a:cubicBezTo>
                  <a:cubicBezTo>
                    <a:pt x="1611" y="2028"/>
                    <a:pt x="1" y="5531"/>
                    <a:pt x="23" y="5945"/>
                  </a:cubicBezTo>
                  <a:cubicBezTo>
                    <a:pt x="23" y="6265"/>
                    <a:pt x="489" y="6425"/>
                    <a:pt x="801" y="6425"/>
                  </a:cubicBezTo>
                  <a:cubicBezTo>
                    <a:pt x="871" y="6425"/>
                    <a:pt x="932" y="6417"/>
                    <a:pt x="980" y="6402"/>
                  </a:cubicBezTo>
                  <a:cubicBezTo>
                    <a:pt x="1263" y="6315"/>
                    <a:pt x="3743" y="2507"/>
                    <a:pt x="4070" y="1702"/>
                  </a:cubicBezTo>
                  <a:cubicBezTo>
                    <a:pt x="4374" y="897"/>
                    <a:pt x="4265" y="157"/>
                    <a:pt x="3743" y="26"/>
                  </a:cubicBezTo>
                  <a:cubicBezTo>
                    <a:pt x="3684" y="9"/>
                    <a:pt x="3625" y="0"/>
                    <a:pt x="3565"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2" name="Google Shape;1892;g39181ba8852_8_2390"/>
            <p:cNvSpPr/>
            <p:nvPr/>
          </p:nvSpPr>
          <p:spPr>
            <a:xfrm>
              <a:off x="3847250" y="1525725"/>
              <a:ext cx="88700" cy="90200"/>
            </a:xfrm>
            <a:custGeom>
              <a:rect b="b" l="l" r="r" t="t"/>
              <a:pathLst>
                <a:path extrusionOk="0" h="3608" w="3548">
                  <a:moveTo>
                    <a:pt x="1207" y="1"/>
                  </a:moveTo>
                  <a:cubicBezTo>
                    <a:pt x="743" y="1"/>
                    <a:pt x="276" y="154"/>
                    <a:pt x="44" y="692"/>
                  </a:cubicBezTo>
                  <a:cubicBezTo>
                    <a:pt x="0" y="801"/>
                    <a:pt x="501" y="1584"/>
                    <a:pt x="827" y="1736"/>
                  </a:cubicBezTo>
                  <a:cubicBezTo>
                    <a:pt x="1154" y="1911"/>
                    <a:pt x="1850" y="1954"/>
                    <a:pt x="2046" y="2106"/>
                  </a:cubicBezTo>
                  <a:cubicBezTo>
                    <a:pt x="2220" y="2237"/>
                    <a:pt x="2437" y="3608"/>
                    <a:pt x="2437" y="3608"/>
                  </a:cubicBezTo>
                  <a:cubicBezTo>
                    <a:pt x="2437" y="3608"/>
                    <a:pt x="3482" y="2824"/>
                    <a:pt x="3525" y="1911"/>
                  </a:cubicBezTo>
                  <a:cubicBezTo>
                    <a:pt x="3547" y="997"/>
                    <a:pt x="2764" y="366"/>
                    <a:pt x="2176" y="170"/>
                  </a:cubicBezTo>
                  <a:cubicBezTo>
                    <a:pt x="1929" y="94"/>
                    <a:pt x="1568" y="1"/>
                    <a:pt x="120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3" name="Google Shape;1893;g39181ba8852_8_2390"/>
            <p:cNvSpPr/>
            <p:nvPr/>
          </p:nvSpPr>
          <p:spPr>
            <a:xfrm>
              <a:off x="3658000" y="1820950"/>
              <a:ext cx="88100" cy="31550"/>
            </a:xfrm>
            <a:custGeom>
              <a:rect b="b" l="l" r="r" t="t"/>
              <a:pathLst>
                <a:path extrusionOk="0" h="1262" w="3524">
                  <a:moveTo>
                    <a:pt x="1866" y="0"/>
                  </a:moveTo>
                  <a:cubicBezTo>
                    <a:pt x="1763" y="0"/>
                    <a:pt x="1" y="1178"/>
                    <a:pt x="107" y="1242"/>
                  </a:cubicBezTo>
                  <a:cubicBezTo>
                    <a:pt x="139" y="1254"/>
                    <a:pt x="184" y="1261"/>
                    <a:pt x="238" y="1261"/>
                  </a:cubicBezTo>
                  <a:cubicBezTo>
                    <a:pt x="370" y="1261"/>
                    <a:pt x="560" y="1219"/>
                    <a:pt x="760" y="1111"/>
                  </a:cubicBezTo>
                  <a:cubicBezTo>
                    <a:pt x="831" y="1071"/>
                    <a:pt x="960" y="1057"/>
                    <a:pt x="1122" y="1057"/>
                  </a:cubicBezTo>
                  <a:cubicBezTo>
                    <a:pt x="1440" y="1057"/>
                    <a:pt x="1886" y="1108"/>
                    <a:pt x="2284" y="1108"/>
                  </a:cubicBezTo>
                  <a:cubicBezTo>
                    <a:pt x="2558" y="1108"/>
                    <a:pt x="2809" y="1084"/>
                    <a:pt x="2979" y="1002"/>
                  </a:cubicBezTo>
                  <a:cubicBezTo>
                    <a:pt x="3523" y="763"/>
                    <a:pt x="3154" y="132"/>
                    <a:pt x="3154" y="132"/>
                  </a:cubicBezTo>
                  <a:cubicBezTo>
                    <a:pt x="3154" y="132"/>
                    <a:pt x="1935" y="45"/>
                    <a:pt x="1870" y="1"/>
                  </a:cubicBezTo>
                  <a:cubicBezTo>
                    <a:pt x="1869" y="1"/>
                    <a:pt x="1868" y="0"/>
                    <a:pt x="1866"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894" name="Google Shape;1894;g39181ba8852_8_2390"/>
          <p:cNvGrpSpPr/>
          <p:nvPr/>
        </p:nvGrpSpPr>
        <p:grpSpPr>
          <a:xfrm>
            <a:off x="537369" y="5059643"/>
            <a:ext cx="10664158" cy="1872238"/>
            <a:chOff x="572841" y="4708975"/>
            <a:chExt cx="7998318" cy="1404213"/>
          </a:xfrm>
        </p:grpSpPr>
        <p:sp>
          <p:nvSpPr>
            <p:cNvPr id="1895" name="Google Shape;1895;g39181ba8852_8_2390"/>
            <p:cNvSpPr/>
            <p:nvPr/>
          </p:nvSpPr>
          <p:spPr>
            <a:xfrm>
              <a:off x="750958" y="4749425"/>
              <a:ext cx="7633519" cy="226728"/>
            </a:xfrm>
            <a:custGeom>
              <a:rect b="b" l="l" r="r" t="t"/>
              <a:pathLst>
                <a:path extrusionOk="0" h="2807" w="39775">
                  <a:moveTo>
                    <a:pt x="1" y="0"/>
                  </a:moveTo>
                  <a:lnTo>
                    <a:pt x="1" y="2807"/>
                  </a:lnTo>
                  <a:lnTo>
                    <a:pt x="39775" y="2807"/>
                  </a:lnTo>
                  <a:lnTo>
                    <a:pt x="39775"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6" name="Google Shape;1896;g39181ba8852_8_2390"/>
            <p:cNvSpPr/>
            <p:nvPr/>
          </p:nvSpPr>
          <p:spPr>
            <a:xfrm>
              <a:off x="667469" y="4719545"/>
              <a:ext cx="91510" cy="1393643"/>
            </a:xfrm>
            <a:custGeom>
              <a:rect b="b" l="l" r="r" t="t"/>
              <a:pathLst>
                <a:path extrusionOk="0" h="17255" w="1133">
                  <a:moveTo>
                    <a:pt x="1" y="0"/>
                  </a:moveTo>
                  <a:lnTo>
                    <a:pt x="1"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7" name="Google Shape;1897;g39181ba8852_8_2390"/>
            <p:cNvSpPr/>
            <p:nvPr/>
          </p:nvSpPr>
          <p:spPr>
            <a:xfrm>
              <a:off x="8381432" y="4719545"/>
              <a:ext cx="91429" cy="1393643"/>
            </a:xfrm>
            <a:custGeom>
              <a:rect b="b" l="l" r="r" t="t"/>
              <a:pathLst>
                <a:path extrusionOk="0" h="17255" w="1132">
                  <a:moveTo>
                    <a:pt x="0" y="0"/>
                  </a:moveTo>
                  <a:lnTo>
                    <a:pt x="0" y="17254"/>
                  </a:lnTo>
                  <a:lnTo>
                    <a:pt x="1132" y="17254"/>
                  </a:lnTo>
                  <a:lnTo>
                    <a:pt x="1132"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8" name="Google Shape;1898;g39181ba8852_8_2390"/>
            <p:cNvSpPr/>
            <p:nvPr/>
          </p:nvSpPr>
          <p:spPr>
            <a:xfrm>
              <a:off x="667475" y="4849578"/>
              <a:ext cx="7808931" cy="75684"/>
            </a:xfrm>
            <a:custGeom>
              <a:rect b="b" l="l" r="r" t="t"/>
              <a:pathLst>
                <a:path extrusionOk="0" h="937" w="40689">
                  <a:moveTo>
                    <a:pt x="0" y="0"/>
                  </a:moveTo>
                  <a:lnTo>
                    <a:pt x="0" y="936"/>
                  </a:lnTo>
                  <a:lnTo>
                    <a:pt x="40688" y="653"/>
                  </a:lnTo>
                  <a:lnTo>
                    <a:pt x="40688" y="22"/>
                  </a:lnTo>
                  <a:lnTo>
                    <a:pt x="0" y="0"/>
                  </a:ln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99" name="Google Shape;1899;g39181ba8852_8_2390"/>
            <p:cNvSpPr/>
            <p:nvPr/>
          </p:nvSpPr>
          <p:spPr>
            <a:xfrm>
              <a:off x="572841" y="4708975"/>
              <a:ext cx="7998318" cy="140675"/>
            </a:xfrm>
            <a:custGeom>
              <a:rect b="b" l="l" r="r" t="t"/>
              <a:pathLst>
                <a:path extrusionOk="0" h="1742" w="43452">
                  <a:moveTo>
                    <a:pt x="0" y="1"/>
                  </a:moveTo>
                  <a:lnTo>
                    <a:pt x="0" y="1741"/>
                  </a:lnTo>
                  <a:lnTo>
                    <a:pt x="43451" y="1741"/>
                  </a:lnTo>
                  <a:lnTo>
                    <a:pt x="43451"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900" name="Google Shape;1900;g39181ba8852_8_2390"/>
          <p:cNvGrpSpPr/>
          <p:nvPr/>
        </p:nvGrpSpPr>
        <p:grpSpPr>
          <a:xfrm>
            <a:off x="9010307" y="2943487"/>
            <a:ext cx="1164860" cy="3798487"/>
            <a:chOff x="9498975" y="3401300"/>
            <a:chExt cx="368825" cy="1202700"/>
          </a:xfrm>
        </p:grpSpPr>
        <p:sp>
          <p:nvSpPr>
            <p:cNvPr id="1901" name="Google Shape;1901;g39181ba8852_8_2390"/>
            <p:cNvSpPr/>
            <p:nvPr/>
          </p:nvSpPr>
          <p:spPr>
            <a:xfrm>
              <a:off x="9515825" y="4098100"/>
              <a:ext cx="31575" cy="38150"/>
            </a:xfrm>
            <a:custGeom>
              <a:rect b="b" l="l" r="r" t="t"/>
              <a:pathLst>
                <a:path extrusionOk="0" h="1526" w="1263">
                  <a:moveTo>
                    <a:pt x="371" y="0"/>
                  </a:moveTo>
                  <a:cubicBezTo>
                    <a:pt x="371" y="0"/>
                    <a:pt x="1" y="152"/>
                    <a:pt x="23" y="305"/>
                  </a:cubicBezTo>
                  <a:cubicBezTo>
                    <a:pt x="45" y="435"/>
                    <a:pt x="327" y="805"/>
                    <a:pt x="436" y="958"/>
                  </a:cubicBezTo>
                  <a:cubicBezTo>
                    <a:pt x="545" y="1088"/>
                    <a:pt x="763" y="1306"/>
                    <a:pt x="871" y="1393"/>
                  </a:cubicBezTo>
                  <a:cubicBezTo>
                    <a:pt x="932" y="1454"/>
                    <a:pt x="1057" y="1525"/>
                    <a:pt x="1149" y="1525"/>
                  </a:cubicBezTo>
                  <a:cubicBezTo>
                    <a:pt x="1189" y="1525"/>
                    <a:pt x="1222" y="1512"/>
                    <a:pt x="1241" y="1480"/>
                  </a:cubicBezTo>
                  <a:cubicBezTo>
                    <a:pt x="1263" y="1436"/>
                    <a:pt x="1176" y="1197"/>
                    <a:pt x="1045" y="1088"/>
                  </a:cubicBezTo>
                  <a:cubicBezTo>
                    <a:pt x="937" y="979"/>
                    <a:pt x="763" y="849"/>
                    <a:pt x="675" y="718"/>
                  </a:cubicBezTo>
                  <a:cubicBezTo>
                    <a:pt x="567" y="588"/>
                    <a:pt x="371" y="0"/>
                    <a:pt x="371"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2" name="Google Shape;1902;g39181ba8852_8_2390"/>
            <p:cNvSpPr/>
            <p:nvPr/>
          </p:nvSpPr>
          <p:spPr>
            <a:xfrm>
              <a:off x="9515300" y="4094275"/>
              <a:ext cx="37825" cy="25100"/>
            </a:xfrm>
            <a:custGeom>
              <a:rect b="b" l="l" r="r" t="t"/>
              <a:pathLst>
                <a:path extrusionOk="0" h="1004" w="1513">
                  <a:moveTo>
                    <a:pt x="283" y="1"/>
                  </a:moveTo>
                  <a:cubicBezTo>
                    <a:pt x="283" y="1"/>
                    <a:pt x="0" y="240"/>
                    <a:pt x="66" y="349"/>
                  </a:cubicBezTo>
                  <a:cubicBezTo>
                    <a:pt x="109" y="458"/>
                    <a:pt x="457" y="719"/>
                    <a:pt x="588" y="828"/>
                  </a:cubicBezTo>
                  <a:cubicBezTo>
                    <a:pt x="740" y="915"/>
                    <a:pt x="1001" y="980"/>
                    <a:pt x="1153" y="1002"/>
                  </a:cubicBezTo>
                  <a:cubicBezTo>
                    <a:pt x="1186" y="1002"/>
                    <a:pt x="1225" y="1003"/>
                    <a:pt x="1266" y="1003"/>
                  </a:cubicBezTo>
                  <a:cubicBezTo>
                    <a:pt x="1386" y="1003"/>
                    <a:pt x="1512" y="991"/>
                    <a:pt x="1480" y="893"/>
                  </a:cubicBezTo>
                  <a:cubicBezTo>
                    <a:pt x="1458" y="762"/>
                    <a:pt x="1284" y="675"/>
                    <a:pt x="1132" y="654"/>
                  </a:cubicBezTo>
                  <a:cubicBezTo>
                    <a:pt x="958" y="610"/>
                    <a:pt x="871" y="632"/>
                    <a:pt x="740" y="545"/>
                  </a:cubicBezTo>
                  <a:cubicBezTo>
                    <a:pt x="631" y="458"/>
                    <a:pt x="283" y="1"/>
                    <a:pt x="283"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3" name="Google Shape;1903;g39181ba8852_8_2390"/>
            <p:cNvSpPr/>
            <p:nvPr/>
          </p:nvSpPr>
          <p:spPr>
            <a:xfrm>
              <a:off x="9516925" y="4092100"/>
              <a:ext cx="34300" cy="17650"/>
            </a:xfrm>
            <a:custGeom>
              <a:rect b="b" l="l" r="r" t="t"/>
              <a:pathLst>
                <a:path extrusionOk="0" h="706" w="1372">
                  <a:moveTo>
                    <a:pt x="218" y="1"/>
                  </a:moveTo>
                  <a:cubicBezTo>
                    <a:pt x="218" y="1"/>
                    <a:pt x="1" y="240"/>
                    <a:pt x="66" y="327"/>
                  </a:cubicBezTo>
                  <a:cubicBezTo>
                    <a:pt x="131" y="414"/>
                    <a:pt x="457" y="567"/>
                    <a:pt x="588" y="632"/>
                  </a:cubicBezTo>
                  <a:cubicBezTo>
                    <a:pt x="686" y="681"/>
                    <a:pt x="845" y="705"/>
                    <a:pt x="974" y="705"/>
                  </a:cubicBezTo>
                  <a:cubicBezTo>
                    <a:pt x="1016" y="705"/>
                    <a:pt x="1056" y="703"/>
                    <a:pt x="1088" y="697"/>
                  </a:cubicBezTo>
                  <a:cubicBezTo>
                    <a:pt x="1197" y="675"/>
                    <a:pt x="1371" y="675"/>
                    <a:pt x="1350" y="567"/>
                  </a:cubicBezTo>
                  <a:cubicBezTo>
                    <a:pt x="1306" y="458"/>
                    <a:pt x="1132" y="414"/>
                    <a:pt x="1001" y="414"/>
                  </a:cubicBezTo>
                  <a:cubicBezTo>
                    <a:pt x="925" y="414"/>
                    <a:pt x="871" y="420"/>
                    <a:pt x="822" y="420"/>
                  </a:cubicBezTo>
                  <a:cubicBezTo>
                    <a:pt x="773" y="420"/>
                    <a:pt x="729" y="414"/>
                    <a:pt x="675" y="392"/>
                  </a:cubicBezTo>
                  <a:cubicBezTo>
                    <a:pt x="566" y="327"/>
                    <a:pt x="218" y="1"/>
                    <a:pt x="218"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4" name="Google Shape;1904;g39181ba8852_8_2390"/>
            <p:cNvSpPr/>
            <p:nvPr/>
          </p:nvSpPr>
          <p:spPr>
            <a:xfrm>
              <a:off x="9506050" y="4012700"/>
              <a:ext cx="59850" cy="136675"/>
            </a:xfrm>
            <a:custGeom>
              <a:rect b="b" l="l" r="r" t="t"/>
              <a:pathLst>
                <a:path extrusionOk="0" h="5467" w="2394">
                  <a:moveTo>
                    <a:pt x="1567" y="0"/>
                  </a:moveTo>
                  <a:lnTo>
                    <a:pt x="283" y="218"/>
                  </a:lnTo>
                  <a:cubicBezTo>
                    <a:pt x="283" y="218"/>
                    <a:pt x="240" y="1980"/>
                    <a:pt x="283" y="2067"/>
                  </a:cubicBezTo>
                  <a:cubicBezTo>
                    <a:pt x="327" y="2132"/>
                    <a:pt x="0" y="3307"/>
                    <a:pt x="44" y="3547"/>
                  </a:cubicBezTo>
                  <a:cubicBezTo>
                    <a:pt x="87" y="3764"/>
                    <a:pt x="283" y="4526"/>
                    <a:pt x="327" y="4569"/>
                  </a:cubicBezTo>
                  <a:cubicBezTo>
                    <a:pt x="348" y="4613"/>
                    <a:pt x="762" y="5004"/>
                    <a:pt x="979" y="5135"/>
                  </a:cubicBezTo>
                  <a:cubicBezTo>
                    <a:pt x="1179" y="5255"/>
                    <a:pt x="1306" y="5467"/>
                    <a:pt x="1359" y="5467"/>
                  </a:cubicBezTo>
                  <a:cubicBezTo>
                    <a:pt x="1363" y="5467"/>
                    <a:pt x="1368" y="5465"/>
                    <a:pt x="1371" y="5461"/>
                  </a:cubicBezTo>
                  <a:cubicBezTo>
                    <a:pt x="1436" y="5418"/>
                    <a:pt x="1502" y="5374"/>
                    <a:pt x="1458" y="5244"/>
                  </a:cubicBezTo>
                  <a:cubicBezTo>
                    <a:pt x="1436" y="5113"/>
                    <a:pt x="1284" y="4961"/>
                    <a:pt x="1175" y="4830"/>
                  </a:cubicBezTo>
                  <a:cubicBezTo>
                    <a:pt x="1066" y="4700"/>
                    <a:pt x="805" y="4439"/>
                    <a:pt x="740" y="4286"/>
                  </a:cubicBezTo>
                  <a:cubicBezTo>
                    <a:pt x="675" y="4112"/>
                    <a:pt x="740" y="3743"/>
                    <a:pt x="762" y="3460"/>
                  </a:cubicBezTo>
                  <a:cubicBezTo>
                    <a:pt x="784" y="3286"/>
                    <a:pt x="1132" y="2894"/>
                    <a:pt x="1262" y="2872"/>
                  </a:cubicBezTo>
                  <a:cubicBezTo>
                    <a:pt x="1274" y="2869"/>
                    <a:pt x="1285" y="2867"/>
                    <a:pt x="1296" y="2867"/>
                  </a:cubicBezTo>
                  <a:cubicBezTo>
                    <a:pt x="1434" y="2867"/>
                    <a:pt x="1547" y="3103"/>
                    <a:pt x="1567" y="3264"/>
                  </a:cubicBezTo>
                  <a:cubicBezTo>
                    <a:pt x="1610" y="3460"/>
                    <a:pt x="1785" y="3786"/>
                    <a:pt x="1959" y="3895"/>
                  </a:cubicBezTo>
                  <a:cubicBezTo>
                    <a:pt x="2053" y="3949"/>
                    <a:pt x="2172" y="3986"/>
                    <a:pt x="2254" y="3986"/>
                  </a:cubicBezTo>
                  <a:cubicBezTo>
                    <a:pt x="2305" y="3986"/>
                    <a:pt x="2342" y="3972"/>
                    <a:pt x="2350" y="3938"/>
                  </a:cubicBezTo>
                  <a:cubicBezTo>
                    <a:pt x="2394" y="3808"/>
                    <a:pt x="2111" y="3525"/>
                    <a:pt x="2067" y="3177"/>
                  </a:cubicBezTo>
                  <a:cubicBezTo>
                    <a:pt x="2024" y="2981"/>
                    <a:pt x="2024" y="2437"/>
                    <a:pt x="1806" y="2111"/>
                  </a:cubicBezTo>
                  <a:cubicBezTo>
                    <a:pt x="1676" y="1915"/>
                    <a:pt x="1523" y="1697"/>
                    <a:pt x="1458" y="1501"/>
                  </a:cubicBezTo>
                  <a:cubicBezTo>
                    <a:pt x="1371" y="1306"/>
                    <a:pt x="1567" y="0"/>
                    <a:pt x="1567" y="0"/>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5" name="Google Shape;1905;g39181ba8852_8_2390"/>
            <p:cNvSpPr/>
            <p:nvPr/>
          </p:nvSpPr>
          <p:spPr>
            <a:xfrm>
              <a:off x="9498975" y="3614525"/>
              <a:ext cx="75625" cy="440625"/>
            </a:xfrm>
            <a:custGeom>
              <a:rect b="b" l="l" r="r" t="t"/>
              <a:pathLst>
                <a:path extrusionOk="0" h="17625" w="3025">
                  <a:moveTo>
                    <a:pt x="1654" y="0"/>
                  </a:moveTo>
                  <a:cubicBezTo>
                    <a:pt x="1654" y="0"/>
                    <a:pt x="958" y="109"/>
                    <a:pt x="784" y="1023"/>
                  </a:cubicBezTo>
                  <a:cubicBezTo>
                    <a:pt x="240" y="3569"/>
                    <a:pt x="175" y="9052"/>
                    <a:pt x="109" y="9356"/>
                  </a:cubicBezTo>
                  <a:cubicBezTo>
                    <a:pt x="66" y="9683"/>
                    <a:pt x="0" y="11597"/>
                    <a:pt x="0" y="12315"/>
                  </a:cubicBezTo>
                  <a:cubicBezTo>
                    <a:pt x="22" y="13033"/>
                    <a:pt x="262" y="17494"/>
                    <a:pt x="262" y="17494"/>
                  </a:cubicBezTo>
                  <a:lnTo>
                    <a:pt x="2046" y="17624"/>
                  </a:lnTo>
                  <a:cubicBezTo>
                    <a:pt x="2046" y="17624"/>
                    <a:pt x="2742" y="14078"/>
                    <a:pt x="2851" y="13033"/>
                  </a:cubicBezTo>
                  <a:cubicBezTo>
                    <a:pt x="2960" y="11967"/>
                    <a:pt x="3025" y="6136"/>
                    <a:pt x="3025" y="6136"/>
                  </a:cubicBezTo>
                  <a:cubicBezTo>
                    <a:pt x="3025" y="6136"/>
                    <a:pt x="2285" y="348"/>
                    <a:pt x="1654"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6" name="Google Shape;1906;g39181ba8852_8_2390"/>
            <p:cNvSpPr/>
            <p:nvPr/>
          </p:nvSpPr>
          <p:spPr>
            <a:xfrm>
              <a:off x="9637675" y="3572100"/>
              <a:ext cx="94675" cy="33200"/>
            </a:xfrm>
            <a:custGeom>
              <a:rect b="b" l="l" r="r" t="t"/>
              <a:pathLst>
                <a:path extrusionOk="0" h="1328" w="3787">
                  <a:moveTo>
                    <a:pt x="1" y="0"/>
                  </a:moveTo>
                  <a:lnTo>
                    <a:pt x="1" y="1327"/>
                  </a:lnTo>
                  <a:lnTo>
                    <a:pt x="3787" y="1327"/>
                  </a:lnTo>
                  <a:lnTo>
                    <a:pt x="3787"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7" name="Google Shape;1907;g39181ba8852_8_2390"/>
            <p:cNvSpPr/>
            <p:nvPr/>
          </p:nvSpPr>
          <p:spPr>
            <a:xfrm>
              <a:off x="9528350" y="3588950"/>
              <a:ext cx="313350" cy="454775"/>
            </a:xfrm>
            <a:custGeom>
              <a:rect b="b" l="l" r="r" t="t"/>
              <a:pathLst>
                <a:path extrusionOk="0" h="18191" w="12534">
                  <a:moveTo>
                    <a:pt x="6289" y="1"/>
                  </a:moveTo>
                  <a:lnTo>
                    <a:pt x="6289" y="66"/>
                  </a:lnTo>
                  <a:cubicBezTo>
                    <a:pt x="6289" y="66"/>
                    <a:pt x="2372" y="392"/>
                    <a:pt x="1023" y="1197"/>
                  </a:cubicBezTo>
                  <a:cubicBezTo>
                    <a:pt x="0" y="1828"/>
                    <a:pt x="1785" y="5592"/>
                    <a:pt x="2459" y="7681"/>
                  </a:cubicBezTo>
                  <a:cubicBezTo>
                    <a:pt x="2633" y="8182"/>
                    <a:pt x="2611" y="10444"/>
                    <a:pt x="2546" y="12446"/>
                  </a:cubicBezTo>
                  <a:cubicBezTo>
                    <a:pt x="2524" y="12925"/>
                    <a:pt x="2133" y="15188"/>
                    <a:pt x="2198" y="16145"/>
                  </a:cubicBezTo>
                  <a:cubicBezTo>
                    <a:pt x="2220" y="16406"/>
                    <a:pt x="5375" y="18147"/>
                    <a:pt x="6245" y="18190"/>
                  </a:cubicBezTo>
                  <a:lnTo>
                    <a:pt x="6245" y="18125"/>
                  </a:lnTo>
                  <a:cubicBezTo>
                    <a:pt x="7137" y="18082"/>
                    <a:pt x="10314" y="16363"/>
                    <a:pt x="10314" y="16080"/>
                  </a:cubicBezTo>
                  <a:cubicBezTo>
                    <a:pt x="10401" y="15144"/>
                    <a:pt x="9987" y="12881"/>
                    <a:pt x="9987" y="12381"/>
                  </a:cubicBezTo>
                  <a:cubicBezTo>
                    <a:pt x="9922" y="10379"/>
                    <a:pt x="9900" y="8138"/>
                    <a:pt x="10074" y="7638"/>
                  </a:cubicBezTo>
                  <a:cubicBezTo>
                    <a:pt x="10749" y="5527"/>
                    <a:pt x="12533" y="1937"/>
                    <a:pt x="11489" y="1328"/>
                  </a:cubicBezTo>
                  <a:cubicBezTo>
                    <a:pt x="10140" y="501"/>
                    <a:pt x="6289" y="1"/>
                    <a:pt x="6289"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8" name="Google Shape;1908;g39181ba8852_8_2390"/>
            <p:cNvSpPr/>
            <p:nvPr/>
          </p:nvSpPr>
          <p:spPr>
            <a:xfrm>
              <a:off x="9819375" y="4093200"/>
              <a:ext cx="31575" cy="38150"/>
            </a:xfrm>
            <a:custGeom>
              <a:rect b="b" l="l" r="r" t="t"/>
              <a:pathLst>
                <a:path extrusionOk="0" h="1526" w="1263">
                  <a:moveTo>
                    <a:pt x="892" y="0"/>
                  </a:moveTo>
                  <a:cubicBezTo>
                    <a:pt x="892" y="0"/>
                    <a:pt x="696" y="588"/>
                    <a:pt x="588" y="718"/>
                  </a:cubicBezTo>
                  <a:cubicBezTo>
                    <a:pt x="500" y="849"/>
                    <a:pt x="326" y="979"/>
                    <a:pt x="218" y="1088"/>
                  </a:cubicBezTo>
                  <a:cubicBezTo>
                    <a:pt x="87" y="1197"/>
                    <a:pt x="0" y="1436"/>
                    <a:pt x="22" y="1480"/>
                  </a:cubicBezTo>
                  <a:cubicBezTo>
                    <a:pt x="41" y="1512"/>
                    <a:pt x="75" y="1526"/>
                    <a:pt x="114" y="1526"/>
                  </a:cubicBezTo>
                  <a:cubicBezTo>
                    <a:pt x="206" y="1526"/>
                    <a:pt x="331" y="1454"/>
                    <a:pt x="392" y="1393"/>
                  </a:cubicBezTo>
                  <a:cubicBezTo>
                    <a:pt x="500" y="1306"/>
                    <a:pt x="718" y="1110"/>
                    <a:pt x="827" y="958"/>
                  </a:cubicBezTo>
                  <a:cubicBezTo>
                    <a:pt x="936" y="805"/>
                    <a:pt x="1219" y="435"/>
                    <a:pt x="1240" y="305"/>
                  </a:cubicBezTo>
                  <a:cubicBezTo>
                    <a:pt x="1262" y="153"/>
                    <a:pt x="892" y="0"/>
                    <a:pt x="892"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09" name="Google Shape;1909;g39181ba8852_8_2390"/>
            <p:cNvSpPr/>
            <p:nvPr/>
          </p:nvSpPr>
          <p:spPr>
            <a:xfrm>
              <a:off x="9813650" y="4089400"/>
              <a:ext cx="37825" cy="25075"/>
            </a:xfrm>
            <a:custGeom>
              <a:rect b="b" l="l" r="r" t="t"/>
              <a:pathLst>
                <a:path extrusionOk="0" h="1003" w="1513">
                  <a:moveTo>
                    <a:pt x="1230" y="0"/>
                  </a:moveTo>
                  <a:cubicBezTo>
                    <a:pt x="1230" y="0"/>
                    <a:pt x="882" y="457"/>
                    <a:pt x="773" y="544"/>
                  </a:cubicBezTo>
                  <a:cubicBezTo>
                    <a:pt x="642" y="631"/>
                    <a:pt x="555" y="609"/>
                    <a:pt x="381" y="653"/>
                  </a:cubicBezTo>
                  <a:cubicBezTo>
                    <a:pt x="229" y="675"/>
                    <a:pt x="55" y="762"/>
                    <a:pt x="33" y="892"/>
                  </a:cubicBezTo>
                  <a:cubicBezTo>
                    <a:pt x="1" y="990"/>
                    <a:pt x="127" y="1002"/>
                    <a:pt x="238" y="1002"/>
                  </a:cubicBezTo>
                  <a:cubicBezTo>
                    <a:pt x="275" y="1002"/>
                    <a:pt x="311" y="1001"/>
                    <a:pt x="338" y="1001"/>
                  </a:cubicBezTo>
                  <a:cubicBezTo>
                    <a:pt x="512" y="1001"/>
                    <a:pt x="773" y="914"/>
                    <a:pt x="925" y="827"/>
                  </a:cubicBezTo>
                  <a:cubicBezTo>
                    <a:pt x="1056" y="718"/>
                    <a:pt x="1404" y="457"/>
                    <a:pt x="1448" y="348"/>
                  </a:cubicBezTo>
                  <a:cubicBezTo>
                    <a:pt x="1513" y="239"/>
                    <a:pt x="1230" y="0"/>
                    <a:pt x="1230" y="0"/>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0" name="Google Shape;1910;g39181ba8852_8_2390"/>
            <p:cNvSpPr/>
            <p:nvPr/>
          </p:nvSpPr>
          <p:spPr>
            <a:xfrm>
              <a:off x="9815550" y="4087200"/>
              <a:ext cx="34300" cy="17650"/>
            </a:xfrm>
            <a:custGeom>
              <a:rect b="b" l="l" r="r" t="t"/>
              <a:pathLst>
                <a:path extrusionOk="0" h="706" w="1372">
                  <a:moveTo>
                    <a:pt x="1154" y="1"/>
                  </a:moveTo>
                  <a:cubicBezTo>
                    <a:pt x="1154" y="1"/>
                    <a:pt x="806" y="327"/>
                    <a:pt x="697" y="393"/>
                  </a:cubicBezTo>
                  <a:cubicBezTo>
                    <a:pt x="643" y="414"/>
                    <a:pt x="599" y="420"/>
                    <a:pt x="550" y="420"/>
                  </a:cubicBezTo>
                  <a:cubicBezTo>
                    <a:pt x="501" y="420"/>
                    <a:pt x="447" y="414"/>
                    <a:pt x="371" y="414"/>
                  </a:cubicBezTo>
                  <a:cubicBezTo>
                    <a:pt x="240" y="414"/>
                    <a:pt x="66" y="458"/>
                    <a:pt x="23" y="567"/>
                  </a:cubicBezTo>
                  <a:cubicBezTo>
                    <a:pt x="1" y="675"/>
                    <a:pt x="175" y="675"/>
                    <a:pt x="284" y="697"/>
                  </a:cubicBezTo>
                  <a:cubicBezTo>
                    <a:pt x="316" y="703"/>
                    <a:pt x="356" y="705"/>
                    <a:pt x="399" y="705"/>
                  </a:cubicBezTo>
                  <a:cubicBezTo>
                    <a:pt x="527" y="705"/>
                    <a:pt x="686" y="681"/>
                    <a:pt x="784" y="632"/>
                  </a:cubicBezTo>
                  <a:cubicBezTo>
                    <a:pt x="915" y="567"/>
                    <a:pt x="1241" y="414"/>
                    <a:pt x="1306" y="327"/>
                  </a:cubicBezTo>
                  <a:cubicBezTo>
                    <a:pt x="1372" y="240"/>
                    <a:pt x="1154" y="1"/>
                    <a:pt x="1154" y="1"/>
                  </a:cubicBezTo>
                  <a:close/>
                </a:path>
              </a:pathLst>
            </a:custGeom>
            <a:solidFill>
              <a:srgbClr val="C09378"/>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1" name="Google Shape;1911;g39181ba8852_8_2390"/>
            <p:cNvSpPr/>
            <p:nvPr/>
          </p:nvSpPr>
          <p:spPr>
            <a:xfrm>
              <a:off x="9800875" y="4007800"/>
              <a:ext cx="59850" cy="136675"/>
            </a:xfrm>
            <a:custGeom>
              <a:rect b="b" l="l" r="r" t="t"/>
              <a:pathLst>
                <a:path extrusionOk="0" h="5467" w="2394">
                  <a:moveTo>
                    <a:pt x="805" y="0"/>
                  </a:moveTo>
                  <a:cubicBezTo>
                    <a:pt x="805" y="0"/>
                    <a:pt x="1023" y="1306"/>
                    <a:pt x="936" y="1502"/>
                  </a:cubicBezTo>
                  <a:cubicBezTo>
                    <a:pt x="871" y="1697"/>
                    <a:pt x="718" y="1915"/>
                    <a:pt x="588" y="2111"/>
                  </a:cubicBezTo>
                  <a:cubicBezTo>
                    <a:pt x="370" y="2437"/>
                    <a:pt x="370" y="2981"/>
                    <a:pt x="327" y="3177"/>
                  </a:cubicBezTo>
                  <a:cubicBezTo>
                    <a:pt x="283" y="3525"/>
                    <a:pt x="0" y="3808"/>
                    <a:pt x="44" y="3939"/>
                  </a:cubicBezTo>
                  <a:cubicBezTo>
                    <a:pt x="52" y="3972"/>
                    <a:pt x="89" y="3986"/>
                    <a:pt x="140" y="3986"/>
                  </a:cubicBezTo>
                  <a:cubicBezTo>
                    <a:pt x="222" y="3986"/>
                    <a:pt x="341" y="3949"/>
                    <a:pt x="435" y="3895"/>
                  </a:cubicBezTo>
                  <a:cubicBezTo>
                    <a:pt x="610" y="3786"/>
                    <a:pt x="784" y="3460"/>
                    <a:pt x="805" y="3264"/>
                  </a:cubicBezTo>
                  <a:cubicBezTo>
                    <a:pt x="846" y="3103"/>
                    <a:pt x="960" y="2868"/>
                    <a:pt x="1098" y="2868"/>
                  </a:cubicBezTo>
                  <a:cubicBezTo>
                    <a:pt x="1109" y="2868"/>
                    <a:pt x="1120" y="2869"/>
                    <a:pt x="1132" y="2872"/>
                  </a:cubicBezTo>
                  <a:cubicBezTo>
                    <a:pt x="1262" y="2894"/>
                    <a:pt x="1610" y="3286"/>
                    <a:pt x="1632" y="3460"/>
                  </a:cubicBezTo>
                  <a:cubicBezTo>
                    <a:pt x="1654" y="3743"/>
                    <a:pt x="1719" y="4113"/>
                    <a:pt x="1654" y="4287"/>
                  </a:cubicBezTo>
                  <a:cubicBezTo>
                    <a:pt x="1589" y="4439"/>
                    <a:pt x="1328" y="4700"/>
                    <a:pt x="1219" y="4831"/>
                  </a:cubicBezTo>
                  <a:cubicBezTo>
                    <a:pt x="1110" y="4961"/>
                    <a:pt x="958" y="5113"/>
                    <a:pt x="936" y="5244"/>
                  </a:cubicBezTo>
                  <a:cubicBezTo>
                    <a:pt x="892" y="5375"/>
                    <a:pt x="958" y="5418"/>
                    <a:pt x="1023" y="5462"/>
                  </a:cubicBezTo>
                  <a:cubicBezTo>
                    <a:pt x="1026" y="5465"/>
                    <a:pt x="1031" y="5467"/>
                    <a:pt x="1035" y="5467"/>
                  </a:cubicBezTo>
                  <a:cubicBezTo>
                    <a:pt x="1088" y="5467"/>
                    <a:pt x="1215" y="5255"/>
                    <a:pt x="1415" y="5135"/>
                  </a:cubicBezTo>
                  <a:cubicBezTo>
                    <a:pt x="1632" y="5005"/>
                    <a:pt x="2046" y="4613"/>
                    <a:pt x="2067" y="4570"/>
                  </a:cubicBezTo>
                  <a:cubicBezTo>
                    <a:pt x="2111" y="4526"/>
                    <a:pt x="2285" y="3764"/>
                    <a:pt x="2350" y="3547"/>
                  </a:cubicBezTo>
                  <a:cubicBezTo>
                    <a:pt x="2394" y="3308"/>
                    <a:pt x="2067" y="2133"/>
                    <a:pt x="2111" y="2067"/>
                  </a:cubicBezTo>
                  <a:cubicBezTo>
                    <a:pt x="2154" y="1980"/>
                    <a:pt x="2111" y="218"/>
                    <a:pt x="2111" y="218"/>
                  </a:cubicBezTo>
                  <a:lnTo>
                    <a:pt x="805" y="0"/>
                  </a:ln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2" name="Google Shape;1912;g39181ba8852_8_2390"/>
            <p:cNvSpPr/>
            <p:nvPr/>
          </p:nvSpPr>
          <p:spPr>
            <a:xfrm>
              <a:off x="9792175" y="3609625"/>
              <a:ext cx="75625" cy="440625"/>
            </a:xfrm>
            <a:custGeom>
              <a:rect b="b" l="l" r="r" t="t"/>
              <a:pathLst>
                <a:path extrusionOk="0" h="17625" w="3025">
                  <a:moveTo>
                    <a:pt x="1371" y="0"/>
                  </a:moveTo>
                  <a:cubicBezTo>
                    <a:pt x="740" y="349"/>
                    <a:pt x="0" y="6136"/>
                    <a:pt x="0" y="6136"/>
                  </a:cubicBezTo>
                  <a:cubicBezTo>
                    <a:pt x="0" y="6136"/>
                    <a:pt x="65" y="11967"/>
                    <a:pt x="174" y="13033"/>
                  </a:cubicBezTo>
                  <a:cubicBezTo>
                    <a:pt x="283" y="14078"/>
                    <a:pt x="979" y="17624"/>
                    <a:pt x="979" y="17624"/>
                  </a:cubicBezTo>
                  <a:lnTo>
                    <a:pt x="2763" y="17494"/>
                  </a:lnTo>
                  <a:cubicBezTo>
                    <a:pt x="2763" y="17494"/>
                    <a:pt x="3003" y="13033"/>
                    <a:pt x="3025" y="12315"/>
                  </a:cubicBezTo>
                  <a:cubicBezTo>
                    <a:pt x="3025" y="11597"/>
                    <a:pt x="2959" y="9683"/>
                    <a:pt x="2916" y="9356"/>
                  </a:cubicBezTo>
                  <a:cubicBezTo>
                    <a:pt x="2850" y="9052"/>
                    <a:pt x="2785" y="3569"/>
                    <a:pt x="2241" y="1023"/>
                  </a:cubicBezTo>
                  <a:cubicBezTo>
                    <a:pt x="2067" y="109"/>
                    <a:pt x="1371" y="0"/>
                    <a:pt x="1371"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3" name="Google Shape;1913;g39181ba8852_8_2390"/>
            <p:cNvSpPr/>
            <p:nvPr/>
          </p:nvSpPr>
          <p:spPr>
            <a:xfrm>
              <a:off x="9615925" y="3513875"/>
              <a:ext cx="138725" cy="85975"/>
            </a:xfrm>
            <a:custGeom>
              <a:rect b="b" l="l" r="r" t="t"/>
              <a:pathLst>
                <a:path extrusionOk="0" h="3439" w="5549">
                  <a:moveTo>
                    <a:pt x="2786" y="1"/>
                  </a:moveTo>
                  <a:lnTo>
                    <a:pt x="2786" y="66"/>
                  </a:lnTo>
                  <a:lnTo>
                    <a:pt x="1480" y="66"/>
                  </a:lnTo>
                  <a:cubicBezTo>
                    <a:pt x="1480" y="66"/>
                    <a:pt x="1262" y="2046"/>
                    <a:pt x="1154" y="2438"/>
                  </a:cubicBezTo>
                  <a:cubicBezTo>
                    <a:pt x="1067" y="2851"/>
                    <a:pt x="0" y="3439"/>
                    <a:pt x="0" y="3439"/>
                  </a:cubicBezTo>
                  <a:lnTo>
                    <a:pt x="2786" y="3439"/>
                  </a:lnTo>
                  <a:lnTo>
                    <a:pt x="2786" y="3373"/>
                  </a:lnTo>
                  <a:lnTo>
                    <a:pt x="5549" y="3373"/>
                  </a:lnTo>
                  <a:cubicBezTo>
                    <a:pt x="5549" y="3373"/>
                    <a:pt x="4483" y="2786"/>
                    <a:pt x="4396" y="2373"/>
                  </a:cubicBezTo>
                  <a:cubicBezTo>
                    <a:pt x="4309" y="1981"/>
                    <a:pt x="4091" y="1"/>
                    <a:pt x="4091"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4" name="Google Shape;1914;g39181ba8852_8_2390"/>
            <p:cNvSpPr/>
            <p:nvPr/>
          </p:nvSpPr>
          <p:spPr>
            <a:xfrm>
              <a:off x="9615925" y="3513875"/>
              <a:ext cx="107725" cy="85975"/>
            </a:xfrm>
            <a:custGeom>
              <a:rect b="b" l="l" r="r" t="t"/>
              <a:pathLst>
                <a:path extrusionOk="0" h="3439" w="4309">
                  <a:moveTo>
                    <a:pt x="2786" y="1"/>
                  </a:moveTo>
                  <a:lnTo>
                    <a:pt x="2786" y="66"/>
                  </a:lnTo>
                  <a:lnTo>
                    <a:pt x="1480" y="66"/>
                  </a:lnTo>
                  <a:cubicBezTo>
                    <a:pt x="1480" y="66"/>
                    <a:pt x="1262" y="2046"/>
                    <a:pt x="1154" y="2438"/>
                  </a:cubicBezTo>
                  <a:cubicBezTo>
                    <a:pt x="1067" y="2851"/>
                    <a:pt x="0" y="3439"/>
                    <a:pt x="0" y="3439"/>
                  </a:cubicBezTo>
                  <a:lnTo>
                    <a:pt x="131" y="3439"/>
                  </a:lnTo>
                  <a:cubicBezTo>
                    <a:pt x="1371" y="3112"/>
                    <a:pt x="2611" y="2786"/>
                    <a:pt x="2764" y="2742"/>
                  </a:cubicBezTo>
                  <a:cubicBezTo>
                    <a:pt x="3112" y="2634"/>
                    <a:pt x="4309" y="1829"/>
                    <a:pt x="4309" y="1829"/>
                  </a:cubicBezTo>
                  <a:cubicBezTo>
                    <a:pt x="4222" y="1219"/>
                    <a:pt x="4135" y="349"/>
                    <a:pt x="4091" y="88"/>
                  </a:cubicBezTo>
                  <a:lnTo>
                    <a:pt x="4004"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5" name="Google Shape;1915;g39181ba8852_8_2390"/>
            <p:cNvSpPr/>
            <p:nvPr/>
          </p:nvSpPr>
          <p:spPr>
            <a:xfrm>
              <a:off x="9577325" y="3937625"/>
              <a:ext cx="107700" cy="315025"/>
            </a:xfrm>
            <a:custGeom>
              <a:rect b="b" l="l" r="r" t="t"/>
              <a:pathLst>
                <a:path extrusionOk="0" h="12601" w="4308">
                  <a:moveTo>
                    <a:pt x="2174" y="0"/>
                  </a:moveTo>
                  <a:cubicBezTo>
                    <a:pt x="619" y="0"/>
                    <a:pt x="0" y="1121"/>
                    <a:pt x="43" y="4504"/>
                  </a:cubicBezTo>
                  <a:cubicBezTo>
                    <a:pt x="87" y="7920"/>
                    <a:pt x="587" y="11619"/>
                    <a:pt x="805" y="12163"/>
                  </a:cubicBezTo>
                  <a:cubicBezTo>
                    <a:pt x="931" y="12466"/>
                    <a:pt x="1746" y="12601"/>
                    <a:pt x="2450" y="12601"/>
                  </a:cubicBezTo>
                  <a:cubicBezTo>
                    <a:pt x="2960" y="12601"/>
                    <a:pt x="3411" y="12530"/>
                    <a:pt x="3503" y="12403"/>
                  </a:cubicBezTo>
                  <a:cubicBezTo>
                    <a:pt x="3720" y="12076"/>
                    <a:pt x="4286" y="5005"/>
                    <a:pt x="4286" y="3895"/>
                  </a:cubicBezTo>
                  <a:cubicBezTo>
                    <a:pt x="4308" y="2786"/>
                    <a:pt x="3960" y="1"/>
                    <a:pt x="2219" y="1"/>
                  </a:cubicBezTo>
                  <a:cubicBezTo>
                    <a:pt x="2204" y="0"/>
                    <a:pt x="2189" y="0"/>
                    <a:pt x="217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6" name="Google Shape;1916;g39181ba8852_8_2390"/>
            <p:cNvSpPr/>
            <p:nvPr/>
          </p:nvSpPr>
          <p:spPr>
            <a:xfrm>
              <a:off x="9596350" y="4216650"/>
              <a:ext cx="69650" cy="93075"/>
            </a:xfrm>
            <a:custGeom>
              <a:rect b="b" l="l" r="r" t="t"/>
              <a:pathLst>
                <a:path extrusionOk="0" h="3723" w="2786">
                  <a:moveTo>
                    <a:pt x="1201" y="1"/>
                  </a:moveTo>
                  <a:cubicBezTo>
                    <a:pt x="587" y="1"/>
                    <a:pt x="65" y="493"/>
                    <a:pt x="44" y="1111"/>
                  </a:cubicBezTo>
                  <a:lnTo>
                    <a:pt x="22" y="2547"/>
                  </a:lnTo>
                  <a:cubicBezTo>
                    <a:pt x="0" y="3178"/>
                    <a:pt x="501" y="3700"/>
                    <a:pt x="1132" y="3722"/>
                  </a:cubicBezTo>
                  <a:lnTo>
                    <a:pt x="1567" y="3722"/>
                  </a:lnTo>
                  <a:cubicBezTo>
                    <a:pt x="1580" y="3723"/>
                    <a:pt x="1593" y="3723"/>
                    <a:pt x="1606" y="3723"/>
                  </a:cubicBezTo>
                  <a:cubicBezTo>
                    <a:pt x="2219" y="3723"/>
                    <a:pt x="2720" y="3230"/>
                    <a:pt x="2742" y="2612"/>
                  </a:cubicBezTo>
                  <a:lnTo>
                    <a:pt x="2763" y="1198"/>
                  </a:lnTo>
                  <a:cubicBezTo>
                    <a:pt x="2785" y="545"/>
                    <a:pt x="2285" y="23"/>
                    <a:pt x="1654" y="1"/>
                  </a:cubicBezTo>
                  <a:lnTo>
                    <a:pt x="1240" y="1"/>
                  </a:lnTo>
                  <a:cubicBezTo>
                    <a:pt x="1227" y="1"/>
                    <a:pt x="1214" y="1"/>
                    <a:pt x="1201"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7" name="Google Shape;1917;g39181ba8852_8_2390"/>
            <p:cNvSpPr/>
            <p:nvPr/>
          </p:nvSpPr>
          <p:spPr>
            <a:xfrm>
              <a:off x="9587650" y="4257475"/>
              <a:ext cx="80525" cy="272550"/>
            </a:xfrm>
            <a:custGeom>
              <a:rect b="b" l="l" r="r" t="t"/>
              <a:pathLst>
                <a:path extrusionOk="0" h="10902" w="3221">
                  <a:moveTo>
                    <a:pt x="1675" y="0"/>
                  </a:moveTo>
                  <a:cubicBezTo>
                    <a:pt x="1197" y="0"/>
                    <a:pt x="0" y="174"/>
                    <a:pt x="65" y="3351"/>
                  </a:cubicBezTo>
                  <a:cubicBezTo>
                    <a:pt x="109" y="6528"/>
                    <a:pt x="1458" y="10901"/>
                    <a:pt x="1458" y="10901"/>
                  </a:cubicBezTo>
                  <a:lnTo>
                    <a:pt x="2611" y="10901"/>
                  </a:lnTo>
                  <a:cubicBezTo>
                    <a:pt x="2611" y="10901"/>
                    <a:pt x="3177" y="5005"/>
                    <a:pt x="3199" y="3873"/>
                  </a:cubicBezTo>
                  <a:cubicBezTo>
                    <a:pt x="3199" y="1306"/>
                    <a:pt x="3220" y="0"/>
                    <a:pt x="1675"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8" name="Google Shape;1918;g39181ba8852_8_2390"/>
            <p:cNvSpPr/>
            <p:nvPr/>
          </p:nvSpPr>
          <p:spPr>
            <a:xfrm>
              <a:off x="9693700" y="3937725"/>
              <a:ext cx="118075" cy="315125"/>
            </a:xfrm>
            <a:custGeom>
              <a:rect b="b" l="l" r="r" t="t"/>
              <a:pathLst>
                <a:path extrusionOk="0" h="12605" w="4723">
                  <a:moveTo>
                    <a:pt x="2081" y="0"/>
                  </a:moveTo>
                  <a:cubicBezTo>
                    <a:pt x="1979" y="0"/>
                    <a:pt x="1873" y="6"/>
                    <a:pt x="1763" y="18"/>
                  </a:cubicBezTo>
                  <a:cubicBezTo>
                    <a:pt x="44" y="192"/>
                    <a:pt x="1" y="3021"/>
                    <a:pt x="110" y="4109"/>
                  </a:cubicBezTo>
                  <a:cubicBezTo>
                    <a:pt x="218" y="5218"/>
                    <a:pt x="1502" y="12203"/>
                    <a:pt x="1763" y="12486"/>
                  </a:cubicBezTo>
                  <a:cubicBezTo>
                    <a:pt x="1838" y="12567"/>
                    <a:pt x="2075" y="12605"/>
                    <a:pt x="2379" y="12605"/>
                  </a:cubicBezTo>
                  <a:cubicBezTo>
                    <a:pt x="3136" y="12605"/>
                    <a:pt x="4309" y="12367"/>
                    <a:pt x="4418" y="11963"/>
                  </a:cubicBezTo>
                  <a:cubicBezTo>
                    <a:pt x="4592" y="11420"/>
                    <a:pt x="4722" y="7677"/>
                    <a:pt x="4396" y="4283"/>
                  </a:cubicBezTo>
                  <a:cubicBezTo>
                    <a:pt x="4113" y="1124"/>
                    <a:pt x="3452" y="0"/>
                    <a:pt x="2081"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19" name="Google Shape;1919;g39181ba8852_8_2390"/>
            <p:cNvSpPr/>
            <p:nvPr/>
          </p:nvSpPr>
          <p:spPr>
            <a:xfrm>
              <a:off x="9735050" y="4214875"/>
              <a:ext cx="76175" cy="94450"/>
            </a:xfrm>
            <a:custGeom>
              <a:rect b="b" l="l" r="r" t="t"/>
              <a:pathLst>
                <a:path extrusionOk="0" h="3778" w="3047">
                  <a:moveTo>
                    <a:pt x="1605" y="1"/>
                  </a:moveTo>
                  <a:cubicBezTo>
                    <a:pt x="1564" y="1"/>
                    <a:pt x="1522" y="3"/>
                    <a:pt x="1480" y="7"/>
                  </a:cubicBezTo>
                  <a:lnTo>
                    <a:pt x="1067" y="72"/>
                  </a:lnTo>
                  <a:cubicBezTo>
                    <a:pt x="436" y="159"/>
                    <a:pt x="1" y="725"/>
                    <a:pt x="88" y="1356"/>
                  </a:cubicBezTo>
                  <a:lnTo>
                    <a:pt x="262" y="2770"/>
                  </a:lnTo>
                  <a:cubicBezTo>
                    <a:pt x="343" y="3359"/>
                    <a:pt x="841" y="3778"/>
                    <a:pt x="1420" y="3778"/>
                  </a:cubicBezTo>
                  <a:cubicBezTo>
                    <a:pt x="1462" y="3778"/>
                    <a:pt x="1503" y="3776"/>
                    <a:pt x="1545" y="3771"/>
                  </a:cubicBezTo>
                  <a:lnTo>
                    <a:pt x="1959" y="3706"/>
                  </a:lnTo>
                  <a:cubicBezTo>
                    <a:pt x="2590" y="3619"/>
                    <a:pt x="3047" y="3053"/>
                    <a:pt x="2960" y="2422"/>
                  </a:cubicBezTo>
                  <a:lnTo>
                    <a:pt x="2786" y="1008"/>
                  </a:lnTo>
                  <a:cubicBezTo>
                    <a:pt x="2704" y="419"/>
                    <a:pt x="2187" y="1"/>
                    <a:pt x="1605"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0" name="Google Shape;1920;g39181ba8852_8_2390"/>
            <p:cNvSpPr/>
            <p:nvPr/>
          </p:nvSpPr>
          <p:spPr>
            <a:xfrm>
              <a:off x="9735600" y="4256175"/>
              <a:ext cx="94125" cy="273300"/>
            </a:xfrm>
            <a:custGeom>
              <a:rect b="b" l="l" r="r" t="t"/>
              <a:pathLst>
                <a:path extrusionOk="0" h="10932" w="3765">
                  <a:moveTo>
                    <a:pt x="1708" y="1"/>
                  </a:moveTo>
                  <a:cubicBezTo>
                    <a:pt x="1647" y="1"/>
                    <a:pt x="1593" y="4"/>
                    <a:pt x="1545" y="9"/>
                  </a:cubicBezTo>
                  <a:cubicBezTo>
                    <a:pt x="0" y="161"/>
                    <a:pt x="153" y="1445"/>
                    <a:pt x="435" y="4012"/>
                  </a:cubicBezTo>
                  <a:cubicBezTo>
                    <a:pt x="566" y="5122"/>
                    <a:pt x="1719" y="10931"/>
                    <a:pt x="1719" y="10931"/>
                  </a:cubicBezTo>
                  <a:lnTo>
                    <a:pt x="2872" y="10823"/>
                  </a:lnTo>
                  <a:cubicBezTo>
                    <a:pt x="2872" y="10823"/>
                    <a:pt x="3764" y="6340"/>
                    <a:pt x="3503" y="3164"/>
                  </a:cubicBezTo>
                  <a:cubicBezTo>
                    <a:pt x="3249" y="303"/>
                    <a:pt x="2253" y="1"/>
                    <a:pt x="1708"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1" name="Google Shape;1921;g39181ba8852_8_2390"/>
            <p:cNvSpPr/>
            <p:nvPr/>
          </p:nvSpPr>
          <p:spPr>
            <a:xfrm>
              <a:off x="9570775" y="3920225"/>
              <a:ext cx="114250" cy="627200"/>
            </a:xfrm>
            <a:custGeom>
              <a:rect b="b" l="l" r="r" t="t"/>
              <a:pathLst>
                <a:path extrusionOk="0" h="25088" w="4570">
                  <a:moveTo>
                    <a:pt x="762" y="0"/>
                  </a:moveTo>
                  <a:cubicBezTo>
                    <a:pt x="762" y="0"/>
                    <a:pt x="175" y="2807"/>
                    <a:pt x="88" y="4330"/>
                  </a:cubicBezTo>
                  <a:cubicBezTo>
                    <a:pt x="1" y="5875"/>
                    <a:pt x="740" y="12555"/>
                    <a:pt x="740" y="13294"/>
                  </a:cubicBezTo>
                  <a:cubicBezTo>
                    <a:pt x="740" y="14034"/>
                    <a:pt x="675" y="16297"/>
                    <a:pt x="719" y="18516"/>
                  </a:cubicBezTo>
                  <a:cubicBezTo>
                    <a:pt x="762" y="20714"/>
                    <a:pt x="1328" y="25087"/>
                    <a:pt x="1328" y="25087"/>
                  </a:cubicBezTo>
                  <a:lnTo>
                    <a:pt x="4178" y="25022"/>
                  </a:lnTo>
                  <a:cubicBezTo>
                    <a:pt x="4178" y="25022"/>
                    <a:pt x="4178" y="15644"/>
                    <a:pt x="4200" y="14187"/>
                  </a:cubicBezTo>
                  <a:cubicBezTo>
                    <a:pt x="4200" y="12707"/>
                    <a:pt x="4548" y="4939"/>
                    <a:pt x="4548" y="4939"/>
                  </a:cubicBezTo>
                  <a:lnTo>
                    <a:pt x="4570" y="131"/>
                  </a:lnTo>
                  <a:lnTo>
                    <a:pt x="762"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2" name="Google Shape;1922;g39181ba8852_8_2390"/>
            <p:cNvSpPr/>
            <p:nvPr/>
          </p:nvSpPr>
          <p:spPr>
            <a:xfrm>
              <a:off x="9542500" y="3588950"/>
              <a:ext cx="285600" cy="334550"/>
            </a:xfrm>
            <a:custGeom>
              <a:rect b="b" l="l" r="r" t="t"/>
              <a:pathLst>
                <a:path extrusionOk="0" h="13382" w="11424">
                  <a:moveTo>
                    <a:pt x="3590" y="1"/>
                  </a:moveTo>
                  <a:cubicBezTo>
                    <a:pt x="3590" y="1"/>
                    <a:pt x="2894" y="305"/>
                    <a:pt x="2132" y="545"/>
                  </a:cubicBezTo>
                  <a:cubicBezTo>
                    <a:pt x="1262" y="806"/>
                    <a:pt x="305" y="1045"/>
                    <a:pt x="152" y="1350"/>
                  </a:cubicBezTo>
                  <a:cubicBezTo>
                    <a:pt x="0" y="1654"/>
                    <a:pt x="1545" y="7616"/>
                    <a:pt x="1719" y="8138"/>
                  </a:cubicBezTo>
                  <a:cubicBezTo>
                    <a:pt x="1893" y="8639"/>
                    <a:pt x="1436" y="12185"/>
                    <a:pt x="1893" y="13251"/>
                  </a:cubicBezTo>
                  <a:lnTo>
                    <a:pt x="5679" y="13382"/>
                  </a:lnTo>
                  <a:lnTo>
                    <a:pt x="5701" y="13382"/>
                  </a:lnTo>
                  <a:lnTo>
                    <a:pt x="9508" y="13273"/>
                  </a:lnTo>
                  <a:cubicBezTo>
                    <a:pt x="9857" y="12055"/>
                    <a:pt x="9487" y="8573"/>
                    <a:pt x="9661" y="8073"/>
                  </a:cubicBezTo>
                  <a:cubicBezTo>
                    <a:pt x="9857" y="7572"/>
                    <a:pt x="11423" y="1676"/>
                    <a:pt x="11271" y="1350"/>
                  </a:cubicBezTo>
                  <a:cubicBezTo>
                    <a:pt x="11119" y="1045"/>
                    <a:pt x="10139" y="827"/>
                    <a:pt x="9291" y="566"/>
                  </a:cubicBezTo>
                  <a:cubicBezTo>
                    <a:pt x="8508" y="327"/>
                    <a:pt x="7833" y="22"/>
                    <a:pt x="7833" y="22"/>
                  </a:cubicBezTo>
                  <a:lnTo>
                    <a:pt x="5701" y="1219"/>
                  </a:lnTo>
                  <a:lnTo>
                    <a:pt x="3590" y="1"/>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3" name="Google Shape;1923;g39181ba8852_8_2390"/>
            <p:cNvSpPr/>
            <p:nvPr/>
          </p:nvSpPr>
          <p:spPr>
            <a:xfrm>
              <a:off x="9684475" y="3918050"/>
              <a:ext cx="147425" cy="631550"/>
            </a:xfrm>
            <a:custGeom>
              <a:rect b="b" l="l" r="r" t="t"/>
              <a:pathLst>
                <a:path extrusionOk="0" h="25262" w="5897">
                  <a:moveTo>
                    <a:pt x="3786" y="0"/>
                  </a:moveTo>
                  <a:lnTo>
                    <a:pt x="22" y="218"/>
                  </a:lnTo>
                  <a:lnTo>
                    <a:pt x="0" y="5266"/>
                  </a:lnTo>
                  <a:cubicBezTo>
                    <a:pt x="0" y="5266"/>
                    <a:pt x="1675" y="12990"/>
                    <a:pt x="1828" y="14469"/>
                  </a:cubicBezTo>
                  <a:cubicBezTo>
                    <a:pt x="1980" y="15927"/>
                    <a:pt x="2959" y="25261"/>
                    <a:pt x="2959" y="25261"/>
                  </a:cubicBezTo>
                  <a:lnTo>
                    <a:pt x="5788" y="25022"/>
                  </a:lnTo>
                  <a:cubicBezTo>
                    <a:pt x="5788" y="25022"/>
                    <a:pt x="5896" y="20627"/>
                    <a:pt x="5722" y="18408"/>
                  </a:cubicBezTo>
                  <a:cubicBezTo>
                    <a:pt x="5527" y="16210"/>
                    <a:pt x="5244" y="13969"/>
                    <a:pt x="5178" y="13229"/>
                  </a:cubicBezTo>
                  <a:cubicBezTo>
                    <a:pt x="5091" y="12489"/>
                    <a:pt x="5135" y="5766"/>
                    <a:pt x="4896" y="4265"/>
                  </a:cubicBezTo>
                  <a:cubicBezTo>
                    <a:pt x="4656" y="2742"/>
                    <a:pt x="3786" y="0"/>
                    <a:pt x="3786"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4" name="Google Shape;1924;g39181ba8852_8_2390"/>
            <p:cNvSpPr/>
            <p:nvPr/>
          </p:nvSpPr>
          <p:spPr>
            <a:xfrm>
              <a:off x="9587100" y="4545775"/>
              <a:ext cx="79975" cy="58225"/>
            </a:xfrm>
            <a:custGeom>
              <a:rect b="b" l="l" r="r" t="t"/>
              <a:pathLst>
                <a:path extrusionOk="0" h="2329" w="3199">
                  <a:moveTo>
                    <a:pt x="3199" y="0"/>
                  </a:moveTo>
                  <a:lnTo>
                    <a:pt x="979" y="65"/>
                  </a:lnTo>
                  <a:cubicBezTo>
                    <a:pt x="979" y="65"/>
                    <a:pt x="0" y="1197"/>
                    <a:pt x="66" y="1501"/>
                  </a:cubicBezTo>
                  <a:cubicBezTo>
                    <a:pt x="87" y="1654"/>
                    <a:pt x="501" y="2285"/>
                    <a:pt x="1241" y="2328"/>
                  </a:cubicBezTo>
                  <a:cubicBezTo>
                    <a:pt x="1253" y="2329"/>
                    <a:pt x="1265" y="2329"/>
                    <a:pt x="1277" y="2329"/>
                  </a:cubicBezTo>
                  <a:cubicBezTo>
                    <a:pt x="1845" y="2329"/>
                    <a:pt x="2723" y="1849"/>
                    <a:pt x="2872" y="1828"/>
                  </a:cubicBezTo>
                  <a:cubicBezTo>
                    <a:pt x="3199" y="1806"/>
                    <a:pt x="3199" y="0"/>
                    <a:pt x="319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5" name="Google Shape;1925;g39181ba8852_8_2390"/>
            <p:cNvSpPr/>
            <p:nvPr/>
          </p:nvSpPr>
          <p:spPr>
            <a:xfrm>
              <a:off x="9763875" y="4544675"/>
              <a:ext cx="82175" cy="57050"/>
            </a:xfrm>
            <a:custGeom>
              <a:rect b="b" l="l" r="r" t="t"/>
              <a:pathLst>
                <a:path extrusionOk="0" h="2282" w="3287">
                  <a:moveTo>
                    <a:pt x="2198" y="1"/>
                  </a:moveTo>
                  <a:lnTo>
                    <a:pt x="1" y="175"/>
                  </a:lnTo>
                  <a:cubicBezTo>
                    <a:pt x="1" y="175"/>
                    <a:pt x="175" y="1959"/>
                    <a:pt x="501" y="1959"/>
                  </a:cubicBezTo>
                  <a:cubicBezTo>
                    <a:pt x="636" y="1959"/>
                    <a:pt x="1416" y="2282"/>
                    <a:pt x="1971" y="2282"/>
                  </a:cubicBezTo>
                  <a:cubicBezTo>
                    <a:pt x="2044" y="2282"/>
                    <a:pt x="2113" y="2276"/>
                    <a:pt x="2177" y="2263"/>
                  </a:cubicBezTo>
                  <a:cubicBezTo>
                    <a:pt x="2916" y="2155"/>
                    <a:pt x="3264" y="1502"/>
                    <a:pt x="3264" y="1328"/>
                  </a:cubicBezTo>
                  <a:cubicBezTo>
                    <a:pt x="3286" y="1023"/>
                    <a:pt x="2198" y="1"/>
                    <a:pt x="219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6" name="Google Shape;1926;g39181ba8852_8_2390"/>
            <p:cNvSpPr/>
            <p:nvPr/>
          </p:nvSpPr>
          <p:spPr>
            <a:xfrm>
              <a:off x="9542500" y="3628650"/>
              <a:ext cx="237725" cy="294850"/>
            </a:xfrm>
            <a:custGeom>
              <a:rect b="b" l="l" r="r" t="t"/>
              <a:pathLst>
                <a:path extrusionOk="0" h="11794" w="9509">
                  <a:moveTo>
                    <a:pt x="0" y="1"/>
                  </a:moveTo>
                  <a:lnTo>
                    <a:pt x="0" y="1"/>
                  </a:lnTo>
                  <a:cubicBezTo>
                    <a:pt x="414" y="1872"/>
                    <a:pt x="1610" y="6224"/>
                    <a:pt x="1719" y="6550"/>
                  </a:cubicBezTo>
                  <a:cubicBezTo>
                    <a:pt x="1893" y="7051"/>
                    <a:pt x="1436" y="10597"/>
                    <a:pt x="1893" y="11663"/>
                  </a:cubicBezTo>
                  <a:lnTo>
                    <a:pt x="5679" y="11794"/>
                  </a:lnTo>
                  <a:lnTo>
                    <a:pt x="5701" y="11794"/>
                  </a:lnTo>
                  <a:lnTo>
                    <a:pt x="9508" y="11685"/>
                  </a:lnTo>
                  <a:cubicBezTo>
                    <a:pt x="9508" y="11685"/>
                    <a:pt x="8660" y="11554"/>
                    <a:pt x="8334" y="11446"/>
                  </a:cubicBezTo>
                  <a:cubicBezTo>
                    <a:pt x="8228" y="11419"/>
                    <a:pt x="8036" y="11415"/>
                    <a:pt x="7808" y="11415"/>
                  </a:cubicBezTo>
                  <a:cubicBezTo>
                    <a:pt x="7692" y="11415"/>
                    <a:pt x="7566" y="11416"/>
                    <a:pt x="7439" y="11416"/>
                  </a:cubicBezTo>
                  <a:cubicBezTo>
                    <a:pt x="6989" y="11416"/>
                    <a:pt x="6511" y="11402"/>
                    <a:pt x="6310" y="11272"/>
                  </a:cubicBezTo>
                  <a:cubicBezTo>
                    <a:pt x="5962" y="11054"/>
                    <a:pt x="5396" y="10815"/>
                    <a:pt x="5070" y="10619"/>
                  </a:cubicBezTo>
                  <a:cubicBezTo>
                    <a:pt x="4743" y="10401"/>
                    <a:pt x="5070" y="9705"/>
                    <a:pt x="5070" y="9335"/>
                  </a:cubicBezTo>
                  <a:cubicBezTo>
                    <a:pt x="5048" y="8965"/>
                    <a:pt x="6071" y="8291"/>
                    <a:pt x="6745" y="8030"/>
                  </a:cubicBezTo>
                  <a:cubicBezTo>
                    <a:pt x="7441" y="7790"/>
                    <a:pt x="8638" y="7877"/>
                    <a:pt x="8899" y="7399"/>
                  </a:cubicBezTo>
                  <a:cubicBezTo>
                    <a:pt x="9182" y="6920"/>
                    <a:pt x="8442" y="6463"/>
                    <a:pt x="8138" y="6463"/>
                  </a:cubicBezTo>
                  <a:cubicBezTo>
                    <a:pt x="7823" y="6463"/>
                    <a:pt x="5885" y="5895"/>
                    <a:pt x="5477" y="5895"/>
                  </a:cubicBezTo>
                  <a:cubicBezTo>
                    <a:pt x="5463" y="5895"/>
                    <a:pt x="5450" y="5896"/>
                    <a:pt x="5440" y="5897"/>
                  </a:cubicBezTo>
                  <a:cubicBezTo>
                    <a:pt x="5230" y="5925"/>
                    <a:pt x="4159" y="6043"/>
                    <a:pt x="3316" y="6043"/>
                  </a:cubicBezTo>
                  <a:cubicBezTo>
                    <a:pt x="2846" y="6043"/>
                    <a:pt x="2447" y="6006"/>
                    <a:pt x="2307" y="5897"/>
                  </a:cubicBezTo>
                  <a:cubicBezTo>
                    <a:pt x="1915" y="5593"/>
                    <a:pt x="0" y="2"/>
                    <a:pt x="0"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7" name="Google Shape;1927;g39181ba8852_8_2390"/>
            <p:cNvSpPr/>
            <p:nvPr/>
          </p:nvSpPr>
          <p:spPr>
            <a:xfrm>
              <a:off x="9723075" y="3918050"/>
              <a:ext cx="108825" cy="627750"/>
            </a:xfrm>
            <a:custGeom>
              <a:rect b="b" l="l" r="r" t="t"/>
              <a:pathLst>
                <a:path extrusionOk="0" h="25110" w="4353">
                  <a:moveTo>
                    <a:pt x="2242" y="0"/>
                  </a:moveTo>
                  <a:lnTo>
                    <a:pt x="1" y="174"/>
                  </a:lnTo>
                  <a:cubicBezTo>
                    <a:pt x="1" y="174"/>
                    <a:pt x="1742" y="4743"/>
                    <a:pt x="1916" y="5744"/>
                  </a:cubicBezTo>
                  <a:cubicBezTo>
                    <a:pt x="2068" y="6745"/>
                    <a:pt x="2242" y="13468"/>
                    <a:pt x="2285" y="13860"/>
                  </a:cubicBezTo>
                  <a:cubicBezTo>
                    <a:pt x="2307" y="14230"/>
                    <a:pt x="3265" y="24609"/>
                    <a:pt x="3308" y="25109"/>
                  </a:cubicBezTo>
                  <a:lnTo>
                    <a:pt x="4244" y="25022"/>
                  </a:lnTo>
                  <a:cubicBezTo>
                    <a:pt x="4244" y="25022"/>
                    <a:pt x="4352" y="20627"/>
                    <a:pt x="4178" y="18408"/>
                  </a:cubicBezTo>
                  <a:cubicBezTo>
                    <a:pt x="3983" y="16210"/>
                    <a:pt x="3700" y="13969"/>
                    <a:pt x="3634" y="13229"/>
                  </a:cubicBezTo>
                  <a:cubicBezTo>
                    <a:pt x="3547" y="12489"/>
                    <a:pt x="3591" y="5766"/>
                    <a:pt x="3352" y="4265"/>
                  </a:cubicBezTo>
                  <a:cubicBezTo>
                    <a:pt x="3112" y="2742"/>
                    <a:pt x="2242" y="0"/>
                    <a:pt x="2242" y="0"/>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8" name="Google Shape;1928;g39181ba8852_8_2390"/>
            <p:cNvSpPr/>
            <p:nvPr/>
          </p:nvSpPr>
          <p:spPr>
            <a:xfrm>
              <a:off x="9620275" y="3983500"/>
              <a:ext cx="65300" cy="563375"/>
            </a:xfrm>
            <a:custGeom>
              <a:rect b="b" l="l" r="r" t="t"/>
              <a:pathLst>
                <a:path extrusionOk="0" h="22535" w="2612">
                  <a:moveTo>
                    <a:pt x="1195" y="1"/>
                  </a:moveTo>
                  <a:cubicBezTo>
                    <a:pt x="675" y="1"/>
                    <a:pt x="161" y="365"/>
                    <a:pt x="109" y="994"/>
                  </a:cubicBezTo>
                  <a:cubicBezTo>
                    <a:pt x="22" y="2082"/>
                    <a:pt x="1" y="2844"/>
                    <a:pt x="88" y="3344"/>
                  </a:cubicBezTo>
                  <a:cubicBezTo>
                    <a:pt x="327" y="4606"/>
                    <a:pt x="675" y="10807"/>
                    <a:pt x="632" y="10959"/>
                  </a:cubicBezTo>
                  <a:cubicBezTo>
                    <a:pt x="588" y="11133"/>
                    <a:pt x="610" y="22491"/>
                    <a:pt x="610" y="22491"/>
                  </a:cubicBezTo>
                  <a:lnTo>
                    <a:pt x="653" y="22535"/>
                  </a:lnTo>
                  <a:lnTo>
                    <a:pt x="2198" y="22491"/>
                  </a:lnTo>
                  <a:cubicBezTo>
                    <a:pt x="2198" y="22491"/>
                    <a:pt x="2198" y="13113"/>
                    <a:pt x="2220" y="11656"/>
                  </a:cubicBezTo>
                  <a:cubicBezTo>
                    <a:pt x="2220" y="10176"/>
                    <a:pt x="2568" y="2408"/>
                    <a:pt x="2568" y="2408"/>
                  </a:cubicBezTo>
                  <a:lnTo>
                    <a:pt x="2568" y="1995"/>
                  </a:lnTo>
                  <a:lnTo>
                    <a:pt x="2612" y="1386"/>
                  </a:lnTo>
                  <a:lnTo>
                    <a:pt x="2133" y="559"/>
                  </a:lnTo>
                  <a:cubicBezTo>
                    <a:pt x="1919" y="176"/>
                    <a:pt x="1555" y="1"/>
                    <a:pt x="1195"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29" name="Google Shape;1929;g39181ba8852_8_2390"/>
            <p:cNvSpPr/>
            <p:nvPr/>
          </p:nvSpPr>
          <p:spPr>
            <a:xfrm>
              <a:off x="9653450" y="3600375"/>
              <a:ext cx="31575" cy="20700"/>
            </a:xfrm>
            <a:custGeom>
              <a:rect b="b" l="l" r="r" t="t"/>
              <a:pathLst>
                <a:path extrusionOk="0" h="828" w="1263">
                  <a:moveTo>
                    <a:pt x="741" y="1"/>
                  </a:moveTo>
                  <a:lnTo>
                    <a:pt x="1" y="349"/>
                  </a:lnTo>
                  <a:lnTo>
                    <a:pt x="1263" y="827"/>
                  </a:lnTo>
                  <a:lnTo>
                    <a:pt x="1263" y="827"/>
                  </a:lnTo>
                  <a:lnTo>
                    <a:pt x="1110" y="109"/>
                  </a:lnTo>
                  <a:lnTo>
                    <a:pt x="741"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0" name="Google Shape;1930;g39181ba8852_8_2390"/>
            <p:cNvSpPr/>
            <p:nvPr/>
          </p:nvSpPr>
          <p:spPr>
            <a:xfrm>
              <a:off x="9685000" y="3600375"/>
              <a:ext cx="32125" cy="20700"/>
            </a:xfrm>
            <a:custGeom>
              <a:rect b="b" l="l" r="r" t="t"/>
              <a:pathLst>
                <a:path extrusionOk="0" h="828" w="1285">
                  <a:moveTo>
                    <a:pt x="545" y="1"/>
                  </a:moveTo>
                  <a:lnTo>
                    <a:pt x="153" y="109"/>
                  </a:lnTo>
                  <a:lnTo>
                    <a:pt x="1" y="827"/>
                  </a:lnTo>
                  <a:lnTo>
                    <a:pt x="1285" y="349"/>
                  </a:lnTo>
                  <a:lnTo>
                    <a:pt x="545"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1" name="Google Shape;1931;g39181ba8852_8_2390"/>
            <p:cNvSpPr/>
            <p:nvPr/>
          </p:nvSpPr>
          <p:spPr>
            <a:xfrm>
              <a:off x="9584925" y="3917500"/>
              <a:ext cx="200750" cy="28850"/>
            </a:xfrm>
            <a:custGeom>
              <a:rect b="b" l="l" r="r" t="t"/>
              <a:pathLst>
                <a:path extrusionOk="0" h="1154" w="8030">
                  <a:moveTo>
                    <a:pt x="7833" y="0"/>
                  </a:moveTo>
                  <a:lnTo>
                    <a:pt x="4004" y="240"/>
                  </a:lnTo>
                  <a:lnTo>
                    <a:pt x="131" y="109"/>
                  </a:lnTo>
                  <a:lnTo>
                    <a:pt x="0" y="980"/>
                  </a:lnTo>
                  <a:lnTo>
                    <a:pt x="3982" y="1154"/>
                  </a:lnTo>
                  <a:lnTo>
                    <a:pt x="8029" y="849"/>
                  </a:lnTo>
                  <a:lnTo>
                    <a:pt x="7833"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2" name="Google Shape;1932;g39181ba8852_8_2390"/>
            <p:cNvSpPr/>
            <p:nvPr/>
          </p:nvSpPr>
          <p:spPr>
            <a:xfrm>
              <a:off x="9663250" y="3921850"/>
              <a:ext cx="42450" cy="24500"/>
            </a:xfrm>
            <a:custGeom>
              <a:rect b="b" l="l" r="r" t="t"/>
              <a:pathLst>
                <a:path extrusionOk="0" h="980" w="1698">
                  <a:moveTo>
                    <a:pt x="479" y="1"/>
                  </a:moveTo>
                  <a:cubicBezTo>
                    <a:pt x="218" y="1"/>
                    <a:pt x="0" y="218"/>
                    <a:pt x="0" y="479"/>
                  </a:cubicBezTo>
                  <a:cubicBezTo>
                    <a:pt x="0" y="762"/>
                    <a:pt x="218" y="980"/>
                    <a:pt x="479" y="980"/>
                  </a:cubicBezTo>
                  <a:lnTo>
                    <a:pt x="1197" y="980"/>
                  </a:lnTo>
                  <a:cubicBezTo>
                    <a:pt x="1480" y="980"/>
                    <a:pt x="1698" y="762"/>
                    <a:pt x="1698" y="479"/>
                  </a:cubicBezTo>
                  <a:cubicBezTo>
                    <a:pt x="1698" y="218"/>
                    <a:pt x="1480" y="1"/>
                    <a:pt x="1197"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3" name="Google Shape;1933;g39181ba8852_8_2390"/>
            <p:cNvSpPr/>
            <p:nvPr/>
          </p:nvSpPr>
          <p:spPr>
            <a:xfrm>
              <a:off x="9669775" y="3608000"/>
              <a:ext cx="31025" cy="27225"/>
            </a:xfrm>
            <a:custGeom>
              <a:rect b="b" l="l" r="r" t="t"/>
              <a:pathLst>
                <a:path extrusionOk="0" h="1089" w="1241">
                  <a:moveTo>
                    <a:pt x="1" y="0"/>
                  </a:moveTo>
                  <a:lnTo>
                    <a:pt x="392" y="1088"/>
                  </a:lnTo>
                  <a:lnTo>
                    <a:pt x="893" y="1088"/>
                  </a:lnTo>
                  <a:lnTo>
                    <a:pt x="1241"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4" name="Google Shape;1934;g39181ba8852_8_2390"/>
            <p:cNvSpPr/>
            <p:nvPr/>
          </p:nvSpPr>
          <p:spPr>
            <a:xfrm>
              <a:off x="9663250" y="3635200"/>
              <a:ext cx="42450" cy="295925"/>
            </a:xfrm>
            <a:custGeom>
              <a:rect b="b" l="l" r="r" t="t"/>
              <a:pathLst>
                <a:path extrusionOk="0" h="11837" w="1698">
                  <a:moveTo>
                    <a:pt x="653" y="0"/>
                  </a:moveTo>
                  <a:lnTo>
                    <a:pt x="0" y="10879"/>
                  </a:lnTo>
                  <a:lnTo>
                    <a:pt x="893" y="11836"/>
                  </a:lnTo>
                  <a:lnTo>
                    <a:pt x="1698" y="10836"/>
                  </a:lnTo>
                  <a:lnTo>
                    <a:pt x="115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5" name="Google Shape;1935;g39181ba8852_8_2390"/>
            <p:cNvSpPr/>
            <p:nvPr/>
          </p:nvSpPr>
          <p:spPr>
            <a:xfrm>
              <a:off x="9532150" y="3593300"/>
              <a:ext cx="128950" cy="447500"/>
            </a:xfrm>
            <a:custGeom>
              <a:rect b="b" l="l" r="r" t="t"/>
              <a:pathLst>
                <a:path extrusionOk="0" h="17900" w="5158">
                  <a:moveTo>
                    <a:pt x="4178" y="1"/>
                  </a:moveTo>
                  <a:cubicBezTo>
                    <a:pt x="4178" y="1"/>
                    <a:pt x="806" y="588"/>
                    <a:pt x="414" y="762"/>
                  </a:cubicBezTo>
                  <a:cubicBezTo>
                    <a:pt x="1" y="936"/>
                    <a:pt x="1284" y="6528"/>
                    <a:pt x="1350" y="7986"/>
                  </a:cubicBezTo>
                  <a:cubicBezTo>
                    <a:pt x="1393" y="9422"/>
                    <a:pt x="1372" y="17799"/>
                    <a:pt x="1372" y="17799"/>
                  </a:cubicBezTo>
                  <a:lnTo>
                    <a:pt x="2220" y="17886"/>
                  </a:lnTo>
                  <a:cubicBezTo>
                    <a:pt x="2309" y="17895"/>
                    <a:pt x="2398" y="17899"/>
                    <a:pt x="2486" y="17899"/>
                  </a:cubicBezTo>
                  <a:cubicBezTo>
                    <a:pt x="2831" y="17899"/>
                    <a:pt x="3170" y="17833"/>
                    <a:pt x="3482" y="17712"/>
                  </a:cubicBezTo>
                  <a:lnTo>
                    <a:pt x="5070" y="17190"/>
                  </a:lnTo>
                  <a:lnTo>
                    <a:pt x="5157" y="7790"/>
                  </a:lnTo>
                  <a:lnTo>
                    <a:pt x="4178"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6" name="Google Shape;1936;g39181ba8852_8_2390"/>
            <p:cNvSpPr/>
            <p:nvPr/>
          </p:nvSpPr>
          <p:spPr>
            <a:xfrm>
              <a:off x="9705675" y="3596025"/>
              <a:ext cx="130025" cy="443925"/>
            </a:xfrm>
            <a:custGeom>
              <a:rect b="b" l="l" r="r" t="t"/>
              <a:pathLst>
                <a:path extrusionOk="0" h="17757" w="5201">
                  <a:moveTo>
                    <a:pt x="1197" y="0"/>
                  </a:moveTo>
                  <a:lnTo>
                    <a:pt x="1" y="7920"/>
                  </a:lnTo>
                  <a:lnTo>
                    <a:pt x="436" y="17102"/>
                  </a:lnTo>
                  <a:lnTo>
                    <a:pt x="2089" y="17624"/>
                  </a:lnTo>
                  <a:cubicBezTo>
                    <a:pt x="2342" y="17709"/>
                    <a:pt x="2613" y="17757"/>
                    <a:pt x="2891" y="17757"/>
                  </a:cubicBezTo>
                  <a:cubicBezTo>
                    <a:pt x="3043" y="17757"/>
                    <a:pt x="3197" y="17742"/>
                    <a:pt x="3351" y="17712"/>
                  </a:cubicBezTo>
                  <a:lnTo>
                    <a:pt x="5201" y="17429"/>
                  </a:lnTo>
                  <a:cubicBezTo>
                    <a:pt x="5201" y="17429"/>
                    <a:pt x="3917" y="9226"/>
                    <a:pt x="3895" y="7768"/>
                  </a:cubicBezTo>
                  <a:cubicBezTo>
                    <a:pt x="3874" y="6332"/>
                    <a:pt x="5114" y="610"/>
                    <a:pt x="4722" y="457"/>
                  </a:cubicBezTo>
                  <a:cubicBezTo>
                    <a:pt x="4309" y="305"/>
                    <a:pt x="1197" y="0"/>
                    <a:pt x="119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7" name="Google Shape;1937;g39181ba8852_8_2390"/>
            <p:cNvSpPr/>
            <p:nvPr/>
          </p:nvSpPr>
          <p:spPr>
            <a:xfrm>
              <a:off x="9619200" y="3572100"/>
              <a:ext cx="62025" cy="60400"/>
            </a:xfrm>
            <a:custGeom>
              <a:rect b="b" l="l" r="r" t="t"/>
              <a:pathLst>
                <a:path extrusionOk="0" h="2416" w="2481">
                  <a:moveTo>
                    <a:pt x="740" y="0"/>
                  </a:moveTo>
                  <a:lnTo>
                    <a:pt x="0" y="870"/>
                  </a:lnTo>
                  <a:lnTo>
                    <a:pt x="1849" y="2415"/>
                  </a:lnTo>
                  <a:lnTo>
                    <a:pt x="2480" y="1240"/>
                  </a:lnTo>
                  <a:lnTo>
                    <a:pt x="740"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8" name="Google Shape;1938;g39181ba8852_8_2390"/>
            <p:cNvSpPr/>
            <p:nvPr/>
          </p:nvSpPr>
          <p:spPr>
            <a:xfrm>
              <a:off x="9688825" y="3572100"/>
              <a:ext cx="62025" cy="60400"/>
            </a:xfrm>
            <a:custGeom>
              <a:rect b="b" l="l" r="r" t="t"/>
              <a:pathLst>
                <a:path extrusionOk="0" h="2416" w="2481">
                  <a:moveTo>
                    <a:pt x="1741" y="0"/>
                  </a:moveTo>
                  <a:lnTo>
                    <a:pt x="0" y="1240"/>
                  </a:lnTo>
                  <a:lnTo>
                    <a:pt x="631" y="2415"/>
                  </a:lnTo>
                  <a:lnTo>
                    <a:pt x="2481" y="870"/>
                  </a:lnTo>
                  <a:lnTo>
                    <a:pt x="1741" y="0"/>
                  </a:ln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39" name="Google Shape;1939;g39181ba8852_8_2390"/>
            <p:cNvSpPr/>
            <p:nvPr/>
          </p:nvSpPr>
          <p:spPr>
            <a:xfrm>
              <a:off x="9627900" y="3405525"/>
              <a:ext cx="121850" cy="158475"/>
            </a:xfrm>
            <a:custGeom>
              <a:rect b="b" l="l" r="r" t="t"/>
              <a:pathLst>
                <a:path extrusionOk="0" h="6339" w="4874">
                  <a:moveTo>
                    <a:pt x="2510" y="1"/>
                  </a:moveTo>
                  <a:cubicBezTo>
                    <a:pt x="1278" y="1"/>
                    <a:pt x="214" y="1256"/>
                    <a:pt x="109" y="2877"/>
                  </a:cubicBezTo>
                  <a:cubicBezTo>
                    <a:pt x="0" y="4531"/>
                    <a:pt x="1219" y="6271"/>
                    <a:pt x="2241" y="6337"/>
                  </a:cubicBezTo>
                  <a:cubicBezTo>
                    <a:pt x="2263" y="6338"/>
                    <a:pt x="2284" y="6339"/>
                    <a:pt x="2305" y="6339"/>
                  </a:cubicBezTo>
                  <a:cubicBezTo>
                    <a:pt x="3361" y="6339"/>
                    <a:pt x="4659" y="4781"/>
                    <a:pt x="4765" y="3160"/>
                  </a:cubicBezTo>
                  <a:cubicBezTo>
                    <a:pt x="4874" y="1485"/>
                    <a:pt x="3917" y="70"/>
                    <a:pt x="2633" y="5"/>
                  </a:cubicBezTo>
                  <a:cubicBezTo>
                    <a:pt x="2592" y="2"/>
                    <a:pt x="2551" y="1"/>
                    <a:pt x="2510" y="1"/>
                  </a:cubicBezTo>
                  <a:close/>
                </a:path>
              </a:pathLst>
            </a:custGeom>
            <a:solidFill>
              <a:srgbClr val="DAAA8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40" name="Google Shape;1940;g39181ba8852_8_2390"/>
            <p:cNvSpPr/>
            <p:nvPr/>
          </p:nvSpPr>
          <p:spPr>
            <a:xfrm>
              <a:off x="9620275" y="3401300"/>
              <a:ext cx="136025" cy="94650"/>
            </a:xfrm>
            <a:custGeom>
              <a:rect b="b" l="l" r="r" t="t"/>
              <a:pathLst>
                <a:path extrusionOk="0" h="3786" w="5441">
                  <a:moveTo>
                    <a:pt x="2372" y="0"/>
                  </a:moveTo>
                  <a:cubicBezTo>
                    <a:pt x="2198" y="22"/>
                    <a:pt x="958" y="544"/>
                    <a:pt x="806" y="762"/>
                  </a:cubicBezTo>
                  <a:cubicBezTo>
                    <a:pt x="653" y="979"/>
                    <a:pt x="196" y="1697"/>
                    <a:pt x="109" y="2045"/>
                  </a:cubicBezTo>
                  <a:cubicBezTo>
                    <a:pt x="1" y="2393"/>
                    <a:pt x="305" y="3177"/>
                    <a:pt x="392" y="3373"/>
                  </a:cubicBezTo>
                  <a:cubicBezTo>
                    <a:pt x="392" y="3373"/>
                    <a:pt x="893" y="1806"/>
                    <a:pt x="1088" y="1697"/>
                  </a:cubicBezTo>
                  <a:cubicBezTo>
                    <a:pt x="1120" y="1684"/>
                    <a:pt x="1216" y="1679"/>
                    <a:pt x="1356" y="1679"/>
                  </a:cubicBezTo>
                  <a:cubicBezTo>
                    <a:pt x="2166" y="1679"/>
                    <a:pt x="4461" y="1872"/>
                    <a:pt x="4461" y="2002"/>
                  </a:cubicBezTo>
                  <a:cubicBezTo>
                    <a:pt x="4483" y="2154"/>
                    <a:pt x="5005" y="3786"/>
                    <a:pt x="5005" y="3786"/>
                  </a:cubicBezTo>
                  <a:cubicBezTo>
                    <a:pt x="5005" y="3786"/>
                    <a:pt x="5114" y="3612"/>
                    <a:pt x="5135" y="3568"/>
                  </a:cubicBezTo>
                  <a:cubicBezTo>
                    <a:pt x="5157" y="3503"/>
                    <a:pt x="5375" y="2763"/>
                    <a:pt x="5418" y="2676"/>
                  </a:cubicBezTo>
                  <a:cubicBezTo>
                    <a:pt x="5440" y="2589"/>
                    <a:pt x="5266" y="1937"/>
                    <a:pt x="5157" y="1697"/>
                  </a:cubicBezTo>
                  <a:cubicBezTo>
                    <a:pt x="5048" y="1458"/>
                    <a:pt x="4700" y="1088"/>
                    <a:pt x="4570" y="762"/>
                  </a:cubicBezTo>
                  <a:cubicBezTo>
                    <a:pt x="4439" y="457"/>
                    <a:pt x="3786" y="152"/>
                    <a:pt x="3417" y="65"/>
                  </a:cubicBezTo>
                  <a:cubicBezTo>
                    <a:pt x="3047" y="0"/>
                    <a:pt x="2568" y="0"/>
                    <a:pt x="2372"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1941" name="Google Shape;1941;g39181ba8852_8_239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Transcription</a:t>
            </a:r>
            <a:endParaRPr/>
          </a:p>
        </p:txBody>
      </p:sp>
      <p:sp>
        <p:nvSpPr>
          <p:cNvPr id="1942" name="Google Shape;1942;g39181ba8852_8_2390"/>
          <p:cNvSpPr txBox="1"/>
          <p:nvPr>
            <p:ph idx="4294967295" type="title"/>
          </p:nvPr>
        </p:nvSpPr>
        <p:spPr>
          <a:xfrm>
            <a:off x="838212" y="1803698"/>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01</a:t>
            </a:r>
            <a:endParaRPr/>
          </a:p>
        </p:txBody>
      </p:sp>
      <p:sp>
        <p:nvSpPr>
          <p:cNvPr id="1943" name="Google Shape;1943;g39181ba8852_8_2390"/>
          <p:cNvSpPr txBox="1"/>
          <p:nvPr>
            <p:ph idx="4294967295" type="title"/>
          </p:nvPr>
        </p:nvSpPr>
        <p:spPr>
          <a:xfrm>
            <a:off x="6001943" y="1747260"/>
            <a:ext cx="1305900" cy="795600"/>
          </a:xfrm>
          <a:prstGeom prst="rect">
            <a:avLst/>
          </a:prstGeom>
        </p:spPr>
        <p:txBody>
          <a:bodyPr anchorCtr="0" anchor="t" bIns="121900" lIns="121900" spcFirstLastPara="1" rIns="121900" wrap="square" tIns="121900">
            <a:noAutofit/>
          </a:bodyPr>
          <a:lstStyle/>
          <a:p>
            <a:pPr indent="0" lvl="0" marL="0" rtl="0" algn="l">
              <a:spcBef>
                <a:spcPts val="0"/>
              </a:spcBef>
              <a:spcAft>
                <a:spcPts val="0"/>
              </a:spcAft>
              <a:buNone/>
            </a:pPr>
            <a:r>
              <a:rPr lang="en-US"/>
              <a:t>02</a:t>
            </a:r>
            <a:endParaRPr/>
          </a:p>
        </p:txBody>
      </p:sp>
      <p:sp>
        <p:nvSpPr>
          <p:cNvPr id="1944" name="Google Shape;1944;g39181ba8852_8_2390"/>
          <p:cNvSpPr txBox="1"/>
          <p:nvPr>
            <p:ph idx="3" type="subTitle"/>
          </p:nvPr>
        </p:nvSpPr>
        <p:spPr>
          <a:xfrm>
            <a:off x="838200" y="2599300"/>
            <a:ext cx="3742200" cy="701100"/>
          </a:xfrm>
          <a:prstGeom prst="rect">
            <a:avLst/>
          </a:prstGeom>
        </p:spPr>
        <p:txBody>
          <a:bodyPr anchorCtr="0" anchor="b" bIns="121900" lIns="121900" spcFirstLastPara="1" rIns="121900" wrap="square" tIns="121900">
            <a:noAutofit/>
          </a:bodyPr>
          <a:lstStyle/>
          <a:p>
            <a:pPr indent="0" lvl="0" marL="0" rtl="0" algn="l">
              <a:spcBef>
                <a:spcPts val="0"/>
              </a:spcBef>
              <a:spcAft>
                <a:spcPts val="2100"/>
              </a:spcAft>
              <a:buNone/>
            </a:pPr>
            <a:r>
              <a:rPr b="0" lang="en-US" sz="1600">
                <a:solidFill>
                  <a:schemeClr val="dk1"/>
                </a:solidFill>
                <a:latin typeface="Open Sans"/>
                <a:ea typeface="Open Sans"/>
                <a:cs typeface="Open Sans"/>
                <a:sym typeface="Open Sans"/>
              </a:rPr>
              <a:t>Automatic Speech Recognition</a:t>
            </a:r>
            <a:endParaRPr/>
          </a:p>
        </p:txBody>
      </p:sp>
      <p:sp>
        <p:nvSpPr>
          <p:cNvPr id="1945" name="Google Shape;1945;g39181ba8852_8_2390"/>
          <p:cNvSpPr txBox="1"/>
          <p:nvPr>
            <p:ph idx="4294967295" type="subTitle"/>
          </p:nvPr>
        </p:nvSpPr>
        <p:spPr>
          <a:xfrm>
            <a:off x="6001956" y="2599275"/>
            <a:ext cx="2977200" cy="701100"/>
          </a:xfrm>
          <a:prstGeom prst="rect">
            <a:avLst/>
          </a:prstGeom>
        </p:spPr>
        <p:txBody>
          <a:bodyPr anchorCtr="0" anchor="t" bIns="121900" lIns="121900" spcFirstLastPara="1" rIns="121900" wrap="square" tIns="121900">
            <a:noAutofit/>
          </a:bodyPr>
          <a:lstStyle/>
          <a:p>
            <a:pPr indent="0" lvl="0" marL="0" rtl="0" algn="l">
              <a:spcBef>
                <a:spcPts val="0"/>
              </a:spcBef>
              <a:spcAft>
                <a:spcPts val="2100"/>
              </a:spcAft>
              <a:buNone/>
            </a:pPr>
            <a:r>
              <a:rPr lang="en-US"/>
              <a:t>Phoneme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9" name="Shape 1949"/>
        <p:cNvGrpSpPr/>
        <p:nvPr/>
      </p:nvGrpSpPr>
      <p:grpSpPr>
        <a:xfrm>
          <a:off x="0" y="0"/>
          <a:ext cx="0" cy="0"/>
          <a:chOff x="0" y="0"/>
          <a:chExt cx="0" cy="0"/>
        </a:xfrm>
      </p:grpSpPr>
      <p:sp>
        <p:nvSpPr>
          <p:cNvPr id="1950" name="Google Shape;195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93617"/>
              <a:buFont typeface="Play"/>
              <a:buNone/>
            </a:pPr>
            <a:r>
              <a:rPr lang="en-US"/>
              <a:t>Automatic speech recognition (ASR)</a:t>
            </a:r>
            <a:endParaRPr/>
          </a:p>
        </p:txBody>
      </p:sp>
      <p:sp>
        <p:nvSpPr>
          <p:cNvPr id="1951" name="Google Shape;1951;p1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0"/>
              </a:spcBef>
              <a:spcAft>
                <a:spcPts val="0"/>
              </a:spcAft>
              <a:buSzPts val="1800"/>
              <a:buChar char="●"/>
            </a:pPr>
            <a:r>
              <a:rPr lang="en-US"/>
              <a:t>ASR models use ML and NLP for speech-to-text conversion</a:t>
            </a:r>
            <a:endParaRPr/>
          </a:p>
          <a:p>
            <a:pPr indent="-342900" lvl="1" marL="914400" rtl="0" algn="l">
              <a:lnSpc>
                <a:spcPct val="150000"/>
              </a:lnSpc>
              <a:spcBef>
                <a:spcPts val="0"/>
              </a:spcBef>
              <a:spcAft>
                <a:spcPts val="0"/>
              </a:spcAft>
              <a:buSzPts val="1800"/>
              <a:buChar char="○"/>
            </a:pPr>
            <a:r>
              <a:rPr lang="en-US"/>
              <a:t>Generating transcripts using Whisper models</a:t>
            </a:r>
            <a:endParaRPr/>
          </a:p>
          <a:p>
            <a:pPr indent="-342900" lvl="0" marL="457200" rtl="0" algn="l">
              <a:lnSpc>
                <a:spcPct val="150000"/>
              </a:lnSpc>
              <a:spcBef>
                <a:spcPts val="0"/>
              </a:spcBef>
              <a:spcAft>
                <a:spcPts val="0"/>
              </a:spcAft>
              <a:buSzPts val="1800"/>
              <a:buChar char="●"/>
            </a:pPr>
            <a:r>
              <a:rPr lang="en-US"/>
              <a:t>Multiple variants and sizes for GPU or CPU usage with different precision</a:t>
            </a:r>
            <a:endParaRPr/>
          </a:p>
          <a:p>
            <a:pPr indent="-342900" lvl="0" marL="457200" rtl="0" algn="l">
              <a:lnSpc>
                <a:spcPct val="150000"/>
              </a:lnSpc>
              <a:spcBef>
                <a:spcPts val="0"/>
              </a:spcBef>
              <a:spcAft>
                <a:spcPts val="0"/>
              </a:spcAft>
              <a:buSzPts val="1800"/>
              <a:buChar char="●"/>
            </a:pPr>
            <a:r>
              <a:rPr lang="en-US"/>
              <a:t>Ability to produce word level timestamps → align transcription with speakers in real-time</a:t>
            </a:r>
            <a:endParaRPr/>
          </a:p>
        </p:txBody>
      </p:sp>
      <p:pic>
        <p:nvPicPr>
          <p:cNvPr id="1952" name="Google Shape;1952;p17" title="Pipeline-Diagram w_o text.drawio (2).png"/>
          <p:cNvPicPr preferRelativeResize="0"/>
          <p:nvPr/>
        </p:nvPicPr>
        <p:blipFill rotWithShape="1">
          <a:blip r:embed="rId3">
            <a:alphaModFix/>
          </a:blip>
          <a:srcRect b="0" l="9788" r="0" t="0"/>
          <a:stretch/>
        </p:blipFill>
        <p:spPr>
          <a:xfrm>
            <a:off x="2641850" y="4389275"/>
            <a:ext cx="10450652" cy="2285200"/>
          </a:xfrm>
          <a:prstGeom prst="rect">
            <a:avLst/>
          </a:prstGeom>
          <a:noFill/>
          <a:ln>
            <a:noFill/>
          </a:ln>
        </p:spPr>
      </p:pic>
      <p:sp>
        <p:nvSpPr>
          <p:cNvPr id="1953" name="Google Shape;1953;p17"/>
          <p:cNvSpPr/>
          <p:nvPr/>
        </p:nvSpPr>
        <p:spPr>
          <a:xfrm>
            <a:off x="7067625" y="5669900"/>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7" name="Shape 1957"/>
        <p:cNvGrpSpPr/>
        <p:nvPr/>
      </p:nvGrpSpPr>
      <p:grpSpPr>
        <a:xfrm>
          <a:off x="0" y="0"/>
          <a:ext cx="0" cy="0"/>
          <a:chOff x="0" y="0"/>
          <a:chExt cx="0" cy="0"/>
        </a:xfrm>
      </p:grpSpPr>
      <p:sp>
        <p:nvSpPr>
          <p:cNvPr id="1958" name="Google Shape;1958;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Phoneme model</a:t>
            </a:r>
            <a:endParaRPr/>
          </a:p>
        </p:txBody>
      </p:sp>
      <p:sp>
        <p:nvSpPr>
          <p:cNvPr id="1959" name="Google Shape;1959;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342900" lvl="0" marL="457200" rtl="0" algn="l">
              <a:lnSpc>
                <a:spcPct val="150000"/>
              </a:lnSpc>
              <a:spcBef>
                <a:spcPts val="0"/>
              </a:spcBef>
              <a:spcAft>
                <a:spcPts val="0"/>
              </a:spcAft>
              <a:buSzPts val="1800"/>
              <a:buChar char="●"/>
            </a:pPr>
            <a:r>
              <a:rPr lang="en-US"/>
              <a:t>S</a:t>
            </a:r>
            <a:r>
              <a:rPr lang="en-US"/>
              <a:t>peechBrain Sound-Choice grapheme-to-phoneme model (ARPAbet-style)</a:t>
            </a:r>
            <a:endParaRPr/>
          </a:p>
          <a:p>
            <a:pPr indent="-342900" lvl="0" marL="457200" rtl="0" algn="l">
              <a:lnSpc>
                <a:spcPct val="150000"/>
              </a:lnSpc>
              <a:spcBef>
                <a:spcPts val="0"/>
              </a:spcBef>
              <a:spcAft>
                <a:spcPts val="0"/>
              </a:spcAft>
              <a:buSzPts val="1800"/>
              <a:buChar char="●"/>
            </a:pPr>
            <a:r>
              <a:rPr lang="en-US"/>
              <a:t>Converting text to phonetic representation</a:t>
            </a:r>
            <a:endParaRPr/>
          </a:p>
          <a:p>
            <a:pPr indent="-342900" lvl="0" marL="457200" rtl="0" algn="l">
              <a:lnSpc>
                <a:spcPct val="150000"/>
              </a:lnSpc>
              <a:spcBef>
                <a:spcPts val="0"/>
              </a:spcBef>
              <a:spcAft>
                <a:spcPts val="0"/>
              </a:spcAft>
              <a:buSzPts val="1800"/>
              <a:buChar char="●"/>
            </a:pPr>
            <a:r>
              <a:rPr lang="en-US"/>
              <a:t>Phonemes provide fine-grained temporal units</a:t>
            </a:r>
            <a:endParaRPr/>
          </a:p>
          <a:p>
            <a:pPr indent="-342900" lvl="0" marL="457200" rtl="0" algn="l">
              <a:lnSpc>
                <a:spcPct val="150000"/>
              </a:lnSpc>
              <a:spcBef>
                <a:spcPts val="0"/>
              </a:spcBef>
              <a:spcAft>
                <a:spcPts val="0"/>
              </a:spcAft>
              <a:buSzPts val="1800"/>
              <a:buChar char="●"/>
            </a:pPr>
            <a:r>
              <a:rPr lang="en-US"/>
              <a:t>Supports more precise alignment between VAD, ASR, and speakers</a:t>
            </a:r>
            <a:endParaRPr/>
          </a:p>
          <a:p>
            <a:pPr indent="-342900" lvl="0" marL="457200" rtl="0" algn="l">
              <a:lnSpc>
                <a:spcPct val="150000"/>
              </a:lnSpc>
              <a:spcBef>
                <a:spcPts val="0"/>
              </a:spcBef>
              <a:spcAft>
                <a:spcPts val="0"/>
              </a:spcAft>
              <a:buSzPts val="1800"/>
              <a:buChar char="●"/>
            </a:pPr>
            <a:r>
              <a:rPr b="1" lang="en-US"/>
              <a:t>Example: "I live in Pasadena" → "AY L IH V IH N P AE S AH D IY N AH"</a:t>
            </a:r>
            <a:endParaRPr b="1"/>
          </a:p>
        </p:txBody>
      </p:sp>
      <p:pic>
        <p:nvPicPr>
          <p:cNvPr id="1960" name="Google Shape;1960;p19" title="Pipeline-Diagram w_o text.drawio (2).png"/>
          <p:cNvPicPr preferRelativeResize="0"/>
          <p:nvPr/>
        </p:nvPicPr>
        <p:blipFill rotWithShape="1">
          <a:blip r:embed="rId3">
            <a:alphaModFix/>
          </a:blip>
          <a:srcRect b="0" l="9788" r="0" t="0"/>
          <a:stretch/>
        </p:blipFill>
        <p:spPr>
          <a:xfrm>
            <a:off x="2641850" y="4389275"/>
            <a:ext cx="10450652" cy="2285200"/>
          </a:xfrm>
          <a:prstGeom prst="rect">
            <a:avLst/>
          </a:prstGeom>
          <a:noFill/>
          <a:ln>
            <a:noFill/>
          </a:ln>
        </p:spPr>
      </p:pic>
      <p:sp>
        <p:nvSpPr>
          <p:cNvPr id="1961" name="Google Shape;1961;p19"/>
          <p:cNvSpPr/>
          <p:nvPr/>
        </p:nvSpPr>
        <p:spPr>
          <a:xfrm>
            <a:off x="7067625" y="6200678"/>
            <a:ext cx="1291800" cy="615300"/>
          </a:xfrm>
          <a:prstGeom prst="ellipse">
            <a:avLst/>
          </a:prstGeom>
          <a:noFill/>
          <a:ln cap="flat" cmpd="sng" w="1905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5" name="Shape 1965"/>
        <p:cNvGrpSpPr/>
        <p:nvPr/>
      </p:nvGrpSpPr>
      <p:grpSpPr>
        <a:xfrm>
          <a:off x="0" y="0"/>
          <a:ext cx="0" cy="0"/>
          <a:chOff x="0" y="0"/>
          <a:chExt cx="0" cy="0"/>
        </a:xfrm>
      </p:grpSpPr>
      <p:sp>
        <p:nvSpPr>
          <p:cNvPr id="1966" name="Google Shape;1966;g39181ba8852_8_3823"/>
          <p:cNvSpPr/>
          <p:nvPr/>
        </p:nvSpPr>
        <p:spPr>
          <a:xfrm>
            <a:off x="-76667" y="6253939"/>
            <a:ext cx="6893668" cy="1052239"/>
          </a:xfrm>
          <a:custGeom>
            <a:rect b="b" l="l" r="r" t="t"/>
            <a:pathLst>
              <a:path extrusionOk="0" h="9771" w="64014">
                <a:moveTo>
                  <a:pt x="31876" y="1"/>
                </a:moveTo>
                <a:cubicBezTo>
                  <a:pt x="14187" y="1"/>
                  <a:pt x="1" y="2155"/>
                  <a:pt x="1" y="4875"/>
                </a:cubicBezTo>
                <a:cubicBezTo>
                  <a:pt x="1" y="7573"/>
                  <a:pt x="14339" y="9770"/>
                  <a:pt x="32007" y="9770"/>
                </a:cubicBezTo>
                <a:cubicBezTo>
                  <a:pt x="49674" y="9770"/>
                  <a:pt x="64013" y="7573"/>
                  <a:pt x="64013" y="4875"/>
                </a:cubicBezTo>
                <a:cubicBezTo>
                  <a:pt x="64013" y="2155"/>
                  <a:pt x="49544" y="1"/>
                  <a:pt x="31876"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67" name="Google Shape;1967;g39181ba8852_8_3823"/>
          <p:cNvSpPr txBox="1"/>
          <p:nvPr>
            <p:ph type="title"/>
          </p:nvPr>
        </p:nvSpPr>
        <p:spPr>
          <a:xfrm>
            <a:off x="7500283" y="3264028"/>
            <a:ext cx="5366400" cy="24684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Results</a:t>
            </a:r>
            <a:endParaRPr/>
          </a:p>
        </p:txBody>
      </p:sp>
      <p:sp>
        <p:nvSpPr>
          <p:cNvPr id="1968" name="Google Shape;1968;g39181ba8852_8_3823"/>
          <p:cNvSpPr txBox="1"/>
          <p:nvPr>
            <p:ph idx="2" type="title"/>
          </p:nvPr>
        </p:nvSpPr>
        <p:spPr>
          <a:xfrm>
            <a:off x="7500283" y="2076169"/>
            <a:ext cx="2574900" cy="1496400"/>
          </a:xfrm>
          <a:prstGeom prst="rect">
            <a:avLst/>
          </a:prstGeom>
        </p:spPr>
        <p:txBody>
          <a:bodyPr anchorCtr="0" anchor="ctr" bIns="121900" lIns="121900" spcFirstLastPara="1" rIns="121900" wrap="square" tIns="121900">
            <a:noAutofit/>
          </a:bodyPr>
          <a:lstStyle/>
          <a:p>
            <a:pPr indent="0" lvl="0" marL="0" rtl="0" algn="l">
              <a:spcBef>
                <a:spcPts val="0"/>
              </a:spcBef>
              <a:spcAft>
                <a:spcPts val="0"/>
              </a:spcAft>
              <a:buNone/>
            </a:pPr>
            <a:r>
              <a:rPr lang="en-US"/>
              <a:t>03</a:t>
            </a:r>
            <a:endParaRPr/>
          </a:p>
        </p:txBody>
      </p:sp>
      <p:grpSp>
        <p:nvGrpSpPr>
          <p:cNvPr id="1969" name="Google Shape;1969;g39181ba8852_8_3823"/>
          <p:cNvGrpSpPr/>
          <p:nvPr/>
        </p:nvGrpSpPr>
        <p:grpSpPr>
          <a:xfrm>
            <a:off x="5040238" y="4246531"/>
            <a:ext cx="1030347" cy="2421944"/>
            <a:chOff x="3570318" y="2951672"/>
            <a:chExt cx="772780" cy="1816504"/>
          </a:xfrm>
        </p:grpSpPr>
        <p:sp>
          <p:nvSpPr>
            <p:cNvPr id="1970" name="Google Shape;1970;g39181ba8852_8_3823"/>
            <p:cNvSpPr/>
            <p:nvPr/>
          </p:nvSpPr>
          <p:spPr>
            <a:xfrm>
              <a:off x="3878121" y="3933823"/>
              <a:ext cx="98876" cy="696675"/>
            </a:xfrm>
            <a:custGeom>
              <a:rect b="b" l="l" r="r" t="t"/>
              <a:pathLst>
                <a:path extrusionOk="0" h="9357" w="1328">
                  <a:moveTo>
                    <a:pt x="0" y="0"/>
                  </a:moveTo>
                  <a:lnTo>
                    <a:pt x="0" y="9356"/>
                  </a:lnTo>
                  <a:lnTo>
                    <a:pt x="1327" y="9356"/>
                  </a:lnTo>
                  <a:lnTo>
                    <a:pt x="1327"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1" name="Google Shape;1971;g39181ba8852_8_3823"/>
            <p:cNvSpPr/>
            <p:nvPr/>
          </p:nvSpPr>
          <p:spPr>
            <a:xfrm>
              <a:off x="4160013" y="3747533"/>
              <a:ext cx="55097" cy="194476"/>
            </a:xfrm>
            <a:custGeom>
              <a:rect b="b" l="l" r="r" t="t"/>
              <a:pathLst>
                <a:path extrusionOk="0" h="2612" w="740">
                  <a:moveTo>
                    <a:pt x="0" y="0"/>
                  </a:moveTo>
                  <a:lnTo>
                    <a:pt x="0" y="2611"/>
                  </a:lnTo>
                  <a:lnTo>
                    <a:pt x="740" y="2611"/>
                  </a:lnTo>
                  <a:lnTo>
                    <a:pt x="740"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2" name="Google Shape;1972;g39181ba8852_8_3823"/>
            <p:cNvSpPr/>
            <p:nvPr/>
          </p:nvSpPr>
          <p:spPr>
            <a:xfrm>
              <a:off x="3570318" y="3862568"/>
              <a:ext cx="644780" cy="139380"/>
            </a:xfrm>
            <a:custGeom>
              <a:rect b="b" l="l" r="r" t="t"/>
              <a:pathLst>
                <a:path extrusionOk="0" h="1872" w="8660">
                  <a:moveTo>
                    <a:pt x="675" y="0"/>
                  </a:moveTo>
                  <a:cubicBezTo>
                    <a:pt x="305" y="0"/>
                    <a:pt x="0" y="283"/>
                    <a:pt x="0" y="675"/>
                  </a:cubicBezTo>
                  <a:lnTo>
                    <a:pt x="0" y="1197"/>
                  </a:lnTo>
                  <a:cubicBezTo>
                    <a:pt x="0" y="1567"/>
                    <a:pt x="305" y="1871"/>
                    <a:pt x="675" y="1871"/>
                  </a:cubicBezTo>
                  <a:lnTo>
                    <a:pt x="7985" y="1871"/>
                  </a:lnTo>
                  <a:cubicBezTo>
                    <a:pt x="8355" y="1871"/>
                    <a:pt x="8660" y="1567"/>
                    <a:pt x="8660" y="1197"/>
                  </a:cubicBezTo>
                  <a:lnTo>
                    <a:pt x="8660" y="675"/>
                  </a:lnTo>
                  <a:cubicBezTo>
                    <a:pt x="8660" y="283"/>
                    <a:pt x="8355" y="0"/>
                    <a:pt x="7985"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3" name="Google Shape;1973;g39181ba8852_8_3823"/>
            <p:cNvSpPr/>
            <p:nvPr/>
          </p:nvSpPr>
          <p:spPr>
            <a:xfrm>
              <a:off x="4146983" y="2951672"/>
              <a:ext cx="196114" cy="857871"/>
            </a:xfrm>
            <a:custGeom>
              <a:rect b="b" l="l" r="r" t="t"/>
              <a:pathLst>
                <a:path extrusionOk="0" h="11522" w="2634">
                  <a:moveTo>
                    <a:pt x="1817" y="1"/>
                  </a:moveTo>
                  <a:cubicBezTo>
                    <a:pt x="1524" y="1"/>
                    <a:pt x="1283" y="226"/>
                    <a:pt x="1263" y="506"/>
                  </a:cubicBezTo>
                  <a:lnTo>
                    <a:pt x="44" y="10863"/>
                  </a:lnTo>
                  <a:cubicBezTo>
                    <a:pt x="1" y="11168"/>
                    <a:pt x="219" y="11472"/>
                    <a:pt x="545" y="11494"/>
                  </a:cubicBezTo>
                  <a:lnTo>
                    <a:pt x="741" y="11516"/>
                  </a:lnTo>
                  <a:cubicBezTo>
                    <a:pt x="769" y="11520"/>
                    <a:pt x="796" y="11522"/>
                    <a:pt x="823" y="11522"/>
                  </a:cubicBezTo>
                  <a:cubicBezTo>
                    <a:pt x="1114" y="11522"/>
                    <a:pt x="1354" y="11314"/>
                    <a:pt x="1394" y="11016"/>
                  </a:cubicBezTo>
                  <a:lnTo>
                    <a:pt x="2612" y="659"/>
                  </a:lnTo>
                  <a:cubicBezTo>
                    <a:pt x="2634" y="354"/>
                    <a:pt x="2416" y="71"/>
                    <a:pt x="2112" y="28"/>
                  </a:cubicBezTo>
                  <a:lnTo>
                    <a:pt x="1894" y="6"/>
                  </a:lnTo>
                  <a:cubicBezTo>
                    <a:pt x="1868" y="3"/>
                    <a:pt x="1842" y="1"/>
                    <a:pt x="1817"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4" name="Google Shape;1974;g39181ba8852_8_3823"/>
            <p:cNvSpPr/>
            <p:nvPr/>
          </p:nvSpPr>
          <p:spPr>
            <a:xfrm>
              <a:off x="4168054" y="2976094"/>
              <a:ext cx="123223" cy="792797"/>
            </a:xfrm>
            <a:custGeom>
              <a:rect b="b" l="l" r="r" t="t"/>
              <a:pathLst>
                <a:path extrusionOk="0" h="10648" w="1655">
                  <a:moveTo>
                    <a:pt x="1419" y="1"/>
                  </a:moveTo>
                  <a:cubicBezTo>
                    <a:pt x="1307" y="1"/>
                    <a:pt x="1217" y="83"/>
                    <a:pt x="1198" y="200"/>
                  </a:cubicBezTo>
                  <a:lnTo>
                    <a:pt x="1" y="10405"/>
                  </a:lnTo>
                  <a:cubicBezTo>
                    <a:pt x="1" y="10535"/>
                    <a:pt x="88" y="10644"/>
                    <a:pt x="197" y="10644"/>
                  </a:cubicBezTo>
                  <a:cubicBezTo>
                    <a:pt x="210" y="10646"/>
                    <a:pt x="224" y="10647"/>
                    <a:pt x="237" y="10647"/>
                  </a:cubicBezTo>
                  <a:cubicBezTo>
                    <a:pt x="349" y="10647"/>
                    <a:pt x="436" y="10567"/>
                    <a:pt x="436" y="10470"/>
                  </a:cubicBezTo>
                  <a:lnTo>
                    <a:pt x="1654" y="244"/>
                  </a:lnTo>
                  <a:cubicBezTo>
                    <a:pt x="1654" y="135"/>
                    <a:pt x="1567" y="26"/>
                    <a:pt x="1459" y="4"/>
                  </a:cubicBezTo>
                  <a:cubicBezTo>
                    <a:pt x="1445" y="2"/>
                    <a:pt x="1432" y="1"/>
                    <a:pt x="141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5" name="Google Shape;1975;g39181ba8852_8_3823"/>
            <p:cNvSpPr/>
            <p:nvPr/>
          </p:nvSpPr>
          <p:spPr>
            <a:xfrm>
              <a:off x="3618863" y="4653068"/>
              <a:ext cx="113469" cy="115107"/>
            </a:xfrm>
            <a:custGeom>
              <a:rect b="b" l="l" r="r" t="t"/>
              <a:pathLst>
                <a:path extrusionOk="0" h="1546" w="1524">
                  <a:moveTo>
                    <a:pt x="762" y="1"/>
                  </a:moveTo>
                  <a:cubicBezTo>
                    <a:pt x="349" y="1"/>
                    <a:pt x="1" y="349"/>
                    <a:pt x="1" y="784"/>
                  </a:cubicBezTo>
                  <a:cubicBezTo>
                    <a:pt x="1" y="1198"/>
                    <a:pt x="349" y="1546"/>
                    <a:pt x="762" y="1546"/>
                  </a:cubicBezTo>
                  <a:cubicBezTo>
                    <a:pt x="1198" y="1546"/>
                    <a:pt x="1524" y="1198"/>
                    <a:pt x="1524" y="784"/>
                  </a:cubicBezTo>
                  <a:cubicBezTo>
                    <a:pt x="1524" y="349"/>
                    <a:pt x="1198" y="1"/>
                    <a:pt x="762"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6" name="Google Shape;1976;g39181ba8852_8_3823"/>
            <p:cNvSpPr/>
            <p:nvPr/>
          </p:nvSpPr>
          <p:spPr>
            <a:xfrm>
              <a:off x="4135666" y="4653068"/>
              <a:ext cx="113469" cy="115107"/>
            </a:xfrm>
            <a:custGeom>
              <a:rect b="b" l="l" r="r" t="t"/>
              <a:pathLst>
                <a:path extrusionOk="0" h="1546" w="1524">
                  <a:moveTo>
                    <a:pt x="762" y="1"/>
                  </a:moveTo>
                  <a:cubicBezTo>
                    <a:pt x="327" y="1"/>
                    <a:pt x="1" y="349"/>
                    <a:pt x="1" y="784"/>
                  </a:cubicBezTo>
                  <a:cubicBezTo>
                    <a:pt x="1" y="1198"/>
                    <a:pt x="327" y="1546"/>
                    <a:pt x="762" y="1546"/>
                  </a:cubicBezTo>
                  <a:cubicBezTo>
                    <a:pt x="1176" y="1546"/>
                    <a:pt x="1524" y="1198"/>
                    <a:pt x="1524" y="784"/>
                  </a:cubicBezTo>
                  <a:cubicBezTo>
                    <a:pt x="1524" y="349"/>
                    <a:pt x="1176" y="1"/>
                    <a:pt x="762"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7" name="Google Shape;1977;g39181ba8852_8_3823"/>
            <p:cNvSpPr/>
            <p:nvPr/>
          </p:nvSpPr>
          <p:spPr>
            <a:xfrm>
              <a:off x="3588113" y="4630434"/>
              <a:ext cx="678881" cy="47056"/>
            </a:xfrm>
            <a:custGeom>
              <a:rect b="b" l="l" r="r" t="t"/>
              <a:pathLst>
                <a:path extrusionOk="0" h="632" w="9118">
                  <a:moveTo>
                    <a:pt x="631" y="0"/>
                  </a:moveTo>
                  <a:cubicBezTo>
                    <a:pt x="283" y="0"/>
                    <a:pt x="0" y="283"/>
                    <a:pt x="0" y="631"/>
                  </a:cubicBezTo>
                  <a:lnTo>
                    <a:pt x="9117" y="631"/>
                  </a:lnTo>
                  <a:cubicBezTo>
                    <a:pt x="9117" y="283"/>
                    <a:pt x="8834" y="0"/>
                    <a:pt x="8486"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78" name="Google Shape;1978;g39181ba8852_8_3823"/>
            <p:cNvSpPr/>
            <p:nvPr/>
          </p:nvSpPr>
          <p:spPr>
            <a:xfrm>
              <a:off x="3936420" y="3995398"/>
              <a:ext cx="24347" cy="635101"/>
            </a:xfrm>
            <a:custGeom>
              <a:rect b="b" l="l" r="r" t="t"/>
              <a:pathLst>
                <a:path extrusionOk="0" h="8530" w="327">
                  <a:moveTo>
                    <a:pt x="0" y="0"/>
                  </a:moveTo>
                  <a:lnTo>
                    <a:pt x="0" y="8529"/>
                  </a:lnTo>
                  <a:lnTo>
                    <a:pt x="327" y="8529"/>
                  </a:lnTo>
                  <a:lnTo>
                    <a:pt x="327"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1979" name="Google Shape;1979;g39181ba8852_8_3823"/>
          <p:cNvGrpSpPr/>
          <p:nvPr/>
        </p:nvGrpSpPr>
        <p:grpSpPr>
          <a:xfrm>
            <a:off x="3286644" y="3266033"/>
            <a:ext cx="1870070" cy="3590259"/>
            <a:chOff x="2284008" y="1987615"/>
            <a:chExt cx="1448320" cy="2780560"/>
          </a:xfrm>
        </p:grpSpPr>
        <p:sp>
          <p:nvSpPr>
            <p:cNvPr id="1980" name="Google Shape;1980;g39181ba8852_8_3823"/>
            <p:cNvSpPr/>
            <p:nvPr/>
          </p:nvSpPr>
          <p:spPr>
            <a:xfrm>
              <a:off x="2447588" y="2777222"/>
              <a:ext cx="476363" cy="252700"/>
            </a:xfrm>
            <a:custGeom>
              <a:rect b="b" l="l" r="r" t="t"/>
              <a:pathLst>
                <a:path extrusionOk="0" h="3394" w="6398">
                  <a:moveTo>
                    <a:pt x="5382" y="0"/>
                  </a:moveTo>
                  <a:cubicBezTo>
                    <a:pt x="4709" y="0"/>
                    <a:pt x="3754" y="396"/>
                    <a:pt x="3199" y="652"/>
                  </a:cubicBezTo>
                  <a:cubicBezTo>
                    <a:pt x="2351" y="1043"/>
                    <a:pt x="1" y="2458"/>
                    <a:pt x="1" y="2458"/>
                  </a:cubicBezTo>
                  <a:lnTo>
                    <a:pt x="371" y="3393"/>
                  </a:lnTo>
                  <a:cubicBezTo>
                    <a:pt x="371" y="3393"/>
                    <a:pt x="2851" y="3002"/>
                    <a:pt x="5266" y="2044"/>
                  </a:cubicBezTo>
                  <a:cubicBezTo>
                    <a:pt x="5505" y="1936"/>
                    <a:pt x="6398" y="1326"/>
                    <a:pt x="6115" y="412"/>
                  </a:cubicBezTo>
                  <a:cubicBezTo>
                    <a:pt x="6017" y="111"/>
                    <a:pt x="5739" y="0"/>
                    <a:pt x="5382"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1" name="Google Shape;1981;g39181ba8852_8_3823"/>
            <p:cNvSpPr/>
            <p:nvPr/>
          </p:nvSpPr>
          <p:spPr>
            <a:xfrm>
              <a:off x="2369856" y="3033425"/>
              <a:ext cx="77805" cy="51597"/>
            </a:xfrm>
            <a:custGeom>
              <a:rect b="b" l="l" r="r" t="t"/>
              <a:pathLst>
                <a:path extrusionOk="0" h="693" w="1045">
                  <a:moveTo>
                    <a:pt x="824" y="0"/>
                  </a:moveTo>
                  <a:cubicBezTo>
                    <a:pt x="802" y="0"/>
                    <a:pt x="780" y="5"/>
                    <a:pt x="762" y="18"/>
                  </a:cubicBezTo>
                  <a:lnTo>
                    <a:pt x="109" y="366"/>
                  </a:lnTo>
                  <a:cubicBezTo>
                    <a:pt x="44" y="431"/>
                    <a:pt x="0" y="518"/>
                    <a:pt x="44" y="605"/>
                  </a:cubicBezTo>
                  <a:cubicBezTo>
                    <a:pt x="73" y="663"/>
                    <a:pt x="131" y="692"/>
                    <a:pt x="192" y="692"/>
                  </a:cubicBezTo>
                  <a:cubicBezTo>
                    <a:pt x="223" y="692"/>
                    <a:pt x="254" y="685"/>
                    <a:pt x="283" y="670"/>
                  </a:cubicBezTo>
                  <a:lnTo>
                    <a:pt x="914" y="322"/>
                  </a:lnTo>
                  <a:cubicBezTo>
                    <a:pt x="1001" y="279"/>
                    <a:pt x="1045" y="170"/>
                    <a:pt x="979" y="105"/>
                  </a:cubicBezTo>
                  <a:lnTo>
                    <a:pt x="979" y="83"/>
                  </a:lnTo>
                  <a:cubicBezTo>
                    <a:pt x="948" y="36"/>
                    <a:pt x="883" y="0"/>
                    <a:pt x="824"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2" name="Google Shape;1982;g39181ba8852_8_3823"/>
            <p:cNvSpPr/>
            <p:nvPr/>
          </p:nvSpPr>
          <p:spPr>
            <a:xfrm>
              <a:off x="2356900" y="3013620"/>
              <a:ext cx="76167" cy="51970"/>
            </a:xfrm>
            <a:custGeom>
              <a:rect b="b" l="l" r="r" t="t"/>
              <a:pathLst>
                <a:path extrusionOk="0" h="698" w="1023">
                  <a:moveTo>
                    <a:pt x="831" y="1"/>
                  </a:moveTo>
                  <a:cubicBezTo>
                    <a:pt x="800" y="1"/>
                    <a:pt x="769" y="8"/>
                    <a:pt x="740" y="23"/>
                  </a:cubicBezTo>
                  <a:lnTo>
                    <a:pt x="109" y="371"/>
                  </a:lnTo>
                  <a:cubicBezTo>
                    <a:pt x="22" y="414"/>
                    <a:pt x="0" y="523"/>
                    <a:pt x="44" y="610"/>
                  </a:cubicBezTo>
                  <a:cubicBezTo>
                    <a:pt x="73" y="668"/>
                    <a:pt x="131" y="697"/>
                    <a:pt x="192" y="697"/>
                  </a:cubicBezTo>
                  <a:cubicBezTo>
                    <a:pt x="223" y="697"/>
                    <a:pt x="254" y="690"/>
                    <a:pt x="283" y="675"/>
                  </a:cubicBezTo>
                  <a:lnTo>
                    <a:pt x="914" y="327"/>
                  </a:lnTo>
                  <a:cubicBezTo>
                    <a:pt x="1001" y="284"/>
                    <a:pt x="1023" y="175"/>
                    <a:pt x="979" y="88"/>
                  </a:cubicBezTo>
                  <a:cubicBezTo>
                    <a:pt x="950" y="30"/>
                    <a:pt x="892" y="1"/>
                    <a:pt x="831"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3" name="Google Shape;1983;g39181ba8852_8_3823"/>
            <p:cNvSpPr/>
            <p:nvPr/>
          </p:nvSpPr>
          <p:spPr>
            <a:xfrm>
              <a:off x="2343945" y="2994187"/>
              <a:ext cx="77805" cy="51597"/>
            </a:xfrm>
            <a:custGeom>
              <a:rect b="b" l="l" r="r" t="t"/>
              <a:pathLst>
                <a:path extrusionOk="0" h="693" w="1045">
                  <a:moveTo>
                    <a:pt x="853" y="1"/>
                  </a:moveTo>
                  <a:cubicBezTo>
                    <a:pt x="822" y="1"/>
                    <a:pt x="791" y="8"/>
                    <a:pt x="762" y="22"/>
                  </a:cubicBezTo>
                  <a:lnTo>
                    <a:pt x="109" y="371"/>
                  </a:lnTo>
                  <a:cubicBezTo>
                    <a:pt x="44" y="414"/>
                    <a:pt x="0" y="523"/>
                    <a:pt x="44" y="588"/>
                  </a:cubicBezTo>
                  <a:lnTo>
                    <a:pt x="44" y="610"/>
                  </a:lnTo>
                  <a:cubicBezTo>
                    <a:pt x="91" y="657"/>
                    <a:pt x="149" y="693"/>
                    <a:pt x="211" y="693"/>
                  </a:cubicBezTo>
                  <a:cubicBezTo>
                    <a:pt x="234" y="693"/>
                    <a:pt x="259" y="687"/>
                    <a:pt x="283" y="675"/>
                  </a:cubicBezTo>
                  <a:lnTo>
                    <a:pt x="936" y="327"/>
                  </a:lnTo>
                  <a:cubicBezTo>
                    <a:pt x="1001" y="284"/>
                    <a:pt x="1045" y="175"/>
                    <a:pt x="1001" y="88"/>
                  </a:cubicBezTo>
                  <a:cubicBezTo>
                    <a:pt x="972" y="30"/>
                    <a:pt x="914" y="1"/>
                    <a:pt x="853" y="1"/>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4" name="Google Shape;1984;g39181ba8852_8_3823"/>
            <p:cNvSpPr/>
            <p:nvPr/>
          </p:nvSpPr>
          <p:spPr>
            <a:xfrm>
              <a:off x="2334191" y="2973488"/>
              <a:ext cx="77805" cy="51597"/>
            </a:xfrm>
            <a:custGeom>
              <a:rect b="b" l="l" r="r" t="t"/>
              <a:pathLst>
                <a:path extrusionOk="0" h="693" w="1045">
                  <a:moveTo>
                    <a:pt x="835" y="0"/>
                  </a:moveTo>
                  <a:cubicBezTo>
                    <a:pt x="811" y="0"/>
                    <a:pt x="786" y="5"/>
                    <a:pt x="762" y="18"/>
                  </a:cubicBezTo>
                  <a:lnTo>
                    <a:pt x="109" y="366"/>
                  </a:lnTo>
                  <a:cubicBezTo>
                    <a:pt x="44" y="409"/>
                    <a:pt x="1" y="518"/>
                    <a:pt x="44" y="605"/>
                  </a:cubicBezTo>
                  <a:cubicBezTo>
                    <a:pt x="88" y="663"/>
                    <a:pt x="141" y="692"/>
                    <a:pt x="197" y="692"/>
                  </a:cubicBezTo>
                  <a:cubicBezTo>
                    <a:pt x="225" y="692"/>
                    <a:pt x="254" y="685"/>
                    <a:pt x="283" y="670"/>
                  </a:cubicBezTo>
                  <a:lnTo>
                    <a:pt x="936" y="322"/>
                  </a:lnTo>
                  <a:cubicBezTo>
                    <a:pt x="1001" y="279"/>
                    <a:pt x="1045" y="170"/>
                    <a:pt x="1001" y="83"/>
                  </a:cubicBezTo>
                  <a:cubicBezTo>
                    <a:pt x="954" y="36"/>
                    <a:pt x="896" y="0"/>
                    <a:pt x="835"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5" name="Google Shape;1985;g39181ba8852_8_3823"/>
            <p:cNvSpPr/>
            <p:nvPr/>
          </p:nvSpPr>
          <p:spPr>
            <a:xfrm>
              <a:off x="2339031" y="2940727"/>
              <a:ext cx="176682" cy="142656"/>
            </a:xfrm>
            <a:custGeom>
              <a:rect b="b" l="l" r="r" t="t"/>
              <a:pathLst>
                <a:path extrusionOk="0" h="1916" w="2373">
                  <a:moveTo>
                    <a:pt x="2351" y="1"/>
                  </a:moveTo>
                  <a:cubicBezTo>
                    <a:pt x="2351" y="1"/>
                    <a:pt x="1154" y="109"/>
                    <a:pt x="936" y="196"/>
                  </a:cubicBezTo>
                  <a:cubicBezTo>
                    <a:pt x="697" y="284"/>
                    <a:pt x="1" y="871"/>
                    <a:pt x="1" y="871"/>
                  </a:cubicBezTo>
                  <a:cubicBezTo>
                    <a:pt x="1" y="871"/>
                    <a:pt x="393" y="1002"/>
                    <a:pt x="480" y="1197"/>
                  </a:cubicBezTo>
                  <a:cubicBezTo>
                    <a:pt x="545" y="1393"/>
                    <a:pt x="697" y="1915"/>
                    <a:pt x="697" y="1915"/>
                  </a:cubicBezTo>
                  <a:cubicBezTo>
                    <a:pt x="697" y="1915"/>
                    <a:pt x="1480" y="1720"/>
                    <a:pt x="1785" y="1524"/>
                  </a:cubicBezTo>
                  <a:cubicBezTo>
                    <a:pt x="2111" y="1328"/>
                    <a:pt x="2373" y="1067"/>
                    <a:pt x="2373" y="1067"/>
                  </a:cubicBezTo>
                  <a:lnTo>
                    <a:pt x="2351" y="1"/>
                  </a:ln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6" name="Google Shape;1986;g39181ba8852_8_3823"/>
            <p:cNvSpPr/>
            <p:nvPr/>
          </p:nvSpPr>
          <p:spPr>
            <a:xfrm>
              <a:off x="2442749" y="2922932"/>
              <a:ext cx="103716" cy="123149"/>
            </a:xfrm>
            <a:custGeom>
              <a:rect b="b" l="l" r="r" t="t"/>
              <a:pathLst>
                <a:path extrusionOk="0" h="1654" w="1393">
                  <a:moveTo>
                    <a:pt x="892" y="0"/>
                  </a:moveTo>
                  <a:lnTo>
                    <a:pt x="0" y="327"/>
                  </a:lnTo>
                  <a:lnTo>
                    <a:pt x="566" y="1654"/>
                  </a:lnTo>
                  <a:lnTo>
                    <a:pt x="1393" y="1284"/>
                  </a:lnTo>
                  <a:lnTo>
                    <a:pt x="892"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7" name="Google Shape;1987;g39181ba8852_8_3823"/>
            <p:cNvSpPr/>
            <p:nvPr/>
          </p:nvSpPr>
          <p:spPr>
            <a:xfrm>
              <a:off x="2752190" y="2511562"/>
              <a:ext cx="458494" cy="414640"/>
            </a:xfrm>
            <a:custGeom>
              <a:rect b="b" l="l" r="r" t="t"/>
              <a:pathLst>
                <a:path extrusionOk="0" h="5569" w="6158">
                  <a:moveTo>
                    <a:pt x="4737" y="1"/>
                  </a:moveTo>
                  <a:cubicBezTo>
                    <a:pt x="4188" y="1"/>
                    <a:pt x="3689" y="375"/>
                    <a:pt x="3307" y="695"/>
                  </a:cubicBezTo>
                  <a:cubicBezTo>
                    <a:pt x="2785" y="1174"/>
                    <a:pt x="218" y="3980"/>
                    <a:pt x="109" y="4350"/>
                  </a:cubicBezTo>
                  <a:cubicBezTo>
                    <a:pt x="0" y="4742"/>
                    <a:pt x="914" y="5569"/>
                    <a:pt x="1175" y="5569"/>
                  </a:cubicBezTo>
                  <a:cubicBezTo>
                    <a:pt x="1176" y="5569"/>
                    <a:pt x="1177" y="5569"/>
                    <a:pt x="1179" y="5569"/>
                  </a:cubicBezTo>
                  <a:cubicBezTo>
                    <a:pt x="1484" y="5569"/>
                    <a:pt x="4876" y="2781"/>
                    <a:pt x="5418" y="2131"/>
                  </a:cubicBezTo>
                  <a:cubicBezTo>
                    <a:pt x="5962" y="1478"/>
                    <a:pt x="6158" y="739"/>
                    <a:pt x="5461" y="238"/>
                  </a:cubicBezTo>
                  <a:cubicBezTo>
                    <a:pt x="5214" y="69"/>
                    <a:pt x="4971" y="1"/>
                    <a:pt x="4737"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8" name="Google Shape;1988;g39181ba8852_8_3823"/>
            <p:cNvSpPr/>
            <p:nvPr/>
          </p:nvSpPr>
          <p:spPr>
            <a:xfrm>
              <a:off x="3014649" y="2195496"/>
              <a:ext cx="576728" cy="1207139"/>
            </a:xfrm>
            <a:custGeom>
              <a:rect b="b" l="l" r="r" t="t"/>
              <a:pathLst>
                <a:path extrusionOk="0" h="16213" w="7746">
                  <a:moveTo>
                    <a:pt x="2872" y="1"/>
                  </a:moveTo>
                  <a:lnTo>
                    <a:pt x="1088" y="1219"/>
                  </a:lnTo>
                  <a:cubicBezTo>
                    <a:pt x="1088" y="1219"/>
                    <a:pt x="1436" y="3352"/>
                    <a:pt x="1436" y="3504"/>
                  </a:cubicBezTo>
                  <a:cubicBezTo>
                    <a:pt x="1458" y="3656"/>
                    <a:pt x="239" y="4396"/>
                    <a:pt x="87" y="4744"/>
                  </a:cubicBezTo>
                  <a:cubicBezTo>
                    <a:pt x="0" y="4918"/>
                    <a:pt x="109" y="5310"/>
                    <a:pt x="131" y="5571"/>
                  </a:cubicBezTo>
                  <a:cubicBezTo>
                    <a:pt x="152" y="5810"/>
                    <a:pt x="87" y="6768"/>
                    <a:pt x="587" y="7812"/>
                  </a:cubicBezTo>
                  <a:cubicBezTo>
                    <a:pt x="653" y="7986"/>
                    <a:pt x="1458" y="10488"/>
                    <a:pt x="1632" y="11228"/>
                  </a:cubicBezTo>
                  <a:cubicBezTo>
                    <a:pt x="1828" y="11946"/>
                    <a:pt x="2328" y="14862"/>
                    <a:pt x="2633" y="15166"/>
                  </a:cubicBezTo>
                  <a:cubicBezTo>
                    <a:pt x="2929" y="15463"/>
                    <a:pt x="4256" y="16212"/>
                    <a:pt x="4427" y="16212"/>
                  </a:cubicBezTo>
                  <a:cubicBezTo>
                    <a:pt x="4432" y="16212"/>
                    <a:pt x="4436" y="16212"/>
                    <a:pt x="4439" y="16211"/>
                  </a:cubicBezTo>
                  <a:cubicBezTo>
                    <a:pt x="4569" y="16189"/>
                    <a:pt x="7746" y="13970"/>
                    <a:pt x="7289" y="12903"/>
                  </a:cubicBezTo>
                  <a:cubicBezTo>
                    <a:pt x="6854" y="11816"/>
                    <a:pt x="5875" y="10205"/>
                    <a:pt x="5853" y="8987"/>
                  </a:cubicBezTo>
                  <a:cubicBezTo>
                    <a:pt x="5831" y="7790"/>
                    <a:pt x="6005" y="4483"/>
                    <a:pt x="5461" y="3809"/>
                  </a:cubicBezTo>
                  <a:cubicBezTo>
                    <a:pt x="5004" y="3243"/>
                    <a:pt x="4265" y="2721"/>
                    <a:pt x="3742" y="2481"/>
                  </a:cubicBezTo>
                  <a:cubicBezTo>
                    <a:pt x="3568" y="2394"/>
                    <a:pt x="2872" y="1"/>
                    <a:pt x="2872"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89" name="Google Shape;1989;g39181ba8852_8_3823"/>
            <p:cNvSpPr/>
            <p:nvPr/>
          </p:nvSpPr>
          <p:spPr>
            <a:xfrm>
              <a:off x="3013011" y="2380222"/>
              <a:ext cx="542777" cy="818186"/>
            </a:xfrm>
            <a:custGeom>
              <a:rect b="b" l="l" r="r" t="t"/>
              <a:pathLst>
                <a:path extrusionOk="0" h="10989" w="7290">
                  <a:moveTo>
                    <a:pt x="3764" y="0"/>
                  </a:moveTo>
                  <a:lnTo>
                    <a:pt x="1980" y="1785"/>
                  </a:lnTo>
                  <a:lnTo>
                    <a:pt x="1458" y="1023"/>
                  </a:lnTo>
                  <a:cubicBezTo>
                    <a:pt x="1458" y="1023"/>
                    <a:pt x="218" y="1915"/>
                    <a:pt x="109" y="2263"/>
                  </a:cubicBezTo>
                  <a:cubicBezTo>
                    <a:pt x="0" y="2611"/>
                    <a:pt x="87" y="3286"/>
                    <a:pt x="87" y="3547"/>
                  </a:cubicBezTo>
                  <a:cubicBezTo>
                    <a:pt x="87" y="3786"/>
                    <a:pt x="327" y="4918"/>
                    <a:pt x="653" y="5853"/>
                  </a:cubicBezTo>
                  <a:cubicBezTo>
                    <a:pt x="849" y="6419"/>
                    <a:pt x="1023" y="7159"/>
                    <a:pt x="1349" y="8116"/>
                  </a:cubicBezTo>
                  <a:cubicBezTo>
                    <a:pt x="1632" y="8921"/>
                    <a:pt x="2046" y="10988"/>
                    <a:pt x="2046" y="10988"/>
                  </a:cubicBezTo>
                  <a:cubicBezTo>
                    <a:pt x="2046" y="10988"/>
                    <a:pt x="2851" y="10814"/>
                    <a:pt x="4047" y="10466"/>
                  </a:cubicBezTo>
                  <a:cubicBezTo>
                    <a:pt x="5440" y="10031"/>
                    <a:pt x="7028" y="9639"/>
                    <a:pt x="7072" y="9574"/>
                  </a:cubicBezTo>
                  <a:cubicBezTo>
                    <a:pt x="7289" y="9291"/>
                    <a:pt x="6158" y="7006"/>
                    <a:pt x="6158" y="6767"/>
                  </a:cubicBezTo>
                  <a:cubicBezTo>
                    <a:pt x="6136" y="6506"/>
                    <a:pt x="5897" y="2089"/>
                    <a:pt x="5788" y="1545"/>
                  </a:cubicBezTo>
                  <a:cubicBezTo>
                    <a:pt x="5679" y="979"/>
                    <a:pt x="5266" y="718"/>
                    <a:pt x="4852" y="457"/>
                  </a:cubicBezTo>
                  <a:cubicBezTo>
                    <a:pt x="4417" y="196"/>
                    <a:pt x="3764" y="0"/>
                    <a:pt x="3764"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0" name="Google Shape;1990;g39181ba8852_8_3823"/>
            <p:cNvSpPr/>
            <p:nvPr/>
          </p:nvSpPr>
          <p:spPr>
            <a:xfrm>
              <a:off x="3176592" y="2402856"/>
              <a:ext cx="400270" cy="735615"/>
            </a:xfrm>
            <a:custGeom>
              <a:rect b="b" l="l" r="r" t="t"/>
              <a:pathLst>
                <a:path extrusionOk="0" h="9880" w="5376">
                  <a:moveTo>
                    <a:pt x="2351" y="1"/>
                  </a:moveTo>
                  <a:cubicBezTo>
                    <a:pt x="2351" y="1"/>
                    <a:pt x="1698" y="545"/>
                    <a:pt x="1459" y="1285"/>
                  </a:cubicBezTo>
                  <a:cubicBezTo>
                    <a:pt x="828" y="3243"/>
                    <a:pt x="3025" y="5310"/>
                    <a:pt x="1850" y="5941"/>
                  </a:cubicBezTo>
                  <a:cubicBezTo>
                    <a:pt x="1" y="6942"/>
                    <a:pt x="436" y="7464"/>
                    <a:pt x="458" y="7856"/>
                  </a:cubicBezTo>
                  <a:cubicBezTo>
                    <a:pt x="480" y="8748"/>
                    <a:pt x="349" y="9879"/>
                    <a:pt x="349" y="9879"/>
                  </a:cubicBezTo>
                  <a:lnTo>
                    <a:pt x="4788" y="9357"/>
                  </a:lnTo>
                  <a:cubicBezTo>
                    <a:pt x="5375" y="9335"/>
                    <a:pt x="3983" y="6920"/>
                    <a:pt x="3961" y="6267"/>
                  </a:cubicBezTo>
                  <a:cubicBezTo>
                    <a:pt x="3787" y="3526"/>
                    <a:pt x="3634" y="1524"/>
                    <a:pt x="3547" y="1067"/>
                  </a:cubicBezTo>
                  <a:cubicBezTo>
                    <a:pt x="3417" y="458"/>
                    <a:pt x="2351" y="1"/>
                    <a:pt x="2351" y="1"/>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1" name="Google Shape;1991;g39181ba8852_8_3823"/>
            <p:cNvSpPr/>
            <p:nvPr/>
          </p:nvSpPr>
          <p:spPr>
            <a:xfrm>
              <a:off x="3106975" y="2258709"/>
              <a:ext cx="171768" cy="134540"/>
            </a:xfrm>
            <a:custGeom>
              <a:rect b="b" l="l" r="r" t="t"/>
              <a:pathLst>
                <a:path extrusionOk="0" h="1807" w="2307">
                  <a:moveTo>
                    <a:pt x="1937" y="0"/>
                  </a:moveTo>
                  <a:lnTo>
                    <a:pt x="0" y="1306"/>
                  </a:lnTo>
                  <a:lnTo>
                    <a:pt x="1741" y="1806"/>
                  </a:lnTo>
                  <a:lnTo>
                    <a:pt x="2307" y="1241"/>
                  </a:lnTo>
                  <a:lnTo>
                    <a:pt x="1937"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2" name="Google Shape;1992;g39181ba8852_8_3823"/>
            <p:cNvSpPr/>
            <p:nvPr/>
          </p:nvSpPr>
          <p:spPr>
            <a:xfrm>
              <a:off x="2991940" y="1994018"/>
              <a:ext cx="330580" cy="362596"/>
            </a:xfrm>
            <a:custGeom>
              <a:rect b="b" l="l" r="r" t="t"/>
              <a:pathLst>
                <a:path extrusionOk="0" h="4870" w="4440">
                  <a:moveTo>
                    <a:pt x="2334" y="0"/>
                  </a:moveTo>
                  <a:cubicBezTo>
                    <a:pt x="1603" y="0"/>
                    <a:pt x="868" y="392"/>
                    <a:pt x="566" y="749"/>
                  </a:cubicBezTo>
                  <a:cubicBezTo>
                    <a:pt x="0" y="1401"/>
                    <a:pt x="414" y="2359"/>
                    <a:pt x="457" y="2446"/>
                  </a:cubicBezTo>
                  <a:cubicBezTo>
                    <a:pt x="501" y="2533"/>
                    <a:pt x="457" y="3403"/>
                    <a:pt x="479" y="3534"/>
                  </a:cubicBezTo>
                  <a:cubicBezTo>
                    <a:pt x="498" y="3609"/>
                    <a:pt x="599" y="3669"/>
                    <a:pt x="654" y="3669"/>
                  </a:cubicBezTo>
                  <a:cubicBezTo>
                    <a:pt x="662" y="3669"/>
                    <a:pt x="669" y="3667"/>
                    <a:pt x="675" y="3664"/>
                  </a:cubicBezTo>
                  <a:cubicBezTo>
                    <a:pt x="740" y="3664"/>
                    <a:pt x="1001" y="4839"/>
                    <a:pt x="1175" y="4861"/>
                  </a:cubicBezTo>
                  <a:cubicBezTo>
                    <a:pt x="1196" y="4867"/>
                    <a:pt x="1223" y="4869"/>
                    <a:pt x="1255" y="4869"/>
                  </a:cubicBezTo>
                  <a:cubicBezTo>
                    <a:pt x="1606" y="4869"/>
                    <a:pt x="2599" y="4571"/>
                    <a:pt x="2698" y="4491"/>
                  </a:cubicBezTo>
                  <a:cubicBezTo>
                    <a:pt x="3308" y="4121"/>
                    <a:pt x="3612" y="3817"/>
                    <a:pt x="3873" y="3251"/>
                  </a:cubicBezTo>
                  <a:cubicBezTo>
                    <a:pt x="4221" y="2555"/>
                    <a:pt x="4439" y="1467"/>
                    <a:pt x="3525" y="488"/>
                  </a:cubicBezTo>
                  <a:cubicBezTo>
                    <a:pt x="3188" y="134"/>
                    <a:pt x="2762" y="0"/>
                    <a:pt x="2334" y="0"/>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3" name="Google Shape;1993;g39181ba8852_8_3823"/>
            <p:cNvSpPr/>
            <p:nvPr/>
          </p:nvSpPr>
          <p:spPr>
            <a:xfrm>
              <a:off x="3013011" y="1987615"/>
              <a:ext cx="317551" cy="293874"/>
            </a:xfrm>
            <a:custGeom>
              <a:rect b="b" l="l" r="r" t="t"/>
              <a:pathLst>
                <a:path extrusionOk="0" h="3947" w="4265">
                  <a:moveTo>
                    <a:pt x="1797" y="0"/>
                  </a:moveTo>
                  <a:cubicBezTo>
                    <a:pt x="1615" y="0"/>
                    <a:pt x="1470" y="24"/>
                    <a:pt x="1393" y="51"/>
                  </a:cubicBezTo>
                  <a:cubicBezTo>
                    <a:pt x="1088" y="138"/>
                    <a:pt x="131" y="334"/>
                    <a:pt x="0" y="1400"/>
                  </a:cubicBezTo>
                  <a:cubicBezTo>
                    <a:pt x="0" y="1400"/>
                    <a:pt x="283" y="1197"/>
                    <a:pt x="765" y="1197"/>
                  </a:cubicBezTo>
                  <a:cubicBezTo>
                    <a:pt x="1118" y="1197"/>
                    <a:pt x="1577" y="1306"/>
                    <a:pt x="2111" y="1683"/>
                  </a:cubicBezTo>
                  <a:cubicBezTo>
                    <a:pt x="2372" y="1879"/>
                    <a:pt x="2024" y="2880"/>
                    <a:pt x="2111" y="2945"/>
                  </a:cubicBezTo>
                  <a:cubicBezTo>
                    <a:pt x="2114" y="2949"/>
                    <a:pt x="2118" y="2951"/>
                    <a:pt x="2124" y="2951"/>
                  </a:cubicBezTo>
                  <a:cubicBezTo>
                    <a:pt x="2236" y="2951"/>
                    <a:pt x="2836" y="2240"/>
                    <a:pt x="2891" y="2240"/>
                  </a:cubicBezTo>
                  <a:cubicBezTo>
                    <a:pt x="2894" y="2240"/>
                    <a:pt x="2895" y="2243"/>
                    <a:pt x="2894" y="2249"/>
                  </a:cubicBezTo>
                  <a:cubicBezTo>
                    <a:pt x="2698" y="3380"/>
                    <a:pt x="3133" y="3946"/>
                    <a:pt x="3220" y="3946"/>
                  </a:cubicBezTo>
                  <a:cubicBezTo>
                    <a:pt x="3525" y="3924"/>
                    <a:pt x="4265" y="2271"/>
                    <a:pt x="3656" y="1096"/>
                  </a:cubicBezTo>
                  <a:cubicBezTo>
                    <a:pt x="3201" y="203"/>
                    <a:pt x="2334" y="0"/>
                    <a:pt x="1797" y="0"/>
                  </a:cubicBezTo>
                  <a:close/>
                </a:path>
              </a:pathLst>
            </a:cu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4" name="Google Shape;1994;g39181ba8852_8_3823"/>
            <p:cNvSpPr/>
            <p:nvPr/>
          </p:nvSpPr>
          <p:spPr>
            <a:xfrm>
              <a:off x="3186346" y="2136974"/>
              <a:ext cx="55171" cy="97834"/>
            </a:xfrm>
            <a:custGeom>
              <a:rect b="b" l="l" r="r" t="t"/>
              <a:pathLst>
                <a:path extrusionOk="0" h="1314" w="741">
                  <a:moveTo>
                    <a:pt x="390" y="1"/>
                  </a:moveTo>
                  <a:cubicBezTo>
                    <a:pt x="222" y="1"/>
                    <a:pt x="126" y="119"/>
                    <a:pt x="66" y="439"/>
                  </a:cubicBezTo>
                  <a:cubicBezTo>
                    <a:pt x="0" y="809"/>
                    <a:pt x="22" y="1266"/>
                    <a:pt x="218" y="1309"/>
                  </a:cubicBezTo>
                  <a:cubicBezTo>
                    <a:pt x="231" y="1312"/>
                    <a:pt x="245" y="1314"/>
                    <a:pt x="258" y="1314"/>
                  </a:cubicBezTo>
                  <a:cubicBezTo>
                    <a:pt x="440" y="1314"/>
                    <a:pt x="614" y="1046"/>
                    <a:pt x="675" y="722"/>
                  </a:cubicBezTo>
                  <a:cubicBezTo>
                    <a:pt x="740" y="352"/>
                    <a:pt x="631" y="47"/>
                    <a:pt x="436" y="4"/>
                  </a:cubicBezTo>
                  <a:cubicBezTo>
                    <a:pt x="420" y="2"/>
                    <a:pt x="405" y="1"/>
                    <a:pt x="390" y="1"/>
                  </a:cubicBez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5" name="Google Shape;1995;g39181ba8852_8_3823"/>
            <p:cNvSpPr/>
            <p:nvPr/>
          </p:nvSpPr>
          <p:spPr>
            <a:xfrm>
              <a:off x="3288425" y="4670938"/>
              <a:ext cx="105354" cy="19507"/>
            </a:xfrm>
            <a:custGeom>
              <a:rect b="b" l="l" r="r" t="t"/>
              <a:pathLst>
                <a:path extrusionOk="0" h="262" w="1415">
                  <a:moveTo>
                    <a:pt x="0" y="0"/>
                  </a:moveTo>
                  <a:lnTo>
                    <a:pt x="0" y="261"/>
                  </a:lnTo>
                  <a:lnTo>
                    <a:pt x="1414" y="261"/>
                  </a:lnTo>
                  <a:lnTo>
                    <a:pt x="1414" y="0"/>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6" name="Google Shape;1996;g39181ba8852_8_3823"/>
            <p:cNvSpPr/>
            <p:nvPr/>
          </p:nvSpPr>
          <p:spPr>
            <a:xfrm>
              <a:off x="3016213" y="4533045"/>
              <a:ext cx="400270" cy="175193"/>
            </a:xfrm>
            <a:custGeom>
              <a:rect b="b" l="l" r="r" t="t"/>
              <a:pathLst>
                <a:path extrusionOk="0" h="2353" w="5376">
                  <a:moveTo>
                    <a:pt x="4759" y="0"/>
                  </a:moveTo>
                  <a:cubicBezTo>
                    <a:pt x="4349" y="0"/>
                    <a:pt x="3613" y="46"/>
                    <a:pt x="3613" y="46"/>
                  </a:cubicBezTo>
                  <a:cubicBezTo>
                    <a:pt x="3613" y="46"/>
                    <a:pt x="2873" y="286"/>
                    <a:pt x="1807" y="1287"/>
                  </a:cubicBezTo>
                  <a:cubicBezTo>
                    <a:pt x="1372" y="1678"/>
                    <a:pt x="44" y="1983"/>
                    <a:pt x="23" y="2157"/>
                  </a:cubicBezTo>
                  <a:cubicBezTo>
                    <a:pt x="1" y="2331"/>
                    <a:pt x="741" y="2353"/>
                    <a:pt x="1154" y="2353"/>
                  </a:cubicBezTo>
                  <a:cubicBezTo>
                    <a:pt x="2568" y="2353"/>
                    <a:pt x="2764" y="2026"/>
                    <a:pt x="3308" y="1961"/>
                  </a:cubicBezTo>
                  <a:cubicBezTo>
                    <a:pt x="3874" y="1896"/>
                    <a:pt x="4505" y="1874"/>
                    <a:pt x="5027" y="1874"/>
                  </a:cubicBezTo>
                  <a:cubicBezTo>
                    <a:pt x="5223" y="1874"/>
                    <a:pt x="5375" y="1287"/>
                    <a:pt x="5353" y="1004"/>
                  </a:cubicBezTo>
                  <a:cubicBezTo>
                    <a:pt x="5353" y="764"/>
                    <a:pt x="5223" y="264"/>
                    <a:pt x="5027" y="25"/>
                  </a:cubicBezTo>
                  <a:cubicBezTo>
                    <a:pt x="5021" y="7"/>
                    <a:pt x="4913" y="0"/>
                    <a:pt x="475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7" name="Google Shape;1997;g39181ba8852_8_3823"/>
            <p:cNvSpPr/>
            <p:nvPr/>
          </p:nvSpPr>
          <p:spPr>
            <a:xfrm>
              <a:off x="3145841" y="3127240"/>
              <a:ext cx="348375" cy="1458276"/>
            </a:xfrm>
            <a:custGeom>
              <a:rect b="b" l="l" r="r" t="t"/>
              <a:pathLst>
                <a:path extrusionOk="0" h="19586" w="4679">
                  <a:moveTo>
                    <a:pt x="232" y="0"/>
                  </a:moveTo>
                  <a:cubicBezTo>
                    <a:pt x="153" y="0"/>
                    <a:pt x="109" y="13"/>
                    <a:pt x="109" y="41"/>
                  </a:cubicBezTo>
                  <a:cubicBezTo>
                    <a:pt x="109" y="433"/>
                    <a:pt x="0" y="2609"/>
                    <a:pt x="44" y="3566"/>
                  </a:cubicBezTo>
                  <a:cubicBezTo>
                    <a:pt x="174" y="6503"/>
                    <a:pt x="588" y="10094"/>
                    <a:pt x="653" y="10616"/>
                  </a:cubicBezTo>
                  <a:cubicBezTo>
                    <a:pt x="740" y="11421"/>
                    <a:pt x="1284" y="19080"/>
                    <a:pt x="1284" y="19080"/>
                  </a:cubicBezTo>
                  <a:cubicBezTo>
                    <a:pt x="1284" y="19080"/>
                    <a:pt x="1693" y="19585"/>
                    <a:pt x="2307" y="19585"/>
                  </a:cubicBezTo>
                  <a:cubicBezTo>
                    <a:pt x="2343" y="19585"/>
                    <a:pt x="2379" y="19584"/>
                    <a:pt x="2416" y="19580"/>
                  </a:cubicBezTo>
                  <a:cubicBezTo>
                    <a:pt x="3090" y="19515"/>
                    <a:pt x="3482" y="19341"/>
                    <a:pt x="3482" y="19341"/>
                  </a:cubicBezTo>
                  <a:cubicBezTo>
                    <a:pt x="3482" y="19341"/>
                    <a:pt x="3743" y="15925"/>
                    <a:pt x="3830" y="14619"/>
                  </a:cubicBezTo>
                  <a:cubicBezTo>
                    <a:pt x="3895" y="13314"/>
                    <a:pt x="3286" y="11334"/>
                    <a:pt x="3221" y="10855"/>
                  </a:cubicBezTo>
                  <a:cubicBezTo>
                    <a:pt x="3155" y="10376"/>
                    <a:pt x="3329" y="9963"/>
                    <a:pt x="3612" y="7896"/>
                  </a:cubicBezTo>
                  <a:cubicBezTo>
                    <a:pt x="3873" y="5829"/>
                    <a:pt x="4678" y="3218"/>
                    <a:pt x="4591" y="2413"/>
                  </a:cubicBezTo>
                  <a:cubicBezTo>
                    <a:pt x="4504" y="1586"/>
                    <a:pt x="4417" y="1020"/>
                    <a:pt x="4417" y="1020"/>
                  </a:cubicBezTo>
                  <a:cubicBezTo>
                    <a:pt x="4417" y="1020"/>
                    <a:pt x="934" y="0"/>
                    <a:pt x="232"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8" name="Google Shape;1998;g39181ba8852_8_3823"/>
            <p:cNvSpPr/>
            <p:nvPr/>
          </p:nvSpPr>
          <p:spPr>
            <a:xfrm>
              <a:off x="3348363" y="4541012"/>
              <a:ext cx="383964" cy="227162"/>
            </a:xfrm>
            <a:custGeom>
              <a:rect b="b" l="l" r="r" t="t"/>
              <a:pathLst>
                <a:path extrusionOk="0" h="3051" w="5157">
                  <a:moveTo>
                    <a:pt x="4568" y="1"/>
                  </a:moveTo>
                  <a:cubicBezTo>
                    <a:pt x="4384" y="1"/>
                    <a:pt x="3199" y="287"/>
                    <a:pt x="3199" y="287"/>
                  </a:cubicBezTo>
                  <a:cubicBezTo>
                    <a:pt x="3199" y="287"/>
                    <a:pt x="2524" y="657"/>
                    <a:pt x="1632" y="1854"/>
                  </a:cubicBezTo>
                  <a:cubicBezTo>
                    <a:pt x="1284" y="2333"/>
                    <a:pt x="87" y="2463"/>
                    <a:pt x="22" y="2877"/>
                  </a:cubicBezTo>
                  <a:cubicBezTo>
                    <a:pt x="0" y="3051"/>
                    <a:pt x="783" y="3051"/>
                    <a:pt x="1197" y="3051"/>
                  </a:cubicBezTo>
                  <a:cubicBezTo>
                    <a:pt x="2285" y="3051"/>
                    <a:pt x="2720" y="2442"/>
                    <a:pt x="3264" y="2267"/>
                  </a:cubicBezTo>
                  <a:cubicBezTo>
                    <a:pt x="3786" y="2115"/>
                    <a:pt x="4417" y="1963"/>
                    <a:pt x="4939" y="1876"/>
                  </a:cubicBezTo>
                  <a:cubicBezTo>
                    <a:pt x="5113" y="1854"/>
                    <a:pt x="5157" y="1223"/>
                    <a:pt x="5092" y="940"/>
                  </a:cubicBezTo>
                  <a:cubicBezTo>
                    <a:pt x="5026" y="723"/>
                    <a:pt x="4831" y="222"/>
                    <a:pt x="4591" y="5"/>
                  </a:cubicBezTo>
                  <a:cubicBezTo>
                    <a:pt x="4588" y="2"/>
                    <a:pt x="4581" y="1"/>
                    <a:pt x="4568"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99" name="Google Shape;1999;g39181ba8852_8_3823"/>
            <p:cNvSpPr/>
            <p:nvPr/>
          </p:nvSpPr>
          <p:spPr>
            <a:xfrm>
              <a:off x="3165274" y="3104382"/>
              <a:ext cx="542777" cy="1484484"/>
            </a:xfrm>
            <a:custGeom>
              <a:rect b="b" l="l" r="r" t="t"/>
              <a:pathLst>
                <a:path extrusionOk="0" h="19938" w="7290">
                  <a:moveTo>
                    <a:pt x="4983" y="0"/>
                  </a:moveTo>
                  <a:lnTo>
                    <a:pt x="1" y="718"/>
                  </a:lnTo>
                  <a:cubicBezTo>
                    <a:pt x="1" y="718"/>
                    <a:pt x="936" y="3112"/>
                    <a:pt x="1197" y="4134"/>
                  </a:cubicBezTo>
                  <a:cubicBezTo>
                    <a:pt x="1828" y="6658"/>
                    <a:pt x="2329" y="10422"/>
                    <a:pt x="2960" y="11554"/>
                  </a:cubicBezTo>
                  <a:cubicBezTo>
                    <a:pt x="3351" y="12272"/>
                    <a:pt x="5005" y="19800"/>
                    <a:pt x="5005" y="19800"/>
                  </a:cubicBezTo>
                  <a:cubicBezTo>
                    <a:pt x="5005" y="19800"/>
                    <a:pt x="5255" y="19938"/>
                    <a:pt x="5661" y="19938"/>
                  </a:cubicBezTo>
                  <a:cubicBezTo>
                    <a:pt x="5790" y="19938"/>
                    <a:pt x="5935" y="19924"/>
                    <a:pt x="6093" y="19887"/>
                  </a:cubicBezTo>
                  <a:cubicBezTo>
                    <a:pt x="6767" y="19757"/>
                    <a:pt x="7290" y="19430"/>
                    <a:pt x="7290" y="19430"/>
                  </a:cubicBezTo>
                  <a:cubicBezTo>
                    <a:pt x="7290" y="19430"/>
                    <a:pt x="7115" y="16101"/>
                    <a:pt x="7028" y="14796"/>
                  </a:cubicBezTo>
                  <a:cubicBezTo>
                    <a:pt x="6963" y="13468"/>
                    <a:pt x="6071" y="11510"/>
                    <a:pt x="5962" y="11032"/>
                  </a:cubicBezTo>
                  <a:cubicBezTo>
                    <a:pt x="5832" y="10553"/>
                    <a:pt x="5636" y="8660"/>
                    <a:pt x="5679" y="6571"/>
                  </a:cubicBezTo>
                  <a:cubicBezTo>
                    <a:pt x="5701" y="4504"/>
                    <a:pt x="5766" y="2981"/>
                    <a:pt x="5679" y="2154"/>
                  </a:cubicBezTo>
                  <a:cubicBezTo>
                    <a:pt x="5592" y="1153"/>
                    <a:pt x="4983" y="0"/>
                    <a:pt x="4983"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0" name="Google Shape;2000;g39181ba8852_8_3823"/>
            <p:cNvSpPr/>
            <p:nvPr/>
          </p:nvSpPr>
          <p:spPr>
            <a:xfrm>
              <a:off x="3157159" y="2443360"/>
              <a:ext cx="72966" cy="69764"/>
            </a:xfrm>
            <a:custGeom>
              <a:rect b="b" l="l" r="r" t="t"/>
              <a:pathLst>
                <a:path extrusionOk="0" h="937" w="980">
                  <a:moveTo>
                    <a:pt x="980" y="1"/>
                  </a:moveTo>
                  <a:lnTo>
                    <a:pt x="1" y="414"/>
                  </a:lnTo>
                  <a:lnTo>
                    <a:pt x="44" y="937"/>
                  </a:lnTo>
                  <a:lnTo>
                    <a:pt x="98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1" name="Google Shape;2001;g39181ba8852_8_3823"/>
            <p:cNvSpPr/>
            <p:nvPr/>
          </p:nvSpPr>
          <p:spPr>
            <a:xfrm>
              <a:off x="3119930" y="2469346"/>
              <a:ext cx="40578" cy="43780"/>
            </a:xfrm>
            <a:custGeom>
              <a:rect b="b" l="l" r="r" t="t"/>
              <a:pathLst>
                <a:path extrusionOk="0" h="588" w="545">
                  <a:moveTo>
                    <a:pt x="196" y="0"/>
                  </a:moveTo>
                  <a:lnTo>
                    <a:pt x="0" y="283"/>
                  </a:lnTo>
                  <a:lnTo>
                    <a:pt x="544" y="588"/>
                  </a:lnTo>
                  <a:lnTo>
                    <a:pt x="196"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2" name="Google Shape;2002;g39181ba8852_8_3823"/>
            <p:cNvSpPr/>
            <p:nvPr/>
          </p:nvSpPr>
          <p:spPr>
            <a:xfrm>
              <a:off x="3123132" y="2487141"/>
              <a:ext cx="51970" cy="50257"/>
            </a:xfrm>
            <a:custGeom>
              <a:rect b="b" l="l" r="r" t="t"/>
              <a:pathLst>
                <a:path extrusionOk="0" h="675" w="698">
                  <a:moveTo>
                    <a:pt x="1" y="0"/>
                  </a:moveTo>
                  <a:lnTo>
                    <a:pt x="110" y="631"/>
                  </a:lnTo>
                  <a:lnTo>
                    <a:pt x="479" y="675"/>
                  </a:lnTo>
                  <a:lnTo>
                    <a:pt x="697" y="22"/>
                  </a:lnTo>
                  <a:lnTo>
                    <a:pt x="1"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3" name="Google Shape;2003;g39181ba8852_8_3823"/>
            <p:cNvSpPr/>
            <p:nvPr/>
          </p:nvSpPr>
          <p:spPr>
            <a:xfrm>
              <a:off x="3157159" y="2351035"/>
              <a:ext cx="160451" cy="168566"/>
            </a:xfrm>
            <a:custGeom>
              <a:rect b="b" l="l" r="r" t="t"/>
              <a:pathLst>
                <a:path extrusionOk="0" h="2264" w="2155">
                  <a:moveTo>
                    <a:pt x="1633" y="1"/>
                  </a:moveTo>
                  <a:lnTo>
                    <a:pt x="1" y="1654"/>
                  </a:lnTo>
                  <a:lnTo>
                    <a:pt x="479" y="2264"/>
                  </a:lnTo>
                  <a:lnTo>
                    <a:pt x="2155" y="436"/>
                  </a:lnTo>
                  <a:lnTo>
                    <a:pt x="1633"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4" name="Google Shape;2004;g39181ba8852_8_3823"/>
            <p:cNvSpPr/>
            <p:nvPr/>
          </p:nvSpPr>
          <p:spPr>
            <a:xfrm>
              <a:off x="3095583" y="2441797"/>
              <a:ext cx="39014" cy="74604"/>
            </a:xfrm>
            <a:custGeom>
              <a:rect b="b" l="l" r="r" t="t"/>
              <a:pathLst>
                <a:path extrusionOk="0" h="1002" w="524">
                  <a:moveTo>
                    <a:pt x="284" y="0"/>
                  </a:moveTo>
                  <a:lnTo>
                    <a:pt x="1" y="479"/>
                  </a:lnTo>
                  <a:lnTo>
                    <a:pt x="219" y="1001"/>
                  </a:lnTo>
                  <a:lnTo>
                    <a:pt x="523" y="370"/>
                  </a:lnTo>
                  <a:lnTo>
                    <a:pt x="284" y="0"/>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5" name="Google Shape;2005;g39181ba8852_8_3823"/>
            <p:cNvSpPr/>
            <p:nvPr/>
          </p:nvSpPr>
          <p:spPr>
            <a:xfrm>
              <a:off x="3176592" y="2441350"/>
              <a:ext cx="269006" cy="513218"/>
            </a:xfrm>
            <a:custGeom>
              <a:rect b="b" l="l" r="r" t="t"/>
              <a:pathLst>
                <a:path extrusionOk="0" h="6893" w="3613">
                  <a:moveTo>
                    <a:pt x="2481" y="0"/>
                  </a:moveTo>
                  <a:cubicBezTo>
                    <a:pt x="1597" y="0"/>
                    <a:pt x="1231" y="842"/>
                    <a:pt x="1023" y="1486"/>
                  </a:cubicBezTo>
                  <a:cubicBezTo>
                    <a:pt x="806" y="2160"/>
                    <a:pt x="1" y="5946"/>
                    <a:pt x="88" y="6338"/>
                  </a:cubicBezTo>
                  <a:cubicBezTo>
                    <a:pt x="160" y="6645"/>
                    <a:pt x="983" y="6892"/>
                    <a:pt x="1385" y="6892"/>
                  </a:cubicBezTo>
                  <a:cubicBezTo>
                    <a:pt x="1466" y="6892"/>
                    <a:pt x="1531" y="6882"/>
                    <a:pt x="1567" y="6860"/>
                  </a:cubicBezTo>
                  <a:cubicBezTo>
                    <a:pt x="1807" y="6708"/>
                    <a:pt x="3330" y="2530"/>
                    <a:pt x="3482" y="1682"/>
                  </a:cubicBezTo>
                  <a:cubicBezTo>
                    <a:pt x="3613" y="833"/>
                    <a:pt x="3439" y="71"/>
                    <a:pt x="2612" y="6"/>
                  </a:cubicBezTo>
                  <a:cubicBezTo>
                    <a:pt x="2567" y="2"/>
                    <a:pt x="2524" y="0"/>
                    <a:pt x="2481"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6" name="Google Shape;2006;g39181ba8852_8_3823"/>
            <p:cNvSpPr/>
            <p:nvPr/>
          </p:nvSpPr>
          <p:spPr>
            <a:xfrm>
              <a:off x="3152319" y="3092990"/>
              <a:ext cx="398558" cy="70434"/>
            </a:xfrm>
            <a:custGeom>
              <a:rect b="b" l="l" r="r" t="t"/>
              <a:pathLst>
                <a:path extrusionOk="0" h="946" w="5353">
                  <a:moveTo>
                    <a:pt x="5222" y="1"/>
                  </a:moveTo>
                  <a:cubicBezTo>
                    <a:pt x="5222" y="1"/>
                    <a:pt x="3765" y="218"/>
                    <a:pt x="2329" y="262"/>
                  </a:cubicBezTo>
                  <a:cubicBezTo>
                    <a:pt x="871" y="327"/>
                    <a:pt x="0" y="371"/>
                    <a:pt x="0" y="371"/>
                  </a:cubicBezTo>
                  <a:lnTo>
                    <a:pt x="0" y="937"/>
                  </a:lnTo>
                  <a:cubicBezTo>
                    <a:pt x="0" y="937"/>
                    <a:pt x="293" y="945"/>
                    <a:pt x="751" y="945"/>
                  </a:cubicBezTo>
                  <a:cubicBezTo>
                    <a:pt x="1324" y="945"/>
                    <a:pt x="2157" y="932"/>
                    <a:pt x="3003" y="871"/>
                  </a:cubicBezTo>
                  <a:cubicBezTo>
                    <a:pt x="4504" y="784"/>
                    <a:pt x="5353" y="567"/>
                    <a:pt x="5353" y="567"/>
                  </a:cubicBezTo>
                  <a:lnTo>
                    <a:pt x="5222"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7" name="Google Shape;2007;g39181ba8852_8_3823"/>
            <p:cNvSpPr/>
            <p:nvPr/>
          </p:nvSpPr>
          <p:spPr>
            <a:xfrm>
              <a:off x="3153957" y="3118975"/>
              <a:ext cx="50257" cy="50257"/>
            </a:xfrm>
            <a:custGeom>
              <a:rect b="b" l="l" r="r" t="t"/>
              <a:pathLst>
                <a:path extrusionOk="0" h="675" w="675">
                  <a:moveTo>
                    <a:pt x="174" y="0"/>
                  </a:moveTo>
                  <a:cubicBezTo>
                    <a:pt x="87" y="0"/>
                    <a:pt x="0" y="87"/>
                    <a:pt x="0" y="174"/>
                  </a:cubicBezTo>
                  <a:lnTo>
                    <a:pt x="0" y="479"/>
                  </a:lnTo>
                  <a:cubicBezTo>
                    <a:pt x="0" y="588"/>
                    <a:pt x="87" y="675"/>
                    <a:pt x="174" y="675"/>
                  </a:cubicBezTo>
                  <a:lnTo>
                    <a:pt x="479" y="675"/>
                  </a:lnTo>
                  <a:cubicBezTo>
                    <a:pt x="588" y="675"/>
                    <a:pt x="675" y="588"/>
                    <a:pt x="675" y="479"/>
                  </a:cubicBezTo>
                  <a:lnTo>
                    <a:pt x="675" y="174"/>
                  </a:lnTo>
                  <a:cubicBezTo>
                    <a:pt x="675" y="87"/>
                    <a:pt x="588" y="0"/>
                    <a:pt x="47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8" name="Google Shape;2008;g39181ba8852_8_3823"/>
            <p:cNvSpPr/>
            <p:nvPr/>
          </p:nvSpPr>
          <p:spPr>
            <a:xfrm>
              <a:off x="3113453" y="2534122"/>
              <a:ext cx="76167" cy="714470"/>
            </a:xfrm>
            <a:custGeom>
              <a:rect b="b" l="l" r="r" t="t"/>
              <a:pathLst>
                <a:path extrusionOk="0" h="9596" w="1023">
                  <a:moveTo>
                    <a:pt x="240" y="0"/>
                  </a:moveTo>
                  <a:cubicBezTo>
                    <a:pt x="240" y="0"/>
                    <a:pt x="0" y="1654"/>
                    <a:pt x="0" y="3112"/>
                  </a:cubicBezTo>
                  <a:cubicBezTo>
                    <a:pt x="0" y="4570"/>
                    <a:pt x="22" y="8660"/>
                    <a:pt x="22" y="8660"/>
                  </a:cubicBezTo>
                  <a:lnTo>
                    <a:pt x="522" y="9596"/>
                  </a:lnTo>
                  <a:lnTo>
                    <a:pt x="1023" y="8617"/>
                  </a:lnTo>
                  <a:cubicBezTo>
                    <a:pt x="1023" y="8617"/>
                    <a:pt x="675" y="4461"/>
                    <a:pt x="544" y="3134"/>
                  </a:cubicBezTo>
                  <a:cubicBezTo>
                    <a:pt x="414" y="1806"/>
                    <a:pt x="609" y="44"/>
                    <a:pt x="609" y="44"/>
                  </a:cubicBezTo>
                  <a:lnTo>
                    <a:pt x="240" y="0"/>
                  </a:ln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09" name="Google Shape;2009;g39181ba8852_8_3823"/>
            <p:cNvSpPr/>
            <p:nvPr/>
          </p:nvSpPr>
          <p:spPr>
            <a:xfrm>
              <a:off x="2284008" y="3015109"/>
              <a:ext cx="186361" cy="76391"/>
            </a:xfrm>
            <a:custGeom>
              <a:rect b="b" l="l" r="r" t="t"/>
              <a:pathLst>
                <a:path extrusionOk="0" h="1026" w="2503">
                  <a:moveTo>
                    <a:pt x="1048" y="0"/>
                  </a:moveTo>
                  <a:cubicBezTo>
                    <a:pt x="1040" y="0"/>
                    <a:pt x="1031" y="1"/>
                    <a:pt x="1023" y="3"/>
                  </a:cubicBezTo>
                  <a:cubicBezTo>
                    <a:pt x="1001" y="3"/>
                    <a:pt x="957" y="155"/>
                    <a:pt x="957" y="155"/>
                  </a:cubicBezTo>
                  <a:cubicBezTo>
                    <a:pt x="957" y="155"/>
                    <a:pt x="783" y="24"/>
                    <a:pt x="740" y="24"/>
                  </a:cubicBezTo>
                  <a:cubicBezTo>
                    <a:pt x="675" y="24"/>
                    <a:pt x="609" y="68"/>
                    <a:pt x="631" y="133"/>
                  </a:cubicBezTo>
                  <a:cubicBezTo>
                    <a:pt x="653" y="264"/>
                    <a:pt x="783" y="525"/>
                    <a:pt x="827" y="568"/>
                  </a:cubicBezTo>
                  <a:cubicBezTo>
                    <a:pt x="829" y="573"/>
                    <a:pt x="828" y="576"/>
                    <a:pt x="824" y="576"/>
                  </a:cubicBezTo>
                  <a:cubicBezTo>
                    <a:pt x="792" y="576"/>
                    <a:pt x="586" y="444"/>
                    <a:pt x="413" y="329"/>
                  </a:cubicBezTo>
                  <a:cubicBezTo>
                    <a:pt x="321" y="283"/>
                    <a:pt x="240" y="268"/>
                    <a:pt x="176" y="268"/>
                  </a:cubicBezTo>
                  <a:cubicBezTo>
                    <a:pt x="90" y="268"/>
                    <a:pt x="34" y="295"/>
                    <a:pt x="22" y="307"/>
                  </a:cubicBezTo>
                  <a:cubicBezTo>
                    <a:pt x="0" y="351"/>
                    <a:pt x="348" y="634"/>
                    <a:pt x="392" y="699"/>
                  </a:cubicBezTo>
                  <a:cubicBezTo>
                    <a:pt x="435" y="742"/>
                    <a:pt x="827" y="1025"/>
                    <a:pt x="914" y="1025"/>
                  </a:cubicBezTo>
                  <a:cubicBezTo>
                    <a:pt x="936" y="1025"/>
                    <a:pt x="979" y="1003"/>
                    <a:pt x="1088" y="982"/>
                  </a:cubicBezTo>
                  <a:cubicBezTo>
                    <a:pt x="1121" y="982"/>
                    <a:pt x="1141" y="1018"/>
                    <a:pt x="1195" y="1018"/>
                  </a:cubicBezTo>
                  <a:cubicBezTo>
                    <a:pt x="1213" y="1018"/>
                    <a:pt x="1235" y="1014"/>
                    <a:pt x="1262" y="1003"/>
                  </a:cubicBezTo>
                  <a:cubicBezTo>
                    <a:pt x="1284" y="1003"/>
                    <a:pt x="1349" y="960"/>
                    <a:pt x="1371" y="960"/>
                  </a:cubicBezTo>
                  <a:cubicBezTo>
                    <a:pt x="1385" y="953"/>
                    <a:pt x="1402" y="950"/>
                    <a:pt x="1419" y="950"/>
                  </a:cubicBezTo>
                  <a:cubicBezTo>
                    <a:pt x="1453" y="950"/>
                    <a:pt x="1487" y="960"/>
                    <a:pt x="1501" y="960"/>
                  </a:cubicBezTo>
                  <a:cubicBezTo>
                    <a:pt x="1545" y="938"/>
                    <a:pt x="1567" y="916"/>
                    <a:pt x="1588" y="916"/>
                  </a:cubicBezTo>
                  <a:cubicBezTo>
                    <a:pt x="1610" y="895"/>
                    <a:pt x="1697" y="895"/>
                    <a:pt x="1719" y="895"/>
                  </a:cubicBezTo>
                  <a:cubicBezTo>
                    <a:pt x="1762" y="873"/>
                    <a:pt x="1806" y="829"/>
                    <a:pt x="1850" y="829"/>
                  </a:cubicBezTo>
                  <a:cubicBezTo>
                    <a:pt x="2241" y="699"/>
                    <a:pt x="2502" y="546"/>
                    <a:pt x="2502" y="546"/>
                  </a:cubicBezTo>
                  <a:cubicBezTo>
                    <a:pt x="2411" y="379"/>
                    <a:pt x="2180" y="329"/>
                    <a:pt x="2021" y="329"/>
                  </a:cubicBezTo>
                  <a:cubicBezTo>
                    <a:pt x="1952" y="329"/>
                    <a:pt x="1897" y="338"/>
                    <a:pt x="1871" y="351"/>
                  </a:cubicBezTo>
                  <a:cubicBezTo>
                    <a:pt x="1855" y="359"/>
                    <a:pt x="1840" y="362"/>
                    <a:pt x="1824" y="362"/>
                  </a:cubicBezTo>
                  <a:cubicBezTo>
                    <a:pt x="1673" y="362"/>
                    <a:pt x="1535" y="23"/>
                    <a:pt x="1363" y="23"/>
                  </a:cubicBezTo>
                  <a:cubicBezTo>
                    <a:pt x="1359" y="23"/>
                    <a:pt x="1354" y="24"/>
                    <a:pt x="1349" y="24"/>
                  </a:cubicBezTo>
                  <a:cubicBezTo>
                    <a:pt x="1308" y="24"/>
                    <a:pt x="1325" y="178"/>
                    <a:pt x="1291" y="178"/>
                  </a:cubicBezTo>
                  <a:cubicBezTo>
                    <a:pt x="1289" y="178"/>
                    <a:pt x="1286" y="178"/>
                    <a:pt x="1284" y="177"/>
                  </a:cubicBezTo>
                  <a:cubicBezTo>
                    <a:pt x="1243" y="136"/>
                    <a:pt x="1165" y="0"/>
                    <a:pt x="1048" y="0"/>
                  </a:cubicBezTo>
                  <a:close/>
                </a:path>
              </a:pathLst>
            </a:custGeom>
            <a:solidFill>
              <a:srgbClr val="FFA47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0" name="Google Shape;2010;g39181ba8852_8_3823"/>
            <p:cNvSpPr/>
            <p:nvPr/>
          </p:nvSpPr>
          <p:spPr>
            <a:xfrm>
              <a:off x="2786217" y="3292309"/>
              <a:ext cx="233342" cy="90835"/>
            </a:xfrm>
            <a:custGeom>
              <a:rect b="b" l="l" r="r" t="t"/>
              <a:pathLst>
                <a:path extrusionOk="0" h="1220" w="3134">
                  <a:moveTo>
                    <a:pt x="2633" y="0"/>
                  </a:moveTo>
                  <a:cubicBezTo>
                    <a:pt x="2633" y="0"/>
                    <a:pt x="1632" y="435"/>
                    <a:pt x="1349" y="457"/>
                  </a:cubicBezTo>
                  <a:cubicBezTo>
                    <a:pt x="1066" y="501"/>
                    <a:pt x="740" y="805"/>
                    <a:pt x="109" y="979"/>
                  </a:cubicBezTo>
                  <a:cubicBezTo>
                    <a:pt x="0" y="1001"/>
                    <a:pt x="22" y="1197"/>
                    <a:pt x="348" y="1219"/>
                  </a:cubicBezTo>
                  <a:cubicBezTo>
                    <a:pt x="357" y="1219"/>
                    <a:pt x="365" y="1219"/>
                    <a:pt x="374" y="1219"/>
                  </a:cubicBezTo>
                  <a:cubicBezTo>
                    <a:pt x="636" y="1219"/>
                    <a:pt x="1043" y="953"/>
                    <a:pt x="1460" y="953"/>
                  </a:cubicBezTo>
                  <a:cubicBezTo>
                    <a:pt x="1531" y="953"/>
                    <a:pt x="1604" y="961"/>
                    <a:pt x="1675" y="979"/>
                  </a:cubicBezTo>
                  <a:cubicBezTo>
                    <a:pt x="1780" y="997"/>
                    <a:pt x="2095" y="1168"/>
                    <a:pt x="2428" y="1168"/>
                  </a:cubicBezTo>
                  <a:cubicBezTo>
                    <a:pt x="2511" y="1168"/>
                    <a:pt x="2594" y="1157"/>
                    <a:pt x="2676" y="1132"/>
                  </a:cubicBezTo>
                  <a:cubicBezTo>
                    <a:pt x="3090" y="1001"/>
                    <a:pt x="3133" y="327"/>
                    <a:pt x="3133" y="327"/>
                  </a:cubicBezTo>
                  <a:lnTo>
                    <a:pt x="2633" y="0"/>
                  </a:lnTo>
                  <a:close/>
                </a:path>
              </a:pathLst>
            </a:custGeom>
            <a:solidFill>
              <a:srgbClr val="FFBD9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1" name="Google Shape;2011;g39181ba8852_8_3823"/>
            <p:cNvSpPr/>
            <p:nvPr/>
          </p:nvSpPr>
          <p:spPr>
            <a:xfrm>
              <a:off x="2970869" y="2889650"/>
              <a:ext cx="361330" cy="423723"/>
            </a:xfrm>
            <a:custGeom>
              <a:rect b="b" l="l" r="r" t="t"/>
              <a:pathLst>
                <a:path extrusionOk="0" h="5691" w="4853">
                  <a:moveTo>
                    <a:pt x="3569" y="0"/>
                  </a:moveTo>
                  <a:cubicBezTo>
                    <a:pt x="3038" y="0"/>
                    <a:pt x="2641" y="498"/>
                    <a:pt x="2524" y="665"/>
                  </a:cubicBezTo>
                  <a:cubicBezTo>
                    <a:pt x="1067" y="2797"/>
                    <a:pt x="1" y="5104"/>
                    <a:pt x="1" y="5104"/>
                  </a:cubicBezTo>
                  <a:lnTo>
                    <a:pt x="806" y="5691"/>
                  </a:lnTo>
                  <a:cubicBezTo>
                    <a:pt x="806" y="5691"/>
                    <a:pt x="2655" y="3689"/>
                    <a:pt x="3221" y="2949"/>
                  </a:cubicBezTo>
                  <a:cubicBezTo>
                    <a:pt x="3786" y="2210"/>
                    <a:pt x="4853" y="643"/>
                    <a:pt x="4091" y="164"/>
                  </a:cubicBezTo>
                  <a:cubicBezTo>
                    <a:pt x="3907" y="47"/>
                    <a:pt x="3732" y="0"/>
                    <a:pt x="3569" y="0"/>
                  </a:cubicBezTo>
                  <a:close/>
                </a:path>
              </a:pathLst>
            </a:custGeom>
            <a:solidFill>
              <a:schemeClr val="dk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2" name="Google Shape;2012;g39181ba8852_8_3823"/>
            <p:cNvSpPr/>
            <p:nvPr/>
          </p:nvSpPr>
          <p:spPr>
            <a:xfrm>
              <a:off x="2943320" y="3238849"/>
              <a:ext cx="116745" cy="115033"/>
            </a:xfrm>
            <a:custGeom>
              <a:rect b="b" l="l" r="r" t="t"/>
              <a:pathLst>
                <a:path extrusionOk="0" h="1545" w="1568">
                  <a:moveTo>
                    <a:pt x="501" y="0"/>
                  </a:moveTo>
                  <a:lnTo>
                    <a:pt x="1" y="783"/>
                  </a:lnTo>
                  <a:lnTo>
                    <a:pt x="1067" y="1545"/>
                  </a:lnTo>
                  <a:lnTo>
                    <a:pt x="1567" y="762"/>
                  </a:lnTo>
                  <a:lnTo>
                    <a:pt x="501"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013" name="Google Shape;2013;g39181ba8852_8_3823"/>
          <p:cNvGrpSpPr/>
          <p:nvPr/>
        </p:nvGrpSpPr>
        <p:grpSpPr>
          <a:xfrm>
            <a:off x="2098472" y="3264014"/>
            <a:ext cx="1363911" cy="3591605"/>
            <a:chOff x="1363800" y="1986051"/>
            <a:chExt cx="1056313" cy="2781602"/>
          </a:xfrm>
        </p:grpSpPr>
        <p:sp>
          <p:nvSpPr>
            <p:cNvPr id="2014" name="Google Shape;2014;g39181ba8852_8_3823"/>
            <p:cNvSpPr/>
            <p:nvPr/>
          </p:nvSpPr>
          <p:spPr>
            <a:xfrm>
              <a:off x="2083124" y="3285831"/>
              <a:ext cx="228428" cy="95600"/>
            </a:xfrm>
            <a:custGeom>
              <a:rect b="b" l="l" r="r" t="t"/>
              <a:pathLst>
                <a:path extrusionOk="0" h="1284" w="3068">
                  <a:moveTo>
                    <a:pt x="522" y="0"/>
                  </a:moveTo>
                  <a:lnTo>
                    <a:pt x="0" y="283"/>
                  </a:lnTo>
                  <a:cubicBezTo>
                    <a:pt x="0" y="283"/>
                    <a:pt x="0" y="914"/>
                    <a:pt x="392" y="1066"/>
                  </a:cubicBezTo>
                  <a:cubicBezTo>
                    <a:pt x="494" y="1098"/>
                    <a:pt x="600" y="1111"/>
                    <a:pt x="703" y="1111"/>
                  </a:cubicBezTo>
                  <a:cubicBezTo>
                    <a:pt x="1020" y="1111"/>
                    <a:pt x="1316" y="996"/>
                    <a:pt x="1414" y="979"/>
                  </a:cubicBezTo>
                  <a:cubicBezTo>
                    <a:pt x="1464" y="971"/>
                    <a:pt x="1514" y="967"/>
                    <a:pt x="1564" y="967"/>
                  </a:cubicBezTo>
                  <a:cubicBezTo>
                    <a:pt x="2013" y="967"/>
                    <a:pt x="2446" y="1284"/>
                    <a:pt x="2720" y="1284"/>
                  </a:cubicBezTo>
                  <a:cubicBezTo>
                    <a:pt x="3046" y="1284"/>
                    <a:pt x="3068" y="1110"/>
                    <a:pt x="2959" y="1066"/>
                  </a:cubicBezTo>
                  <a:cubicBezTo>
                    <a:pt x="2350" y="870"/>
                    <a:pt x="2045" y="588"/>
                    <a:pt x="1762" y="522"/>
                  </a:cubicBezTo>
                  <a:cubicBezTo>
                    <a:pt x="1480" y="479"/>
                    <a:pt x="522" y="0"/>
                    <a:pt x="522"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5" name="Google Shape;2015;g39181ba8852_8_3823"/>
            <p:cNvSpPr/>
            <p:nvPr/>
          </p:nvSpPr>
          <p:spPr>
            <a:xfrm>
              <a:off x="2089602" y="3332813"/>
              <a:ext cx="110342" cy="50853"/>
            </a:xfrm>
            <a:custGeom>
              <a:rect b="b" l="l" r="r" t="t"/>
              <a:pathLst>
                <a:path extrusionOk="0" h="683" w="1482">
                  <a:moveTo>
                    <a:pt x="285" y="1"/>
                  </a:moveTo>
                  <a:cubicBezTo>
                    <a:pt x="195" y="1"/>
                    <a:pt x="100" y="20"/>
                    <a:pt x="0" y="65"/>
                  </a:cubicBezTo>
                  <a:cubicBezTo>
                    <a:pt x="0" y="65"/>
                    <a:pt x="196" y="479"/>
                    <a:pt x="457" y="609"/>
                  </a:cubicBezTo>
                  <a:cubicBezTo>
                    <a:pt x="534" y="644"/>
                    <a:pt x="622" y="655"/>
                    <a:pt x="713" y="655"/>
                  </a:cubicBezTo>
                  <a:cubicBezTo>
                    <a:pt x="843" y="655"/>
                    <a:pt x="981" y="634"/>
                    <a:pt x="1101" y="634"/>
                  </a:cubicBezTo>
                  <a:cubicBezTo>
                    <a:pt x="1160" y="634"/>
                    <a:pt x="1214" y="638"/>
                    <a:pt x="1262" y="653"/>
                  </a:cubicBezTo>
                  <a:cubicBezTo>
                    <a:pt x="1320" y="674"/>
                    <a:pt x="1361" y="682"/>
                    <a:pt x="1390" y="682"/>
                  </a:cubicBezTo>
                  <a:cubicBezTo>
                    <a:pt x="1482" y="682"/>
                    <a:pt x="1453" y="599"/>
                    <a:pt x="1436" y="566"/>
                  </a:cubicBezTo>
                  <a:cubicBezTo>
                    <a:pt x="1436" y="522"/>
                    <a:pt x="1153" y="435"/>
                    <a:pt x="1023" y="370"/>
                  </a:cubicBezTo>
                  <a:cubicBezTo>
                    <a:pt x="935" y="335"/>
                    <a:pt x="662" y="1"/>
                    <a:pt x="285"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6" name="Google Shape;2016;g39181ba8852_8_3823"/>
            <p:cNvSpPr/>
            <p:nvPr/>
          </p:nvSpPr>
          <p:spPr>
            <a:xfrm>
              <a:off x="1859531" y="2899255"/>
              <a:ext cx="296554" cy="440104"/>
            </a:xfrm>
            <a:custGeom>
              <a:rect b="b" l="l" r="r" t="t"/>
              <a:pathLst>
                <a:path extrusionOk="0" h="5911" w="3983">
                  <a:moveTo>
                    <a:pt x="1056" y="1"/>
                  </a:moveTo>
                  <a:cubicBezTo>
                    <a:pt x="965" y="1"/>
                    <a:pt x="874" y="25"/>
                    <a:pt x="784" y="79"/>
                  </a:cubicBezTo>
                  <a:cubicBezTo>
                    <a:pt x="0" y="558"/>
                    <a:pt x="262" y="1580"/>
                    <a:pt x="370" y="1820"/>
                  </a:cubicBezTo>
                  <a:cubicBezTo>
                    <a:pt x="1524" y="4039"/>
                    <a:pt x="3090" y="5910"/>
                    <a:pt x="3090" y="5910"/>
                  </a:cubicBezTo>
                  <a:lnTo>
                    <a:pt x="3982" y="5453"/>
                  </a:lnTo>
                  <a:cubicBezTo>
                    <a:pt x="3982" y="5453"/>
                    <a:pt x="3134" y="2929"/>
                    <a:pt x="2764" y="2102"/>
                  </a:cubicBezTo>
                  <a:cubicBezTo>
                    <a:pt x="2437" y="1373"/>
                    <a:pt x="1739" y="1"/>
                    <a:pt x="1056" y="1"/>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7" name="Google Shape;2017;g39181ba8852_8_3823"/>
            <p:cNvSpPr/>
            <p:nvPr/>
          </p:nvSpPr>
          <p:spPr>
            <a:xfrm>
              <a:off x="2047459" y="3245327"/>
              <a:ext cx="121585" cy="105354"/>
            </a:xfrm>
            <a:custGeom>
              <a:rect b="b" l="l" r="r" t="t"/>
              <a:pathLst>
                <a:path extrusionOk="0" h="1415" w="1633">
                  <a:moveTo>
                    <a:pt x="1241" y="0"/>
                  </a:moveTo>
                  <a:lnTo>
                    <a:pt x="0" y="631"/>
                  </a:lnTo>
                  <a:lnTo>
                    <a:pt x="457" y="1414"/>
                  </a:lnTo>
                  <a:lnTo>
                    <a:pt x="1632" y="783"/>
                  </a:lnTo>
                  <a:lnTo>
                    <a:pt x="1241"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8" name="Google Shape;2018;g39181ba8852_8_3823"/>
            <p:cNvSpPr/>
            <p:nvPr/>
          </p:nvSpPr>
          <p:spPr>
            <a:xfrm>
              <a:off x="1755813" y="2511413"/>
              <a:ext cx="251211" cy="510985"/>
            </a:xfrm>
            <a:custGeom>
              <a:rect b="b" l="l" r="r" t="t"/>
              <a:pathLst>
                <a:path extrusionOk="0" h="6863" w="3374">
                  <a:moveTo>
                    <a:pt x="1124" y="0"/>
                  </a:moveTo>
                  <a:cubicBezTo>
                    <a:pt x="1113" y="0"/>
                    <a:pt x="1101" y="1"/>
                    <a:pt x="1089" y="1"/>
                  </a:cubicBezTo>
                  <a:cubicBezTo>
                    <a:pt x="240" y="23"/>
                    <a:pt x="1" y="741"/>
                    <a:pt x="88" y="1589"/>
                  </a:cubicBezTo>
                  <a:cubicBezTo>
                    <a:pt x="153" y="2438"/>
                    <a:pt x="1459" y="6659"/>
                    <a:pt x="1698" y="6811"/>
                  </a:cubicBezTo>
                  <a:cubicBezTo>
                    <a:pt x="1749" y="6846"/>
                    <a:pt x="1853" y="6863"/>
                    <a:pt x="1985" y="6863"/>
                  </a:cubicBezTo>
                  <a:cubicBezTo>
                    <a:pt x="2423" y="6863"/>
                    <a:pt x="3164" y="6682"/>
                    <a:pt x="3265" y="6398"/>
                  </a:cubicBezTo>
                  <a:cubicBezTo>
                    <a:pt x="3373" y="6006"/>
                    <a:pt x="2808" y="2242"/>
                    <a:pt x="2634" y="1567"/>
                  </a:cubicBezTo>
                  <a:cubicBezTo>
                    <a:pt x="2440" y="901"/>
                    <a:pt x="2119" y="0"/>
                    <a:pt x="1124" y="0"/>
                  </a:cubicBezTo>
                  <a:close/>
                </a:path>
              </a:pathLst>
            </a:cu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19" name="Google Shape;2019;g39181ba8852_8_3823"/>
            <p:cNvSpPr/>
            <p:nvPr/>
          </p:nvSpPr>
          <p:spPr>
            <a:xfrm>
              <a:off x="1363800" y="2205250"/>
              <a:ext cx="562210" cy="1208702"/>
            </a:xfrm>
            <a:custGeom>
              <a:rect b="b" l="l" r="r" t="t"/>
              <a:pathLst>
                <a:path extrusionOk="0" h="16234" w="7551">
                  <a:moveTo>
                    <a:pt x="4570" y="0"/>
                  </a:moveTo>
                  <a:cubicBezTo>
                    <a:pt x="4570" y="0"/>
                    <a:pt x="3917" y="2394"/>
                    <a:pt x="3765" y="2481"/>
                  </a:cubicBezTo>
                  <a:cubicBezTo>
                    <a:pt x="3242" y="2742"/>
                    <a:pt x="2503" y="3286"/>
                    <a:pt x="2067" y="3852"/>
                  </a:cubicBezTo>
                  <a:cubicBezTo>
                    <a:pt x="1545" y="4548"/>
                    <a:pt x="1785" y="7855"/>
                    <a:pt x="1785" y="9052"/>
                  </a:cubicBezTo>
                  <a:cubicBezTo>
                    <a:pt x="1785" y="10249"/>
                    <a:pt x="849" y="11902"/>
                    <a:pt x="436" y="12968"/>
                  </a:cubicBezTo>
                  <a:cubicBezTo>
                    <a:pt x="0" y="14056"/>
                    <a:pt x="3221" y="16210"/>
                    <a:pt x="3351" y="16232"/>
                  </a:cubicBezTo>
                  <a:cubicBezTo>
                    <a:pt x="3355" y="16233"/>
                    <a:pt x="3359" y="16234"/>
                    <a:pt x="3364" y="16234"/>
                  </a:cubicBezTo>
                  <a:cubicBezTo>
                    <a:pt x="3553" y="16234"/>
                    <a:pt x="4860" y="15462"/>
                    <a:pt x="5157" y="15144"/>
                  </a:cubicBezTo>
                  <a:cubicBezTo>
                    <a:pt x="5440" y="14818"/>
                    <a:pt x="5875" y="11902"/>
                    <a:pt x="6049" y="11184"/>
                  </a:cubicBezTo>
                  <a:cubicBezTo>
                    <a:pt x="6223" y="10444"/>
                    <a:pt x="6963" y="7920"/>
                    <a:pt x="7028" y="7768"/>
                  </a:cubicBezTo>
                  <a:cubicBezTo>
                    <a:pt x="7507" y="6680"/>
                    <a:pt x="7420" y="5745"/>
                    <a:pt x="7442" y="5484"/>
                  </a:cubicBezTo>
                  <a:cubicBezTo>
                    <a:pt x="7442" y="5244"/>
                    <a:pt x="7551" y="4853"/>
                    <a:pt x="7463" y="4678"/>
                  </a:cubicBezTo>
                  <a:cubicBezTo>
                    <a:pt x="7289" y="4330"/>
                    <a:pt x="6071" y="3634"/>
                    <a:pt x="6071" y="3460"/>
                  </a:cubicBezTo>
                  <a:cubicBezTo>
                    <a:pt x="6093" y="3308"/>
                    <a:pt x="6397" y="1175"/>
                    <a:pt x="6397" y="1175"/>
                  </a:cubicBezTo>
                  <a:lnTo>
                    <a:pt x="4570" y="0"/>
                  </a:ln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0" name="Google Shape;2020;g39181ba8852_8_3823"/>
            <p:cNvSpPr/>
            <p:nvPr/>
          </p:nvSpPr>
          <p:spPr>
            <a:xfrm>
              <a:off x="1396189" y="2389901"/>
              <a:ext cx="531460" cy="814984"/>
            </a:xfrm>
            <a:custGeom>
              <a:rect b="b" l="l" r="r" t="t"/>
              <a:pathLst>
                <a:path extrusionOk="0" h="10946" w="7138">
                  <a:moveTo>
                    <a:pt x="3330" y="1"/>
                  </a:moveTo>
                  <a:cubicBezTo>
                    <a:pt x="3330" y="1"/>
                    <a:pt x="2677" y="218"/>
                    <a:pt x="2263" y="501"/>
                  </a:cubicBezTo>
                  <a:cubicBezTo>
                    <a:pt x="1850" y="741"/>
                    <a:pt x="1437" y="1024"/>
                    <a:pt x="1328" y="1589"/>
                  </a:cubicBezTo>
                  <a:cubicBezTo>
                    <a:pt x="1241" y="2133"/>
                    <a:pt x="1089" y="6572"/>
                    <a:pt x="1067" y="6811"/>
                  </a:cubicBezTo>
                  <a:cubicBezTo>
                    <a:pt x="1067" y="7072"/>
                    <a:pt x="1" y="9379"/>
                    <a:pt x="218" y="9661"/>
                  </a:cubicBezTo>
                  <a:cubicBezTo>
                    <a:pt x="262" y="9727"/>
                    <a:pt x="1850" y="10075"/>
                    <a:pt x="3264" y="10467"/>
                  </a:cubicBezTo>
                  <a:cubicBezTo>
                    <a:pt x="4461" y="10815"/>
                    <a:pt x="5266" y="10945"/>
                    <a:pt x="5266" y="10945"/>
                  </a:cubicBezTo>
                  <a:cubicBezTo>
                    <a:pt x="5266" y="10945"/>
                    <a:pt x="5636" y="8878"/>
                    <a:pt x="5897" y="8051"/>
                  </a:cubicBezTo>
                  <a:cubicBezTo>
                    <a:pt x="6202" y="7116"/>
                    <a:pt x="6376" y="6354"/>
                    <a:pt x="6550" y="5810"/>
                  </a:cubicBezTo>
                  <a:cubicBezTo>
                    <a:pt x="6876" y="4853"/>
                    <a:pt x="7094" y="3722"/>
                    <a:pt x="7072" y="3460"/>
                  </a:cubicBezTo>
                  <a:cubicBezTo>
                    <a:pt x="7072" y="3221"/>
                    <a:pt x="7137" y="2547"/>
                    <a:pt x="7028" y="2198"/>
                  </a:cubicBezTo>
                  <a:cubicBezTo>
                    <a:pt x="6920" y="1850"/>
                    <a:pt x="5636" y="980"/>
                    <a:pt x="5636" y="980"/>
                  </a:cubicBezTo>
                  <a:lnTo>
                    <a:pt x="5157" y="1742"/>
                  </a:lnTo>
                  <a:lnTo>
                    <a:pt x="3330" y="1"/>
                  </a:ln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1" name="Google Shape;2021;g39181ba8852_8_3823"/>
            <p:cNvSpPr/>
            <p:nvPr/>
          </p:nvSpPr>
          <p:spPr>
            <a:xfrm>
              <a:off x="1375117" y="2441797"/>
              <a:ext cx="554169" cy="703153"/>
            </a:xfrm>
            <a:custGeom>
              <a:rect b="b" l="l" r="r" t="t"/>
              <a:pathLst>
                <a:path extrusionOk="0" h="9444" w="7443">
                  <a:moveTo>
                    <a:pt x="2220" y="0"/>
                  </a:moveTo>
                  <a:cubicBezTo>
                    <a:pt x="2220" y="0"/>
                    <a:pt x="1763" y="305"/>
                    <a:pt x="1654" y="718"/>
                  </a:cubicBezTo>
                  <a:cubicBezTo>
                    <a:pt x="1546" y="1175"/>
                    <a:pt x="1459" y="3177"/>
                    <a:pt x="1372" y="5940"/>
                  </a:cubicBezTo>
                  <a:cubicBezTo>
                    <a:pt x="1350" y="6571"/>
                    <a:pt x="1" y="9030"/>
                    <a:pt x="610" y="9052"/>
                  </a:cubicBezTo>
                  <a:lnTo>
                    <a:pt x="5614" y="9443"/>
                  </a:lnTo>
                  <a:cubicBezTo>
                    <a:pt x="5614" y="9443"/>
                    <a:pt x="5745" y="8595"/>
                    <a:pt x="5745" y="7703"/>
                  </a:cubicBezTo>
                  <a:cubicBezTo>
                    <a:pt x="5745" y="7311"/>
                    <a:pt x="7442" y="4700"/>
                    <a:pt x="5571" y="3721"/>
                  </a:cubicBezTo>
                  <a:cubicBezTo>
                    <a:pt x="4396" y="3112"/>
                    <a:pt x="4635" y="2676"/>
                    <a:pt x="3939" y="718"/>
                  </a:cubicBezTo>
                  <a:cubicBezTo>
                    <a:pt x="3700" y="0"/>
                    <a:pt x="2220" y="0"/>
                    <a:pt x="2220" y="0"/>
                  </a:cubicBez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2" name="Google Shape;2022;g39181ba8852_8_3823"/>
            <p:cNvSpPr/>
            <p:nvPr/>
          </p:nvSpPr>
          <p:spPr>
            <a:xfrm>
              <a:off x="1658648" y="2268463"/>
              <a:ext cx="171768" cy="134466"/>
            </a:xfrm>
            <a:custGeom>
              <a:rect b="b" l="l" r="r" t="t"/>
              <a:pathLst>
                <a:path extrusionOk="0" h="1806" w="2307">
                  <a:moveTo>
                    <a:pt x="327" y="0"/>
                  </a:moveTo>
                  <a:lnTo>
                    <a:pt x="0" y="1262"/>
                  </a:lnTo>
                  <a:lnTo>
                    <a:pt x="566" y="1806"/>
                  </a:lnTo>
                  <a:lnTo>
                    <a:pt x="2307" y="1262"/>
                  </a:lnTo>
                  <a:lnTo>
                    <a:pt x="327"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3" name="Google Shape;2023;g39181ba8852_8_3823"/>
            <p:cNvSpPr/>
            <p:nvPr/>
          </p:nvSpPr>
          <p:spPr>
            <a:xfrm>
              <a:off x="1608390" y="2001910"/>
              <a:ext cx="330580" cy="360809"/>
            </a:xfrm>
            <a:custGeom>
              <a:rect b="b" l="l" r="r" t="t"/>
              <a:pathLst>
                <a:path extrusionOk="0" h="4846" w="4440">
                  <a:moveTo>
                    <a:pt x="2115" y="0"/>
                  </a:moveTo>
                  <a:cubicBezTo>
                    <a:pt x="1672" y="0"/>
                    <a:pt x="1232" y="140"/>
                    <a:pt x="893" y="512"/>
                  </a:cubicBezTo>
                  <a:cubicBezTo>
                    <a:pt x="1" y="1513"/>
                    <a:pt x="240" y="2601"/>
                    <a:pt x="610" y="3297"/>
                  </a:cubicBezTo>
                  <a:cubicBezTo>
                    <a:pt x="893" y="3819"/>
                    <a:pt x="1176" y="4146"/>
                    <a:pt x="1807" y="4494"/>
                  </a:cubicBezTo>
                  <a:cubicBezTo>
                    <a:pt x="1929" y="4555"/>
                    <a:pt x="2951" y="4846"/>
                    <a:pt x="3293" y="4846"/>
                  </a:cubicBezTo>
                  <a:cubicBezTo>
                    <a:pt x="3316" y="4846"/>
                    <a:pt x="3335" y="4845"/>
                    <a:pt x="3352" y="4842"/>
                  </a:cubicBezTo>
                  <a:cubicBezTo>
                    <a:pt x="3504" y="4798"/>
                    <a:pt x="3765" y="3624"/>
                    <a:pt x="3809" y="3624"/>
                  </a:cubicBezTo>
                  <a:cubicBezTo>
                    <a:pt x="3814" y="3626"/>
                    <a:pt x="3822" y="3628"/>
                    <a:pt x="3830" y="3628"/>
                  </a:cubicBezTo>
                  <a:cubicBezTo>
                    <a:pt x="3885" y="3628"/>
                    <a:pt x="3986" y="3569"/>
                    <a:pt x="4004" y="3493"/>
                  </a:cubicBezTo>
                  <a:cubicBezTo>
                    <a:pt x="4026" y="3341"/>
                    <a:pt x="3961" y="2470"/>
                    <a:pt x="4004" y="2383"/>
                  </a:cubicBezTo>
                  <a:cubicBezTo>
                    <a:pt x="4048" y="2296"/>
                    <a:pt x="4440" y="1361"/>
                    <a:pt x="3874" y="708"/>
                  </a:cubicBezTo>
                  <a:cubicBezTo>
                    <a:pt x="3564" y="371"/>
                    <a:pt x="2836" y="0"/>
                    <a:pt x="2115"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4" name="Google Shape;2024;g39181ba8852_8_3823"/>
            <p:cNvSpPr/>
            <p:nvPr/>
          </p:nvSpPr>
          <p:spPr>
            <a:xfrm>
              <a:off x="1571161" y="1986051"/>
              <a:ext cx="398558" cy="305117"/>
            </a:xfrm>
            <a:custGeom>
              <a:rect b="b" l="l" r="r" t="t"/>
              <a:pathLst>
                <a:path extrusionOk="0" h="4098" w="5353">
                  <a:moveTo>
                    <a:pt x="2829" y="0"/>
                  </a:moveTo>
                  <a:cubicBezTo>
                    <a:pt x="2237" y="0"/>
                    <a:pt x="1063" y="214"/>
                    <a:pt x="588" y="1182"/>
                  </a:cubicBezTo>
                  <a:cubicBezTo>
                    <a:pt x="0" y="2401"/>
                    <a:pt x="1175" y="4076"/>
                    <a:pt x="1480" y="4098"/>
                  </a:cubicBezTo>
                  <a:cubicBezTo>
                    <a:pt x="1589" y="4098"/>
                    <a:pt x="2002" y="3532"/>
                    <a:pt x="1785" y="2401"/>
                  </a:cubicBezTo>
                  <a:cubicBezTo>
                    <a:pt x="1783" y="2394"/>
                    <a:pt x="1785" y="2391"/>
                    <a:pt x="1789" y="2391"/>
                  </a:cubicBezTo>
                  <a:cubicBezTo>
                    <a:pt x="1847" y="2391"/>
                    <a:pt x="2461" y="3081"/>
                    <a:pt x="2576" y="3081"/>
                  </a:cubicBezTo>
                  <a:cubicBezTo>
                    <a:pt x="2582" y="3081"/>
                    <a:pt x="2587" y="3079"/>
                    <a:pt x="2590" y="3075"/>
                  </a:cubicBezTo>
                  <a:cubicBezTo>
                    <a:pt x="2655" y="2988"/>
                    <a:pt x="2285" y="2009"/>
                    <a:pt x="2568" y="1813"/>
                  </a:cubicBezTo>
                  <a:cubicBezTo>
                    <a:pt x="3097" y="1407"/>
                    <a:pt x="3561" y="1292"/>
                    <a:pt x="3916" y="1292"/>
                  </a:cubicBezTo>
                  <a:cubicBezTo>
                    <a:pt x="4378" y="1292"/>
                    <a:pt x="4657" y="1487"/>
                    <a:pt x="4657" y="1487"/>
                  </a:cubicBezTo>
                  <a:cubicBezTo>
                    <a:pt x="5353" y="116"/>
                    <a:pt x="3460" y="138"/>
                    <a:pt x="3134" y="29"/>
                  </a:cubicBezTo>
                  <a:cubicBezTo>
                    <a:pt x="3076" y="12"/>
                    <a:pt x="2968" y="0"/>
                    <a:pt x="2829"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5" name="Google Shape;2025;g39181ba8852_8_3823"/>
            <p:cNvSpPr/>
            <p:nvPr/>
          </p:nvSpPr>
          <p:spPr>
            <a:xfrm>
              <a:off x="1691036" y="2146281"/>
              <a:ext cx="55171" cy="96643"/>
            </a:xfrm>
            <a:custGeom>
              <a:rect b="b" l="l" r="r" t="t"/>
              <a:pathLst>
                <a:path extrusionOk="0" h="1298" w="741">
                  <a:moveTo>
                    <a:pt x="359" y="0"/>
                  </a:moveTo>
                  <a:cubicBezTo>
                    <a:pt x="336" y="0"/>
                    <a:pt x="310" y="3"/>
                    <a:pt x="283" y="9"/>
                  </a:cubicBezTo>
                  <a:cubicBezTo>
                    <a:pt x="88" y="31"/>
                    <a:pt x="1" y="357"/>
                    <a:pt x="66" y="705"/>
                  </a:cubicBezTo>
                  <a:cubicBezTo>
                    <a:pt x="126" y="1048"/>
                    <a:pt x="318" y="1298"/>
                    <a:pt x="501" y="1298"/>
                  </a:cubicBezTo>
                  <a:cubicBezTo>
                    <a:pt x="516" y="1298"/>
                    <a:pt x="530" y="1296"/>
                    <a:pt x="545" y="1293"/>
                  </a:cubicBezTo>
                  <a:cubicBezTo>
                    <a:pt x="740" y="1249"/>
                    <a:pt x="740" y="792"/>
                    <a:pt x="675" y="423"/>
                  </a:cubicBezTo>
                  <a:cubicBezTo>
                    <a:pt x="600" y="122"/>
                    <a:pt x="509" y="0"/>
                    <a:pt x="359"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6" name="Google Shape;2026;g39181ba8852_8_3823"/>
            <p:cNvSpPr/>
            <p:nvPr/>
          </p:nvSpPr>
          <p:spPr>
            <a:xfrm>
              <a:off x="1554930" y="4682255"/>
              <a:ext cx="103790" cy="19507"/>
            </a:xfrm>
            <a:custGeom>
              <a:rect b="b" l="l" r="r" t="t"/>
              <a:pathLst>
                <a:path extrusionOk="0" h="262" w="1394">
                  <a:moveTo>
                    <a:pt x="1" y="1"/>
                  </a:moveTo>
                  <a:lnTo>
                    <a:pt x="1" y="262"/>
                  </a:lnTo>
                  <a:lnTo>
                    <a:pt x="1393" y="262"/>
                  </a:lnTo>
                  <a:lnTo>
                    <a:pt x="1393" y="1"/>
                  </a:lnTo>
                  <a:close/>
                </a:path>
              </a:pathLst>
            </a:custGeom>
            <a:solidFill>
              <a:srgbClr val="191919"/>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7" name="Google Shape;2027;g39181ba8852_8_3823"/>
            <p:cNvSpPr/>
            <p:nvPr/>
          </p:nvSpPr>
          <p:spPr>
            <a:xfrm>
              <a:off x="1532295" y="4543022"/>
              <a:ext cx="400196" cy="174969"/>
            </a:xfrm>
            <a:custGeom>
              <a:rect b="b" l="l" r="r" t="t"/>
              <a:pathLst>
                <a:path extrusionOk="0" h="2350" w="5375">
                  <a:moveTo>
                    <a:pt x="560" y="0"/>
                  </a:moveTo>
                  <a:cubicBezTo>
                    <a:pt x="440" y="0"/>
                    <a:pt x="358" y="6"/>
                    <a:pt x="348" y="21"/>
                  </a:cubicBezTo>
                  <a:cubicBezTo>
                    <a:pt x="174" y="282"/>
                    <a:pt x="44" y="783"/>
                    <a:pt x="22" y="1000"/>
                  </a:cubicBezTo>
                  <a:cubicBezTo>
                    <a:pt x="0" y="1283"/>
                    <a:pt x="174" y="1871"/>
                    <a:pt x="348" y="1871"/>
                  </a:cubicBezTo>
                  <a:cubicBezTo>
                    <a:pt x="892" y="1871"/>
                    <a:pt x="1523" y="1892"/>
                    <a:pt x="2067" y="1958"/>
                  </a:cubicBezTo>
                  <a:cubicBezTo>
                    <a:pt x="2611" y="2045"/>
                    <a:pt x="2829" y="2349"/>
                    <a:pt x="4221" y="2349"/>
                  </a:cubicBezTo>
                  <a:cubicBezTo>
                    <a:pt x="4635" y="2349"/>
                    <a:pt x="5375" y="2328"/>
                    <a:pt x="5353" y="2153"/>
                  </a:cubicBezTo>
                  <a:cubicBezTo>
                    <a:pt x="5331" y="2001"/>
                    <a:pt x="4004" y="1697"/>
                    <a:pt x="3590" y="1305"/>
                  </a:cubicBezTo>
                  <a:cubicBezTo>
                    <a:pt x="2502" y="304"/>
                    <a:pt x="1784" y="65"/>
                    <a:pt x="1784" y="65"/>
                  </a:cubicBezTo>
                  <a:cubicBezTo>
                    <a:pt x="1784" y="65"/>
                    <a:pt x="960" y="0"/>
                    <a:pt x="560"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8" name="Google Shape;2028;g39181ba8852_8_3823"/>
            <p:cNvSpPr/>
            <p:nvPr/>
          </p:nvSpPr>
          <p:spPr>
            <a:xfrm>
              <a:off x="1456126" y="3137291"/>
              <a:ext cx="348375" cy="1459541"/>
            </a:xfrm>
            <a:custGeom>
              <a:rect b="b" l="l" r="r" t="t"/>
              <a:pathLst>
                <a:path extrusionOk="0" h="19603" w="4679">
                  <a:moveTo>
                    <a:pt x="4460" y="1"/>
                  </a:moveTo>
                  <a:cubicBezTo>
                    <a:pt x="3788" y="1"/>
                    <a:pt x="262" y="1016"/>
                    <a:pt x="262" y="1016"/>
                  </a:cubicBezTo>
                  <a:cubicBezTo>
                    <a:pt x="262" y="1016"/>
                    <a:pt x="175" y="1582"/>
                    <a:pt x="88" y="2409"/>
                  </a:cubicBezTo>
                  <a:cubicBezTo>
                    <a:pt x="1" y="3235"/>
                    <a:pt x="784" y="5846"/>
                    <a:pt x="1067" y="7892"/>
                  </a:cubicBezTo>
                  <a:cubicBezTo>
                    <a:pt x="1350" y="9959"/>
                    <a:pt x="1524" y="10372"/>
                    <a:pt x="1458" y="10851"/>
                  </a:cubicBezTo>
                  <a:cubicBezTo>
                    <a:pt x="1371" y="11351"/>
                    <a:pt x="762" y="13309"/>
                    <a:pt x="849" y="14615"/>
                  </a:cubicBezTo>
                  <a:cubicBezTo>
                    <a:pt x="915" y="15920"/>
                    <a:pt x="1176" y="19358"/>
                    <a:pt x="1176" y="19358"/>
                  </a:cubicBezTo>
                  <a:cubicBezTo>
                    <a:pt x="1176" y="19358"/>
                    <a:pt x="1567" y="19532"/>
                    <a:pt x="2242" y="19597"/>
                  </a:cubicBezTo>
                  <a:cubicBezTo>
                    <a:pt x="2277" y="19601"/>
                    <a:pt x="2312" y="19602"/>
                    <a:pt x="2347" y="19602"/>
                  </a:cubicBezTo>
                  <a:cubicBezTo>
                    <a:pt x="2965" y="19602"/>
                    <a:pt x="3395" y="19075"/>
                    <a:pt x="3395" y="19075"/>
                  </a:cubicBezTo>
                  <a:cubicBezTo>
                    <a:pt x="3395" y="19075"/>
                    <a:pt x="3939" y="11438"/>
                    <a:pt x="4026" y="10611"/>
                  </a:cubicBezTo>
                  <a:cubicBezTo>
                    <a:pt x="4069" y="10111"/>
                    <a:pt x="4505" y="6499"/>
                    <a:pt x="4635" y="3562"/>
                  </a:cubicBezTo>
                  <a:cubicBezTo>
                    <a:pt x="4679" y="2604"/>
                    <a:pt x="4570" y="429"/>
                    <a:pt x="4570" y="37"/>
                  </a:cubicBezTo>
                  <a:cubicBezTo>
                    <a:pt x="4570" y="12"/>
                    <a:pt x="4531" y="1"/>
                    <a:pt x="4460"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29" name="Google Shape;2029;g39181ba8852_8_3823"/>
            <p:cNvSpPr/>
            <p:nvPr/>
          </p:nvSpPr>
          <p:spPr>
            <a:xfrm>
              <a:off x="1396189" y="4568337"/>
              <a:ext cx="394835" cy="199316"/>
            </a:xfrm>
            <a:custGeom>
              <a:rect b="b" l="l" r="r" t="t"/>
              <a:pathLst>
                <a:path extrusionOk="0" h="2677" w="5303">
                  <a:moveTo>
                    <a:pt x="496" y="1"/>
                  </a:moveTo>
                  <a:cubicBezTo>
                    <a:pt x="462" y="1"/>
                    <a:pt x="441" y="3"/>
                    <a:pt x="436" y="8"/>
                  </a:cubicBezTo>
                  <a:cubicBezTo>
                    <a:pt x="240" y="269"/>
                    <a:pt x="66" y="769"/>
                    <a:pt x="44" y="1008"/>
                  </a:cubicBezTo>
                  <a:cubicBezTo>
                    <a:pt x="1" y="1291"/>
                    <a:pt x="131" y="1900"/>
                    <a:pt x="305" y="1922"/>
                  </a:cubicBezTo>
                  <a:cubicBezTo>
                    <a:pt x="849" y="1944"/>
                    <a:pt x="1480" y="2009"/>
                    <a:pt x="2024" y="2118"/>
                  </a:cubicBezTo>
                  <a:cubicBezTo>
                    <a:pt x="2568" y="2249"/>
                    <a:pt x="2742" y="2575"/>
                    <a:pt x="4156" y="2662"/>
                  </a:cubicBezTo>
                  <a:cubicBezTo>
                    <a:pt x="4287" y="2669"/>
                    <a:pt x="4459" y="2677"/>
                    <a:pt x="4629" y="2677"/>
                  </a:cubicBezTo>
                  <a:cubicBezTo>
                    <a:pt x="4969" y="2677"/>
                    <a:pt x="5302" y="2648"/>
                    <a:pt x="5288" y="2531"/>
                  </a:cubicBezTo>
                  <a:cubicBezTo>
                    <a:pt x="5288" y="2357"/>
                    <a:pt x="3982" y="1966"/>
                    <a:pt x="3569" y="1531"/>
                  </a:cubicBezTo>
                  <a:cubicBezTo>
                    <a:pt x="2568" y="443"/>
                    <a:pt x="1850" y="138"/>
                    <a:pt x="1850" y="138"/>
                  </a:cubicBezTo>
                  <a:cubicBezTo>
                    <a:pt x="1850" y="138"/>
                    <a:pt x="767" y="1"/>
                    <a:pt x="496"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0" name="Google Shape;2030;g39181ba8852_8_3823"/>
            <p:cNvSpPr/>
            <p:nvPr/>
          </p:nvSpPr>
          <p:spPr>
            <a:xfrm>
              <a:off x="1375117" y="3114061"/>
              <a:ext cx="408311" cy="1481506"/>
            </a:xfrm>
            <a:custGeom>
              <a:rect b="b" l="l" r="r" t="t"/>
              <a:pathLst>
                <a:path extrusionOk="0" h="19898" w="5484">
                  <a:moveTo>
                    <a:pt x="479" y="1"/>
                  </a:moveTo>
                  <a:cubicBezTo>
                    <a:pt x="479" y="1"/>
                    <a:pt x="1" y="1219"/>
                    <a:pt x="23" y="2242"/>
                  </a:cubicBezTo>
                  <a:cubicBezTo>
                    <a:pt x="44" y="3069"/>
                    <a:pt x="262" y="4570"/>
                    <a:pt x="545" y="6615"/>
                  </a:cubicBezTo>
                  <a:cubicBezTo>
                    <a:pt x="828" y="8682"/>
                    <a:pt x="849" y="10597"/>
                    <a:pt x="784" y="11076"/>
                  </a:cubicBezTo>
                  <a:cubicBezTo>
                    <a:pt x="719" y="11554"/>
                    <a:pt x="66" y="13621"/>
                    <a:pt x="153" y="14927"/>
                  </a:cubicBezTo>
                  <a:cubicBezTo>
                    <a:pt x="218" y="16232"/>
                    <a:pt x="566" y="19474"/>
                    <a:pt x="566" y="19474"/>
                  </a:cubicBezTo>
                  <a:cubicBezTo>
                    <a:pt x="566" y="19474"/>
                    <a:pt x="980" y="19822"/>
                    <a:pt x="1654" y="19888"/>
                  </a:cubicBezTo>
                  <a:cubicBezTo>
                    <a:pt x="1724" y="19894"/>
                    <a:pt x="1791" y="19897"/>
                    <a:pt x="1855" y="19897"/>
                  </a:cubicBezTo>
                  <a:cubicBezTo>
                    <a:pt x="2410" y="19897"/>
                    <a:pt x="2742" y="19670"/>
                    <a:pt x="2742" y="19670"/>
                  </a:cubicBezTo>
                  <a:cubicBezTo>
                    <a:pt x="2742" y="19670"/>
                    <a:pt x="3526" y="12011"/>
                    <a:pt x="3830" y="11250"/>
                  </a:cubicBezTo>
                  <a:cubicBezTo>
                    <a:pt x="4309" y="10053"/>
                    <a:pt x="4374" y="6267"/>
                    <a:pt x="4722" y="3678"/>
                  </a:cubicBezTo>
                  <a:cubicBezTo>
                    <a:pt x="4853" y="2633"/>
                    <a:pt x="5484" y="349"/>
                    <a:pt x="5484" y="349"/>
                  </a:cubicBezTo>
                  <a:lnTo>
                    <a:pt x="479" y="1"/>
                  </a:ln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1" name="Google Shape;2031;g39181ba8852_8_3823"/>
            <p:cNvSpPr/>
            <p:nvPr/>
          </p:nvSpPr>
          <p:spPr>
            <a:xfrm>
              <a:off x="1707268" y="2451476"/>
              <a:ext cx="74604" cy="68126"/>
            </a:xfrm>
            <a:custGeom>
              <a:rect b="b" l="l" r="r" t="t"/>
              <a:pathLst>
                <a:path extrusionOk="0" h="915" w="1002">
                  <a:moveTo>
                    <a:pt x="0" y="1"/>
                  </a:moveTo>
                  <a:lnTo>
                    <a:pt x="979" y="915"/>
                  </a:lnTo>
                  <a:lnTo>
                    <a:pt x="1001" y="392"/>
                  </a:lnTo>
                  <a:lnTo>
                    <a:pt x="0" y="1"/>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2" name="Google Shape;2032;g39181ba8852_8_3823"/>
            <p:cNvSpPr/>
            <p:nvPr/>
          </p:nvSpPr>
          <p:spPr>
            <a:xfrm>
              <a:off x="1780161" y="2475823"/>
              <a:ext cx="40578" cy="43780"/>
            </a:xfrm>
            <a:custGeom>
              <a:rect b="b" l="l" r="r" t="t"/>
              <a:pathLst>
                <a:path extrusionOk="0" h="588" w="545">
                  <a:moveTo>
                    <a:pt x="305" y="0"/>
                  </a:moveTo>
                  <a:lnTo>
                    <a:pt x="0" y="588"/>
                  </a:lnTo>
                  <a:lnTo>
                    <a:pt x="0" y="588"/>
                  </a:lnTo>
                  <a:lnTo>
                    <a:pt x="544" y="283"/>
                  </a:lnTo>
                  <a:lnTo>
                    <a:pt x="305" y="0"/>
                  </a:lnTo>
                  <a:close/>
                </a:path>
              </a:pathLst>
            </a:custGeom>
            <a:solidFill>
              <a:srgbClr val="B8D1FF"/>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3" name="Google Shape;2033;g39181ba8852_8_3823"/>
            <p:cNvSpPr/>
            <p:nvPr/>
          </p:nvSpPr>
          <p:spPr>
            <a:xfrm>
              <a:off x="1763929" y="2493618"/>
              <a:ext cx="51895" cy="50257"/>
            </a:xfrm>
            <a:custGeom>
              <a:rect b="b" l="l" r="r" t="t"/>
              <a:pathLst>
                <a:path extrusionOk="0" h="675" w="697">
                  <a:moveTo>
                    <a:pt x="697" y="0"/>
                  </a:moveTo>
                  <a:lnTo>
                    <a:pt x="1" y="22"/>
                  </a:lnTo>
                  <a:lnTo>
                    <a:pt x="240" y="675"/>
                  </a:lnTo>
                  <a:lnTo>
                    <a:pt x="610" y="653"/>
                  </a:lnTo>
                  <a:lnTo>
                    <a:pt x="697" y="0"/>
                  </a:ln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4" name="Google Shape;2034;g39181ba8852_8_3823"/>
            <p:cNvSpPr/>
            <p:nvPr/>
          </p:nvSpPr>
          <p:spPr>
            <a:xfrm>
              <a:off x="1619781" y="2362427"/>
              <a:ext cx="162089" cy="163652"/>
            </a:xfrm>
            <a:custGeom>
              <a:rect b="b" l="l" r="r" t="t"/>
              <a:pathLst>
                <a:path extrusionOk="0" h="2198" w="2177">
                  <a:moveTo>
                    <a:pt x="522" y="0"/>
                  </a:moveTo>
                  <a:lnTo>
                    <a:pt x="0" y="435"/>
                  </a:lnTo>
                  <a:lnTo>
                    <a:pt x="1719" y="2198"/>
                  </a:lnTo>
                  <a:lnTo>
                    <a:pt x="2176" y="1588"/>
                  </a:lnTo>
                  <a:lnTo>
                    <a:pt x="522"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5" name="Google Shape;2035;g39181ba8852_8_3823"/>
            <p:cNvSpPr/>
            <p:nvPr/>
          </p:nvSpPr>
          <p:spPr>
            <a:xfrm>
              <a:off x="1802795" y="2448275"/>
              <a:ext cx="40578" cy="74604"/>
            </a:xfrm>
            <a:custGeom>
              <a:rect b="b" l="l" r="r" t="t"/>
              <a:pathLst>
                <a:path extrusionOk="0" h="1002" w="545">
                  <a:moveTo>
                    <a:pt x="240" y="0"/>
                  </a:moveTo>
                  <a:lnTo>
                    <a:pt x="1" y="370"/>
                  </a:lnTo>
                  <a:lnTo>
                    <a:pt x="349" y="1001"/>
                  </a:lnTo>
                  <a:lnTo>
                    <a:pt x="545" y="457"/>
                  </a:lnTo>
                  <a:lnTo>
                    <a:pt x="240"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6" name="Google Shape;2036;g39181ba8852_8_3823"/>
            <p:cNvSpPr/>
            <p:nvPr/>
          </p:nvSpPr>
          <p:spPr>
            <a:xfrm>
              <a:off x="1397827" y="3112497"/>
              <a:ext cx="398558" cy="60755"/>
            </a:xfrm>
            <a:custGeom>
              <a:rect b="b" l="l" r="r" t="t"/>
              <a:pathLst>
                <a:path extrusionOk="0" h="816" w="5353">
                  <a:moveTo>
                    <a:pt x="153" y="0"/>
                  </a:moveTo>
                  <a:lnTo>
                    <a:pt x="0" y="522"/>
                  </a:lnTo>
                  <a:cubicBezTo>
                    <a:pt x="0" y="522"/>
                    <a:pt x="849" y="653"/>
                    <a:pt x="2350" y="762"/>
                  </a:cubicBezTo>
                  <a:cubicBezTo>
                    <a:pt x="3112" y="805"/>
                    <a:pt x="3862" y="816"/>
                    <a:pt x="4423" y="816"/>
                  </a:cubicBezTo>
                  <a:cubicBezTo>
                    <a:pt x="4983" y="816"/>
                    <a:pt x="5353" y="805"/>
                    <a:pt x="5353" y="805"/>
                  </a:cubicBezTo>
                  <a:lnTo>
                    <a:pt x="5353" y="239"/>
                  </a:lnTo>
                  <a:cubicBezTo>
                    <a:pt x="5353" y="239"/>
                    <a:pt x="4483" y="196"/>
                    <a:pt x="3047" y="152"/>
                  </a:cubicBezTo>
                  <a:cubicBezTo>
                    <a:pt x="1610" y="87"/>
                    <a:pt x="153" y="0"/>
                    <a:pt x="153" y="0"/>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7" name="Google Shape;2037;g39181ba8852_8_3823"/>
            <p:cNvSpPr/>
            <p:nvPr/>
          </p:nvSpPr>
          <p:spPr>
            <a:xfrm>
              <a:off x="1746134" y="3128654"/>
              <a:ext cx="50257" cy="50332"/>
            </a:xfrm>
            <a:custGeom>
              <a:rect b="b" l="l" r="r" t="t"/>
              <a:pathLst>
                <a:path extrusionOk="0" h="676" w="675">
                  <a:moveTo>
                    <a:pt x="174" y="1"/>
                  </a:moveTo>
                  <a:cubicBezTo>
                    <a:pt x="87" y="1"/>
                    <a:pt x="0" y="88"/>
                    <a:pt x="0" y="196"/>
                  </a:cubicBezTo>
                  <a:lnTo>
                    <a:pt x="0" y="501"/>
                  </a:lnTo>
                  <a:cubicBezTo>
                    <a:pt x="0" y="588"/>
                    <a:pt x="87" y="675"/>
                    <a:pt x="174" y="675"/>
                  </a:cubicBezTo>
                  <a:lnTo>
                    <a:pt x="479" y="675"/>
                  </a:lnTo>
                  <a:cubicBezTo>
                    <a:pt x="588" y="675"/>
                    <a:pt x="675" y="588"/>
                    <a:pt x="675" y="501"/>
                  </a:cubicBezTo>
                  <a:lnTo>
                    <a:pt x="675" y="196"/>
                  </a:lnTo>
                  <a:cubicBezTo>
                    <a:pt x="675" y="88"/>
                    <a:pt x="588" y="1"/>
                    <a:pt x="479"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8" name="Google Shape;2038;g39181ba8852_8_3823"/>
            <p:cNvSpPr/>
            <p:nvPr/>
          </p:nvSpPr>
          <p:spPr>
            <a:xfrm>
              <a:off x="1776885" y="2542238"/>
              <a:ext cx="74604" cy="712832"/>
            </a:xfrm>
            <a:custGeom>
              <a:rect b="b" l="l" r="r" t="t"/>
              <a:pathLst>
                <a:path extrusionOk="0" h="9574" w="1002">
                  <a:moveTo>
                    <a:pt x="436" y="0"/>
                  </a:moveTo>
                  <a:lnTo>
                    <a:pt x="66" y="22"/>
                  </a:lnTo>
                  <a:cubicBezTo>
                    <a:pt x="66" y="22"/>
                    <a:pt x="305" y="1806"/>
                    <a:pt x="197" y="3133"/>
                  </a:cubicBezTo>
                  <a:cubicBezTo>
                    <a:pt x="88" y="4461"/>
                    <a:pt x="1" y="8595"/>
                    <a:pt x="1" y="8595"/>
                  </a:cubicBezTo>
                  <a:lnTo>
                    <a:pt x="523" y="9574"/>
                  </a:lnTo>
                  <a:lnTo>
                    <a:pt x="1002" y="8616"/>
                  </a:lnTo>
                  <a:cubicBezTo>
                    <a:pt x="1002" y="8616"/>
                    <a:pt x="762" y="4548"/>
                    <a:pt x="741" y="3090"/>
                  </a:cubicBezTo>
                  <a:cubicBezTo>
                    <a:pt x="697" y="1632"/>
                    <a:pt x="436" y="0"/>
                    <a:pt x="436" y="0"/>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39" name="Google Shape;2039;g39181ba8852_8_3823"/>
            <p:cNvSpPr/>
            <p:nvPr/>
          </p:nvSpPr>
          <p:spPr>
            <a:xfrm>
              <a:off x="2313120" y="3031861"/>
              <a:ext cx="69764" cy="53161"/>
            </a:xfrm>
            <a:custGeom>
              <a:rect b="b" l="l" r="r" t="t"/>
              <a:pathLst>
                <a:path extrusionOk="0" h="714" w="937">
                  <a:moveTo>
                    <a:pt x="171" y="1"/>
                  </a:moveTo>
                  <a:cubicBezTo>
                    <a:pt x="121" y="1"/>
                    <a:pt x="71" y="29"/>
                    <a:pt x="44" y="82"/>
                  </a:cubicBezTo>
                  <a:cubicBezTo>
                    <a:pt x="1" y="147"/>
                    <a:pt x="22" y="256"/>
                    <a:pt x="88" y="300"/>
                  </a:cubicBezTo>
                  <a:lnTo>
                    <a:pt x="653" y="691"/>
                  </a:lnTo>
                  <a:cubicBezTo>
                    <a:pt x="677" y="707"/>
                    <a:pt x="705" y="714"/>
                    <a:pt x="734" y="714"/>
                  </a:cubicBezTo>
                  <a:cubicBezTo>
                    <a:pt x="788" y="714"/>
                    <a:pt x="843" y="690"/>
                    <a:pt x="871" y="648"/>
                  </a:cubicBezTo>
                  <a:cubicBezTo>
                    <a:pt x="936" y="583"/>
                    <a:pt x="915" y="474"/>
                    <a:pt x="828" y="430"/>
                  </a:cubicBezTo>
                  <a:lnTo>
                    <a:pt x="262" y="39"/>
                  </a:lnTo>
                  <a:cubicBezTo>
                    <a:pt x="236" y="13"/>
                    <a:pt x="204" y="1"/>
                    <a:pt x="17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0" name="Google Shape;2040;g39181ba8852_8_3823"/>
            <p:cNvSpPr/>
            <p:nvPr/>
          </p:nvSpPr>
          <p:spPr>
            <a:xfrm>
              <a:off x="2327714" y="3015183"/>
              <a:ext cx="69764" cy="53161"/>
            </a:xfrm>
            <a:custGeom>
              <a:rect b="b" l="l" r="r" t="t"/>
              <a:pathLst>
                <a:path extrusionOk="0" h="714" w="937">
                  <a:moveTo>
                    <a:pt x="181" y="1"/>
                  </a:moveTo>
                  <a:cubicBezTo>
                    <a:pt x="127" y="1"/>
                    <a:pt x="72" y="25"/>
                    <a:pt x="44" y="67"/>
                  </a:cubicBezTo>
                  <a:cubicBezTo>
                    <a:pt x="1" y="132"/>
                    <a:pt x="22" y="241"/>
                    <a:pt x="88" y="284"/>
                  </a:cubicBezTo>
                  <a:lnTo>
                    <a:pt x="653" y="676"/>
                  </a:lnTo>
                  <a:cubicBezTo>
                    <a:pt x="679" y="702"/>
                    <a:pt x="712" y="714"/>
                    <a:pt x="744" y="714"/>
                  </a:cubicBezTo>
                  <a:cubicBezTo>
                    <a:pt x="794" y="714"/>
                    <a:pt x="845" y="685"/>
                    <a:pt x="871" y="633"/>
                  </a:cubicBezTo>
                  <a:cubicBezTo>
                    <a:pt x="936" y="567"/>
                    <a:pt x="914" y="458"/>
                    <a:pt x="827" y="415"/>
                  </a:cubicBezTo>
                  <a:lnTo>
                    <a:pt x="262" y="23"/>
                  </a:lnTo>
                  <a:cubicBezTo>
                    <a:pt x="239" y="8"/>
                    <a:pt x="210" y="1"/>
                    <a:pt x="181" y="1"/>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1" name="Google Shape;2041;g39181ba8852_8_3823"/>
            <p:cNvSpPr/>
            <p:nvPr/>
          </p:nvSpPr>
          <p:spPr>
            <a:xfrm>
              <a:off x="2340669" y="2997388"/>
              <a:ext cx="69764" cy="53161"/>
            </a:xfrm>
            <a:custGeom>
              <a:rect b="b" l="l" r="r" t="t"/>
              <a:pathLst>
                <a:path extrusionOk="0" h="714" w="937">
                  <a:moveTo>
                    <a:pt x="181" y="0"/>
                  </a:moveTo>
                  <a:cubicBezTo>
                    <a:pt x="128" y="0"/>
                    <a:pt x="72" y="24"/>
                    <a:pt x="44" y="66"/>
                  </a:cubicBezTo>
                  <a:cubicBezTo>
                    <a:pt x="1" y="153"/>
                    <a:pt x="22" y="241"/>
                    <a:pt x="88" y="284"/>
                  </a:cubicBezTo>
                  <a:lnTo>
                    <a:pt x="653" y="676"/>
                  </a:lnTo>
                  <a:cubicBezTo>
                    <a:pt x="679" y="701"/>
                    <a:pt x="712" y="714"/>
                    <a:pt x="744" y="714"/>
                  </a:cubicBezTo>
                  <a:cubicBezTo>
                    <a:pt x="794" y="714"/>
                    <a:pt x="845" y="685"/>
                    <a:pt x="871" y="632"/>
                  </a:cubicBezTo>
                  <a:cubicBezTo>
                    <a:pt x="936" y="567"/>
                    <a:pt x="914" y="458"/>
                    <a:pt x="827" y="415"/>
                  </a:cubicBezTo>
                  <a:lnTo>
                    <a:pt x="262" y="23"/>
                  </a:lnTo>
                  <a:cubicBezTo>
                    <a:pt x="239" y="8"/>
                    <a:pt x="210" y="0"/>
                    <a:pt x="181"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2" name="Google Shape;2042;g39181ba8852_8_3823"/>
            <p:cNvSpPr/>
            <p:nvPr/>
          </p:nvSpPr>
          <p:spPr>
            <a:xfrm>
              <a:off x="2350423" y="2979147"/>
              <a:ext cx="69690" cy="52416"/>
            </a:xfrm>
            <a:custGeom>
              <a:rect b="b" l="l" r="r" t="t"/>
              <a:pathLst>
                <a:path extrusionOk="0" h="704" w="936">
                  <a:moveTo>
                    <a:pt x="187" y="0"/>
                  </a:moveTo>
                  <a:cubicBezTo>
                    <a:pt x="139" y="0"/>
                    <a:pt x="91" y="21"/>
                    <a:pt x="65" y="72"/>
                  </a:cubicBezTo>
                  <a:cubicBezTo>
                    <a:pt x="0" y="137"/>
                    <a:pt x="22" y="246"/>
                    <a:pt x="109" y="290"/>
                  </a:cubicBezTo>
                  <a:lnTo>
                    <a:pt x="675" y="681"/>
                  </a:lnTo>
                  <a:cubicBezTo>
                    <a:pt x="698" y="697"/>
                    <a:pt x="726" y="704"/>
                    <a:pt x="756" y="704"/>
                  </a:cubicBezTo>
                  <a:cubicBezTo>
                    <a:pt x="809" y="704"/>
                    <a:pt x="864" y="680"/>
                    <a:pt x="892" y="638"/>
                  </a:cubicBezTo>
                  <a:cubicBezTo>
                    <a:pt x="936" y="573"/>
                    <a:pt x="914" y="464"/>
                    <a:pt x="849" y="420"/>
                  </a:cubicBezTo>
                  <a:lnTo>
                    <a:pt x="283" y="29"/>
                  </a:lnTo>
                  <a:cubicBezTo>
                    <a:pt x="256" y="11"/>
                    <a:pt x="221" y="0"/>
                    <a:pt x="187"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3" name="Google Shape;2043;g39181ba8852_8_3823"/>
            <p:cNvSpPr/>
            <p:nvPr/>
          </p:nvSpPr>
          <p:spPr>
            <a:xfrm>
              <a:off x="2251545" y="2937526"/>
              <a:ext cx="165365" cy="145857"/>
            </a:xfrm>
            <a:custGeom>
              <a:rect b="b" l="l" r="r" t="t"/>
              <a:pathLst>
                <a:path extrusionOk="0" h="1959" w="2221">
                  <a:moveTo>
                    <a:pt x="110" y="0"/>
                  </a:moveTo>
                  <a:lnTo>
                    <a:pt x="1" y="1001"/>
                  </a:lnTo>
                  <a:cubicBezTo>
                    <a:pt x="1" y="1001"/>
                    <a:pt x="219" y="1284"/>
                    <a:pt x="501" y="1480"/>
                  </a:cubicBezTo>
                  <a:cubicBezTo>
                    <a:pt x="762" y="1697"/>
                    <a:pt x="1480" y="1958"/>
                    <a:pt x="1480" y="1958"/>
                  </a:cubicBezTo>
                  <a:cubicBezTo>
                    <a:pt x="1480" y="1958"/>
                    <a:pt x="1676" y="1480"/>
                    <a:pt x="1763" y="1306"/>
                  </a:cubicBezTo>
                  <a:cubicBezTo>
                    <a:pt x="1850" y="1110"/>
                    <a:pt x="2220" y="1023"/>
                    <a:pt x="2220" y="1023"/>
                  </a:cubicBezTo>
                  <a:cubicBezTo>
                    <a:pt x="2220" y="1023"/>
                    <a:pt x="1611" y="414"/>
                    <a:pt x="1415" y="305"/>
                  </a:cubicBezTo>
                  <a:cubicBezTo>
                    <a:pt x="1219" y="196"/>
                    <a:pt x="110" y="0"/>
                    <a:pt x="110" y="0"/>
                  </a:cubicBezTo>
                  <a:close/>
                </a:path>
              </a:pathLst>
            </a:custGeom>
            <a:solidFill>
              <a:srgbClr val="A2664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4" name="Google Shape;2044;g39181ba8852_8_3823"/>
            <p:cNvSpPr/>
            <p:nvPr/>
          </p:nvSpPr>
          <p:spPr>
            <a:xfrm>
              <a:off x="1483675" y="2453933"/>
              <a:ext cx="469886" cy="405854"/>
            </a:xfrm>
            <a:custGeom>
              <a:rect b="b" l="l" r="r" t="t"/>
              <a:pathLst>
                <a:path extrusionOk="0" h="5451" w="6311">
                  <a:moveTo>
                    <a:pt x="1440" y="0"/>
                  </a:moveTo>
                  <a:cubicBezTo>
                    <a:pt x="1191" y="0"/>
                    <a:pt x="933" y="77"/>
                    <a:pt x="675" y="272"/>
                  </a:cubicBezTo>
                  <a:cubicBezTo>
                    <a:pt x="1" y="816"/>
                    <a:pt x="240" y="1534"/>
                    <a:pt x="784" y="2165"/>
                  </a:cubicBezTo>
                  <a:cubicBezTo>
                    <a:pt x="1350" y="2796"/>
                    <a:pt x="4896" y="5451"/>
                    <a:pt x="5157" y="5451"/>
                  </a:cubicBezTo>
                  <a:cubicBezTo>
                    <a:pt x="5440" y="5429"/>
                    <a:pt x="6310" y="4559"/>
                    <a:pt x="6180" y="4189"/>
                  </a:cubicBezTo>
                  <a:cubicBezTo>
                    <a:pt x="6049" y="3819"/>
                    <a:pt x="3395" y="1099"/>
                    <a:pt x="2829" y="642"/>
                  </a:cubicBezTo>
                  <a:cubicBezTo>
                    <a:pt x="2459" y="346"/>
                    <a:pt x="1969" y="0"/>
                    <a:pt x="1440" y="0"/>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5" name="Google Shape;2045;g39181ba8852_8_3823"/>
            <p:cNvSpPr/>
            <p:nvPr/>
          </p:nvSpPr>
          <p:spPr>
            <a:xfrm>
              <a:off x="1794754" y="2734558"/>
              <a:ext cx="489318" cy="287247"/>
            </a:xfrm>
            <a:custGeom>
              <a:rect b="b" l="l" r="r" t="t"/>
              <a:pathLst>
                <a:path extrusionOk="0" h="3858" w="6572">
                  <a:moveTo>
                    <a:pt x="1237" y="1"/>
                  </a:moveTo>
                  <a:cubicBezTo>
                    <a:pt x="950" y="1"/>
                    <a:pt x="676" y="128"/>
                    <a:pt x="457" y="507"/>
                  </a:cubicBezTo>
                  <a:cubicBezTo>
                    <a:pt x="0" y="1334"/>
                    <a:pt x="1697" y="2226"/>
                    <a:pt x="2589" y="2574"/>
                  </a:cubicBezTo>
                  <a:cubicBezTo>
                    <a:pt x="3460" y="2922"/>
                    <a:pt x="6136" y="3858"/>
                    <a:pt x="6136" y="3858"/>
                  </a:cubicBezTo>
                  <a:lnTo>
                    <a:pt x="6571" y="2748"/>
                  </a:lnTo>
                  <a:cubicBezTo>
                    <a:pt x="6571" y="2748"/>
                    <a:pt x="4569" y="1529"/>
                    <a:pt x="2241" y="333"/>
                  </a:cubicBezTo>
                  <a:cubicBezTo>
                    <a:pt x="1935" y="179"/>
                    <a:pt x="1577" y="1"/>
                    <a:pt x="1237" y="1"/>
                  </a:cubicBezTo>
                  <a:close/>
                </a:path>
              </a:pathLst>
            </a:cu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6" name="Google Shape;2046;g39181ba8852_8_3823"/>
            <p:cNvSpPr/>
            <p:nvPr/>
          </p:nvSpPr>
          <p:spPr>
            <a:xfrm>
              <a:off x="2194883" y="2908339"/>
              <a:ext cx="108630" cy="126425"/>
            </a:xfrm>
            <a:custGeom>
              <a:rect b="b" l="l" r="r" t="t"/>
              <a:pathLst>
                <a:path extrusionOk="0" h="1698" w="1459">
                  <a:moveTo>
                    <a:pt x="610" y="0"/>
                  </a:moveTo>
                  <a:lnTo>
                    <a:pt x="0" y="1284"/>
                  </a:lnTo>
                  <a:lnTo>
                    <a:pt x="849" y="1698"/>
                  </a:lnTo>
                  <a:lnTo>
                    <a:pt x="1458" y="414"/>
                  </a:lnTo>
                  <a:lnTo>
                    <a:pt x="610" y="0"/>
                  </a:lnTo>
                  <a:close/>
                </a:path>
              </a:pathLst>
            </a:cu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047" name="Google Shape;2047;g39181ba8852_8_3823"/>
          <p:cNvGrpSpPr/>
          <p:nvPr/>
        </p:nvGrpSpPr>
        <p:grpSpPr>
          <a:xfrm>
            <a:off x="642662" y="4144031"/>
            <a:ext cx="1066721" cy="2526602"/>
            <a:chOff x="7131700" y="3058575"/>
            <a:chExt cx="800061" cy="1894999"/>
          </a:xfrm>
        </p:grpSpPr>
        <p:sp>
          <p:nvSpPr>
            <p:cNvPr id="2048" name="Google Shape;2048;g39181ba8852_8_3823"/>
            <p:cNvSpPr/>
            <p:nvPr/>
          </p:nvSpPr>
          <p:spPr>
            <a:xfrm>
              <a:off x="7385008" y="3940203"/>
              <a:ext cx="101721" cy="80042"/>
            </a:xfrm>
            <a:custGeom>
              <a:rect b="b" l="l" r="r" t="t"/>
              <a:pathLst>
                <a:path extrusionOk="0" h="1045" w="1328">
                  <a:moveTo>
                    <a:pt x="0" y="0"/>
                  </a:moveTo>
                  <a:lnTo>
                    <a:pt x="0" y="1045"/>
                  </a:lnTo>
                  <a:lnTo>
                    <a:pt x="1328" y="1045"/>
                  </a:lnTo>
                  <a:lnTo>
                    <a:pt x="132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49" name="Google Shape;2049;g39181ba8852_8_3823"/>
            <p:cNvSpPr/>
            <p:nvPr/>
          </p:nvSpPr>
          <p:spPr>
            <a:xfrm>
              <a:off x="7495003" y="4095158"/>
              <a:ext cx="101721" cy="716699"/>
            </a:xfrm>
            <a:custGeom>
              <a:rect b="b" l="l" r="r" t="t"/>
              <a:pathLst>
                <a:path extrusionOk="0" h="9357" w="1328">
                  <a:moveTo>
                    <a:pt x="0" y="1"/>
                  </a:moveTo>
                  <a:lnTo>
                    <a:pt x="0" y="9357"/>
                  </a:lnTo>
                  <a:lnTo>
                    <a:pt x="1328" y="9357"/>
                  </a:lnTo>
                  <a:lnTo>
                    <a:pt x="1328"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0" name="Google Shape;2050;g39181ba8852_8_3823"/>
            <p:cNvSpPr/>
            <p:nvPr/>
          </p:nvSpPr>
          <p:spPr>
            <a:xfrm>
              <a:off x="7746626" y="4835158"/>
              <a:ext cx="116735" cy="118416"/>
            </a:xfrm>
            <a:custGeom>
              <a:rect b="b" l="l" r="r" t="t"/>
              <a:pathLst>
                <a:path extrusionOk="0" h="1546" w="1524">
                  <a:moveTo>
                    <a:pt x="762" y="1"/>
                  </a:moveTo>
                  <a:cubicBezTo>
                    <a:pt x="327" y="1"/>
                    <a:pt x="1" y="349"/>
                    <a:pt x="1" y="784"/>
                  </a:cubicBezTo>
                  <a:cubicBezTo>
                    <a:pt x="1" y="1197"/>
                    <a:pt x="327" y="1545"/>
                    <a:pt x="762" y="1545"/>
                  </a:cubicBezTo>
                  <a:cubicBezTo>
                    <a:pt x="1176" y="1545"/>
                    <a:pt x="1524" y="1197"/>
                    <a:pt x="1524" y="784"/>
                  </a:cubicBezTo>
                  <a:cubicBezTo>
                    <a:pt x="1524" y="349"/>
                    <a:pt x="1176"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1" name="Google Shape;2051;g39181ba8852_8_3823"/>
            <p:cNvSpPr/>
            <p:nvPr/>
          </p:nvSpPr>
          <p:spPr>
            <a:xfrm>
              <a:off x="7215038" y="4835158"/>
              <a:ext cx="116735" cy="118416"/>
            </a:xfrm>
            <a:custGeom>
              <a:rect b="b" l="l" r="r" t="t"/>
              <a:pathLst>
                <a:path extrusionOk="0" h="1546" w="1524">
                  <a:moveTo>
                    <a:pt x="762" y="1"/>
                  </a:moveTo>
                  <a:cubicBezTo>
                    <a:pt x="348" y="1"/>
                    <a:pt x="0" y="349"/>
                    <a:pt x="0" y="784"/>
                  </a:cubicBezTo>
                  <a:cubicBezTo>
                    <a:pt x="0" y="1197"/>
                    <a:pt x="348" y="1545"/>
                    <a:pt x="762" y="1545"/>
                  </a:cubicBezTo>
                  <a:cubicBezTo>
                    <a:pt x="1197" y="1545"/>
                    <a:pt x="1523" y="1197"/>
                    <a:pt x="1523" y="784"/>
                  </a:cubicBezTo>
                  <a:cubicBezTo>
                    <a:pt x="1523" y="349"/>
                    <a:pt x="1197" y="1"/>
                    <a:pt x="762" y="1"/>
                  </a:cubicBezTo>
                  <a:close/>
                </a:path>
              </a:pathLst>
            </a:custGeom>
            <a:solidFill>
              <a:srgbClr val="30303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2" name="Google Shape;2052;g39181ba8852_8_3823"/>
            <p:cNvSpPr/>
            <p:nvPr/>
          </p:nvSpPr>
          <p:spPr>
            <a:xfrm>
              <a:off x="7196655" y="4811796"/>
              <a:ext cx="698416" cy="48408"/>
            </a:xfrm>
            <a:custGeom>
              <a:rect b="b" l="l" r="r" t="t"/>
              <a:pathLst>
                <a:path extrusionOk="0" h="632" w="9118">
                  <a:moveTo>
                    <a:pt x="632" y="1"/>
                  </a:moveTo>
                  <a:cubicBezTo>
                    <a:pt x="284" y="1"/>
                    <a:pt x="1" y="284"/>
                    <a:pt x="1" y="632"/>
                  </a:cubicBezTo>
                  <a:lnTo>
                    <a:pt x="9117" y="632"/>
                  </a:lnTo>
                  <a:cubicBezTo>
                    <a:pt x="9117" y="284"/>
                    <a:pt x="8834" y="1"/>
                    <a:pt x="8486" y="1"/>
                  </a:cubicBez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3" name="Google Shape;2053;g39181ba8852_8_3823"/>
            <p:cNvSpPr/>
            <p:nvPr/>
          </p:nvSpPr>
          <p:spPr>
            <a:xfrm>
              <a:off x="7511624" y="4158503"/>
              <a:ext cx="25124" cy="653355"/>
            </a:xfrm>
            <a:custGeom>
              <a:rect b="b" l="l" r="r" t="t"/>
              <a:pathLst>
                <a:path extrusionOk="0" h="8530" w="328">
                  <a:moveTo>
                    <a:pt x="1" y="1"/>
                  </a:moveTo>
                  <a:lnTo>
                    <a:pt x="1" y="8530"/>
                  </a:lnTo>
                  <a:lnTo>
                    <a:pt x="327" y="8530"/>
                  </a:lnTo>
                  <a:lnTo>
                    <a:pt x="327" y="1"/>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4" name="Google Shape;2054;g39181ba8852_8_3823"/>
            <p:cNvSpPr/>
            <p:nvPr/>
          </p:nvSpPr>
          <p:spPr>
            <a:xfrm>
              <a:off x="7160041" y="4015191"/>
              <a:ext cx="771720" cy="145071"/>
            </a:xfrm>
            <a:custGeom>
              <a:rect b="b" l="l" r="r" t="t"/>
              <a:pathLst>
                <a:path extrusionOk="0" h="1894" w="10075">
                  <a:moveTo>
                    <a:pt x="740" y="1"/>
                  </a:moveTo>
                  <a:cubicBezTo>
                    <a:pt x="326" y="1"/>
                    <a:pt x="0" y="327"/>
                    <a:pt x="0" y="740"/>
                  </a:cubicBezTo>
                  <a:lnTo>
                    <a:pt x="0" y="1154"/>
                  </a:lnTo>
                  <a:cubicBezTo>
                    <a:pt x="0" y="1567"/>
                    <a:pt x="326" y="1893"/>
                    <a:pt x="740" y="1893"/>
                  </a:cubicBezTo>
                  <a:lnTo>
                    <a:pt x="9334" y="1893"/>
                  </a:lnTo>
                  <a:cubicBezTo>
                    <a:pt x="9748" y="1893"/>
                    <a:pt x="10074" y="1567"/>
                    <a:pt x="10074" y="1154"/>
                  </a:cubicBezTo>
                  <a:lnTo>
                    <a:pt x="10074" y="740"/>
                  </a:lnTo>
                  <a:cubicBezTo>
                    <a:pt x="10074" y="327"/>
                    <a:pt x="9748" y="1"/>
                    <a:pt x="9334" y="1"/>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5" name="Google Shape;2055;g39181ba8852_8_3823"/>
            <p:cNvSpPr/>
            <p:nvPr/>
          </p:nvSpPr>
          <p:spPr>
            <a:xfrm>
              <a:off x="7131700" y="3058575"/>
              <a:ext cx="601673" cy="890034"/>
            </a:xfrm>
            <a:custGeom>
              <a:rect b="b" l="l" r="r" t="t"/>
              <a:pathLst>
                <a:path extrusionOk="0" h="11620" w="7855">
                  <a:moveTo>
                    <a:pt x="3917" y="0"/>
                  </a:moveTo>
                  <a:cubicBezTo>
                    <a:pt x="1763" y="0"/>
                    <a:pt x="0" y="1785"/>
                    <a:pt x="0" y="3939"/>
                  </a:cubicBezTo>
                  <a:lnTo>
                    <a:pt x="0" y="9835"/>
                  </a:lnTo>
                  <a:cubicBezTo>
                    <a:pt x="0" y="10814"/>
                    <a:pt x="805" y="11619"/>
                    <a:pt x="1784" y="11619"/>
                  </a:cubicBezTo>
                  <a:lnTo>
                    <a:pt x="6071" y="11619"/>
                  </a:lnTo>
                  <a:cubicBezTo>
                    <a:pt x="7050" y="11619"/>
                    <a:pt x="7855" y="10814"/>
                    <a:pt x="7855" y="9835"/>
                  </a:cubicBezTo>
                  <a:lnTo>
                    <a:pt x="7855" y="3939"/>
                  </a:lnTo>
                  <a:cubicBezTo>
                    <a:pt x="7855" y="1785"/>
                    <a:pt x="6071" y="0"/>
                    <a:pt x="3917" y="0"/>
                  </a:cubicBezTo>
                  <a:close/>
                </a:path>
              </a:pathLst>
            </a:cu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6" name="Google Shape;2056;g39181ba8852_8_3823"/>
            <p:cNvSpPr/>
            <p:nvPr/>
          </p:nvSpPr>
          <p:spPr>
            <a:xfrm>
              <a:off x="7238324" y="3111886"/>
              <a:ext cx="468394" cy="785022"/>
            </a:xfrm>
            <a:custGeom>
              <a:rect b="b" l="l" r="r" t="t"/>
              <a:pathLst>
                <a:path extrusionOk="0" h="10249" w="6115">
                  <a:moveTo>
                    <a:pt x="3069" y="1"/>
                  </a:moveTo>
                  <a:cubicBezTo>
                    <a:pt x="1371" y="1"/>
                    <a:pt x="1" y="1371"/>
                    <a:pt x="1" y="3047"/>
                  </a:cubicBezTo>
                  <a:lnTo>
                    <a:pt x="1" y="8856"/>
                  </a:lnTo>
                  <a:cubicBezTo>
                    <a:pt x="1" y="9618"/>
                    <a:pt x="632" y="10249"/>
                    <a:pt x="1393" y="10249"/>
                  </a:cubicBezTo>
                  <a:lnTo>
                    <a:pt x="4722" y="10249"/>
                  </a:lnTo>
                  <a:cubicBezTo>
                    <a:pt x="5484" y="10249"/>
                    <a:pt x="6115" y="9618"/>
                    <a:pt x="6115" y="8856"/>
                  </a:cubicBezTo>
                  <a:lnTo>
                    <a:pt x="6115" y="3047"/>
                  </a:lnTo>
                  <a:cubicBezTo>
                    <a:pt x="6115" y="1371"/>
                    <a:pt x="4744" y="1"/>
                    <a:pt x="3069" y="1"/>
                  </a:cubicBezTo>
                  <a:close/>
                </a:path>
              </a:pathLst>
            </a:custGeom>
            <a:solidFill>
              <a:srgbClr val="FFFFFF">
                <a:alpha val="1824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grpSp>
        <p:nvGrpSpPr>
          <p:cNvPr id="2057" name="Google Shape;2057;g39181ba8852_8_3823"/>
          <p:cNvGrpSpPr/>
          <p:nvPr/>
        </p:nvGrpSpPr>
        <p:grpSpPr>
          <a:xfrm>
            <a:off x="2646556" y="5065653"/>
            <a:ext cx="1786405" cy="1792750"/>
            <a:chOff x="1788276" y="3614658"/>
            <a:chExt cx="1383523" cy="1388437"/>
          </a:xfrm>
        </p:grpSpPr>
        <p:sp>
          <p:nvSpPr>
            <p:cNvPr id="2058" name="Google Shape;2058;g39181ba8852_8_3823"/>
            <p:cNvSpPr/>
            <p:nvPr/>
          </p:nvSpPr>
          <p:spPr>
            <a:xfrm>
              <a:off x="1898398" y="3617934"/>
              <a:ext cx="90835" cy="1385161"/>
            </a:xfrm>
            <a:custGeom>
              <a:rect b="b" l="l" r="r" t="t"/>
              <a:pathLst>
                <a:path extrusionOk="0" h="18604" w="1220">
                  <a:moveTo>
                    <a:pt x="1" y="0"/>
                  </a:moveTo>
                  <a:lnTo>
                    <a:pt x="1" y="18604"/>
                  </a:lnTo>
                  <a:lnTo>
                    <a:pt x="1219" y="18604"/>
                  </a:lnTo>
                  <a:lnTo>
                    <a:pt x="1219"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59" name="Google Shape;2059;g39181ba8852_8_3823"/>
            <p:cNvSpPr/>
            <p:nvPr/>
          </p:nvSpPr>
          <p:spPr>
            <a:xfrm>
              <a:off x="2967667" y="3617934"/>
              <a:ext cx="90761" cy="1385161"/>
            </a:xfrm>
            <a:custGeom>
              <a:rect b="b" l="l" r="r" t="t"/>
              <a:pathLst>
                <a:path extrusionOk="0" h="18604" w="1219">
                  <a:moveTo>
                    <a:pt x="0" y="0"/>
                  </a:moveTo>
                  <a:lnTo>
                    <a:pt x="0" y="18604"/>
                  </a:lnTo>
                  <a:lnTo>
                    <a:pt x="1218" y="18604"/>
                  </a:lnTo>
                  <a:lnTo>
                    <a:pt x="121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0" name="Google Shape;2060;g39181ba8852_8_3823"/>
            <p:cNvSpPr/>
            <p:nvPr/>
          </p:nvSpPr>
          <p:spPr>
            <a:xfrm>
              <a:off x="1911353" y="3643845"/>
              <a:ext cx="1130823" cy="225226"/>
            </a:xfrm>
            <a:custGeom>
              <a:rect b="b" l="l" r="r" t="t"/>
              <a:pathLst>
                <a:path extrusionOk="0" h="3025" w="15188">
                  <a:moveTo>
                    <a:pt x="1" y="0"/>
                  </a:moveTo>
                  <a:lnTo>
                    <a:pt x="1" y="3025"/>
                  </a:lnTo>
                  <a:lnTo>
                    <a:pt x="15188" y="3025"/>
                  </a:lnTo>
                  <a:lnTo>
                    <a:pt x="15188" y="0"/>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1" name="Google Shape;2061;g39181ba8852_8_3823"/>
            <p:cNvSpPr/>
            <p:nvPr/>
          </p:nvSpPr>
          <p:spPr>
            <a:xfrm>
              <a:off x="1898398" y="3744286"/>
              <a:ext cx="1158371" cy="74604"/>
            </a:xfrm>
            <a:custGeom>
              <a:rect b="b" l="l" r="r" t="t"/>
              <a:pathLst>
                <a:path extrusionOk="0" h="1002" w="15558">
                  <a:moveTo>
                    <a:pt x="1" y="0"/>
                  </a:moveTo>
                  <a:lnTo>
                    <a:pt x="1" y="1001"/>
                  </a:lnTo>
                  <a:lnTo>
                    <a:pt x="15558" y="697"/>
                  </a:lnTo>
                  <a:lnTo>
                    <a:pt x="15558" y="0"/>
                  </a:lnTo>
                  <a:close/>
                </a:path>
              </a:pathLst>
            </a:custGeom>
            <a:solidFill>
              <a:srgbClr val="191919">
                <a:alpha val="17610"/>
              </a:srgbClr>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062" name="Google Shape;2062;g39181ba8852_8_3823"/>
            <p:cNvSpPr/>
            <p:nvPr/>
          </p:nvSpPr>
          <p:spPr>
            <a:xfrm>
              <a:off x="1788276" y="3614658"/>
              <a:ext cx="1383523" cy="131339"/>
            </a:xfrm>
            <a:custGeom>
              <a:rect b="b" l="l" r="r" t="t"/>
              <a:pathLst>
                <a:path extrusionOk="0" h="1764" w="18582">
                  <a:moveTo>
                    <a:pt x="0" y="1"/>
                  </a:moveTo>
                  <a:lnTo>
                    <a:pt x="0" y="1763"/>
                  </a:lnTo>
                  <a:lnTo>
                    <a:pt x="18582" y="1763"/>
                  </a:lnTo>
                  <a:lnTo>
                    <a:pt x="18582" y="1"/>
                  </a:lnTo>
                  <a:close/>
                </a:path>
              </a:pathLst>
            </a:cu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6" name="Shape 2066"/>
        <p:cNvGrpSpPr/>
        <p:nvPr/>
      </p:nvGrpSpPr>
      <p:grpSpPr>
        <a:xfrm>
          <a:off x="0" y="0"/>
          <a:ext cx="0" cy="0"/>
          <a:chOff x="0" y="0"/>
          <a:chExt cx="0" cy="0"/>
        </a:xfrm>
      </p:grpSpPr>
      <p:sp>
        <p:nvSpPr>
          <p:cNvPr id="2067" name="Google Shape;2067;g39181ba8852_8_394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Voice Activity Detection (VAD)</a:t>
            </a:r>
            <a:endParaRPr/>
          </a:p>
        </p:txBody>
      </p:sp>
      <p:pic>
        <p:nvPicPr>
          <p:cNvPr id="2068" name="Google Shape;2068;g39181ba8852_8_3946" title="vad_metrics_2025-12-03_18-25-16.png"/>
          <p:cNvPicPr preferRelativeResize="0"/>
          <p:nvPr/>
        </p:nvPicPr>
        <p:blipFill>
          <a:blip r:embed="rId3">
            <a:alphaModFix/>
          </a:blip>
          <a:stretch>
            <a:fillRect/>
          </a:stretch>
        </p:blipFill>
        <p:spPr>
          <a:xfrm>
            <a:off x="398748" y="2067875"/>
            <a:ext cx="6138199" cy="3659551"/>
          </a:xfrm>
          <a:prstGeom prst="rect">
            <a:avLst/>
          </a:prstGeom>
          <a:noFill/>
          <a:ln>
            <a:noFill/>
          </a:ln>
        </p:spPr>
      </p:pic>
      <p:pic>
        <p:nvPicPr>
          <p:cNvPr id="2069" name="Google Shape;2069;g39181ba8852_8_3946" title="vad_timing_2025-12-03_18-25-16.png"/>
          <p:cNvPicPr preferRelativeResize="0"/>
          <p:nvPr/>
        </p:nvPicPr>
        <p:blipFill>
          <a:blip r:embed="rId4">
            <a:alphaModFix/>
          </a:blip>
          <a:stretch>
            <a:fillRect/>
          </a:stretch>
        </p:blipFill>
        <p:spPr>
          <a:xfrm>
            <a:off x="6771175" y="2114350"/>
            <a:ext cx="4895314" cy="3659549"/>
          </a:xfrm>
          <a:prstGeom prst="rect">
            <a:avLst/>
          </a:prstGeom>
          <a:noFill/>
          <a:ln>
            <a:noFill/>
          </a:ln>
        </p:spPr>
      </p:pic>
      <p:grpSp>
        <p:nvGrpSpPr>
          <p:cNvPr id="2070" name="Google Shape;2070;g39181ba8852_8_3946"/>
          <p:cNvGrpSpPr/>
          <p:nvPr/>
        </p:nvGrpSpPr>
        <p:grpSpPr>
          <a:xfrm>
            <a:off x="11165472" y="2152947"/>
            <a:ext cx="364276" cy="364555"/>
            <a:chOff x="6229598" y="1518052"/>
            <a:chExt cx="343560" cy="343822"/>
          </a:xfrm>
        </p:grpSpPr>
        <p:sp>
          <p:nvSpPr>
            <p:cNvPr id="2071" name="Google Shape;2071;g39181ba8852_8_3946"/>
            <p:cNvSpPr/>
            <p:nvPr/>
          </p:nvSpPr>
          <p:spPr>
            <a:xfrm>
              <a:off x="6229598" y="1518052"/>
              <a:ext cx="343560" cy="343822"/>
            </a:xfrm>
            <a:custGeom>
              <a:rect b="b" l="l" r="r" t="t"/>
              <a:pathLst>
                <a:path extrusionOk="0" h="13093" w="13083">
                  <a:moveTo>
                    <a:pt x="6537" y="0"/>
                  </a:moveTo>
                  <a:cubicBezTo>
                    <a:pt x="2929" y="0"/>
                    <a:pt x="0" y="2938"/>
                    <a:pt x="0" y="6546"/>
                  </a:cubicBezTo>
                  <a:cubicBezTo>
                    <a:pt x="0" y="10164"/>
                    <a:pt x="2929" y="13092"/>
                    <a:pt x="6537" y="13092"/>
                  </a:cubicBezTo>
                  <a:cubicBezTo>
                    <a:pt x="10154" y="13092"/>
                    <a:pt x="13083" y="10164"/>
                    <a:pt x="13083" y="6546"/>
                  </a:cubicBezTo>
                  <a:cubicBezTo>
                    <a:pt x="13083" y="2938"/>
                    <a:pt x="10154" y="0"/>
                    <a:pt x="6537" y="0"/>
                  </a:cubicBezTo>
                  <a:close/>
                </a:path>
              </a:pathLst>
            </a:custGeom>
            <a:solidFill>
              <a:srgbClr val="C5D1DA"/>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2" name="Google Shape;2072;g39181ba8852_8_3946"/>
            <p:cNvSpPr/>
            <p:nvPr/>
          </p:nvSpPr>
          <p:spPr>
            <a:xfrm>
              <a:off x="6255228" y="1543918"/>
              <a:ext cx="292064" cy="292064"/>
            </a:xfrm>
            <a:custGeom>
              <a:rect b="b" l="l" r="r" t="t"/>
              <a:pathLst>
                <a:path extrusionOk="0" h="11122" w="11122">
                  <a:moveTo>
                    <a:pt x="5561" y="1"/>
                  </a:moveTo>
                  <a:cubicBezTo>
                    <a:pt x="2489" y="1"/>
                    <a:pt x="1" y="2489"/>
                    <a:pt x="1" y="5561"/>
                  </a:cubicBezTo>
                  <a:cubicBezTo>
                    <a:pt x="1" y="8633"/>
                    <a:pt x="2489" y="11121"/>
                    <a:pt x="5561" y="11121"/>
                  </a:cubicBezTo>
                  <a:cubicBezTo>
                    <a:pt x="8633" y="11121"/>
                    <a:pt x="11121" y="8633"/>
                    <a:pt x="11121" y="5561"/>
                  </a:cubicBezTo>
                  <a:cubicBezTo>
                    <a:pt x="11121" y="2489"/>
                    <a:pt x="8633" y="1"/>
                    <a:pt x="5561" y="1"/>
                  </a:cubicBezTo>
                  <a:close/>
                </a:path>
              </a:pathLst>
            </a:custGeom>
            <a:solidFill>
              <a:srgbClr val="F0F3F6"/>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3" name="Google Shape;2073;g39181ba8852_8_3946"/>
            <p:cNvSpPr/>
            <p:nvPr/>
          </p:nvSpPr>
          <p:spPr>
            <a:xfrm>
              <a:off x="6396218" y="1564034"/>
              <a:ext cx="10320" cy="131221"/>
            </a:xfrm>
            <a:custGeom>
              <a:rect b="b" l="l" r="r" t="t"/>
              <a:pathLst>
                <a:path extrusionOk="0" h="4997" w="393">
                  <a:moveTo>
                    <a:pt x="197" y="0"/>
                  </a:moveTo>
                  <a:cubicBezTo>
                    <a:pt x="99" y="0"/>
                    <a:pt x="1" y="67"/>
                    <a:pt x="1" y="201"/>
                  </a:cubicBezTo>
                  <a:lnTo>
                    <a:pt x="1" y="4795"/>
                  </a:lnTo>
                  <a:cubicBezTo>
                    <a:pt x="1" y="4910"/>
                    <a:pt x="87" y="4996"/>
                    <a:pt x="192" y="4996"/>
                  </a:cubicBezTo>
                  <a:cubicBezTo>
                    <a:pt x="307" y="4996"/>
                    <a:pt x="393" y="4910"/>
                    <a:pt x="393" y="4795"/>
                  </a:cubicBezTo>
                  <a:lnTo>
                    <a:pt x="393" y="201"/>
                  </a:lnTo>
                  <a:cubicBezTo>
                    <a:pt x="393" y="67"/>
                    <a:pt x="295" y="0"/>
                    <a:pt x="197" y="0"/>
                  </a:cubicBezTo>
                  <a:close/>
                </a:path>
              </a:pathLst>
            </a:custGeom>
            <a:solidFill>
              <a:srgbClr val="657E93"/>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4" name="Google Shape;2074;g39181ba8852_8_3946"/>
            <p:cNvSpPr/>
            <p:nvPr/>
          </p:nvSpPr>
          <p:spPr>
            <a:xfrm>
              <a:off x="6394459" y="1684908"/>
              <a:ext cx="134477" cy="10346"/>
            </a:xfrm>
            <a:custGeom>
              <a:rect b="b" l="l" r="r" t="t"/>
              <a:pathLst>
                <a:path extrusionOk="0" h="394" w="5121">
                  <a:moveTo>
                    <a:pt x="259" y="1"/>
                  </a:moveTo>
                  <a:cubicBezTo>
                    <a:pt x="1" y="1"/>
                    <a:pt x="1" y="393"/>
                    <a:pt x="259" y="393"/>
                  </a:cubicBezTo>
                  <a:lnTo>
                    <a:pt x="4862" y="393"/>
                  </a:lnTo>
                  <a:cubicBezTo>
                    <a:pt x="5121" y="393"/>
                    <a:pt x="5121" y="1"/>
                    <a:pt x="4862" y="1"/>
                  </a:cubicBezTo>
                  <a:close/>
                </a:path>
              </a:pathLst>
            </a:custGeom>
            <a:solidFill>
              <a:srgbClr val="657E93"/>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5" name="Google Shape;2075;g39181ba8852_8_3946"/>
            <p:cNvSpPr/>
            <p:nvPr/>
          </p:nvSpPr>
          <p:spPr>
            <a:xfrm>
              <a:off x="6291178" y="1579868"/>
              <a:ext cx="272946" cy="256009"/>
            </a:xfrm>
            <a:custGeom>
              <a:rect b="b" l="l" r="r" t="t"/>
              <a:pathLst>
                <a:path extrusionOk="0" h="9749" w="10394">
                  <a:moveTo>
                    <a:pt x="7848" y="0"/>
                  </a:moveTo>
                  <a:lnTo>
                    <a:pt x="7848" y="0"/>
                  </a:lnTo>
                  <a:cubicBezTo>
                    <a:pt x="9781" y="2211"/>
                    <a:pt x="9666" y="5522"/>
                    <a:pt x="7599" y="7599"/>
                  </a:cubicBezTo>
                  <a:cubicBezTo>
                    <a:pt x="6518" y="8680"/>
                    <a:pt x="5095" y="9227"/>
                    <a:pt x="3667" y="9227"/>
                  </a:cubicBezTo>
                  <a:cubicBezTo>
                    <a:pt x="2363" y="9227"/>
                    <a:pt x="1055" y="8771"/>
                    <a:pt x="0" y="7848"/>
                  </a:cubicBezTo>
                  <a:lnTo>
                    <a:pt x="0" y="7848"/>
                  </a:lnTo>
                  <a:cubicBezTo>
                    <a:pt x="1108" y="9110"/>
                    <a:pt x="2650" y="9748"/>
                    <a:pt x="4196" y="9748"/>
                  </a:cubicBezTo>
                  <a:cubicBezTo>
                    <a:pt x="5614" y="9748"/>
                    <a:pt x="7035" y="9211"/>
                    <a:pt x="8125" y="8125"/>
                  </a:cubicBezTo>
                  <a:cubicBezTo>
                    <a:pt x="10393" y="5848"/>
                    <a:pt x="10269" y="2125"/>
                    <a:pt x="7848" y="0"/>
                  </a:cubicBezTo>
                  <a:close/>
                </a:path>
              </a:pathLst>
            </a:custGeom>
            <a:solidFill>
              <a:srgbClr val="E2E8ED"/>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6" name="Google Shape;2076;g39181ba8852_8_3946"/>
            <p:cNvSpPr/>
            <p:nvPr/>
          </p:nvSpPr>
          <p:spPr>
            <a:xfrm>
              <a:off x="6273584" y="1684908"/>
              <a:ext cx="21376" cy="10346"/>
            </a:xfrm>
            <a:custGeom>
              <a:rect b="b" l="l" r="r" t="t"/>
              <a:pathLst>
                <a:path extrusionOk="0" h="394" w="814">
                  <a:moveTo>
                    <a:pt x="268" y="1"/>
                  </a:moveTo>
                  <a:cubicBezTo>
                    <a:pt x="0" y="1"/>
                    <a:pt x="0" y="393"/>
                    <a:pt x="268" y="393"/>
                  </a:cubicBezTo>
                  <a:lnTo>
                    <a:pt x="555" y="393"/>
                  </a:lnTo>
                  <a:cubicBezTo>
                    <a:pt x="814" y="393"/>
                    <a:pt x="814" y="1"/>
                    <a:pt x="555" y="1"/>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7" name="Google Shape;2077;g39181ba8852_8_3946"/>
            <p:cNvSpPr/>
            <p:nvPr/>
          </p:nvSpPr>
          <p:spPr>
            <a:xfrm>
              <a:off x="6396218" y="1798194"/>
              <a:ext cx="10320" cy="17673"/>
            </a:xfrm>
            <a:custGeom>
              <a:rect b="b" l="l" r="r" t="t"/>
              <a:pathLst>
                <a:path extrusionOk="0" h="673" w="393">
                  <a:moveTo>
                    <a:pt x="197" y="1"/>
                  </a:moveTo>
                  <a:cubicBezTo>
                    <a:pt x="99" y="1"/>
                    <a:pt x="1" y="65"/>
                    <a:pt x="1" y="194"/>
                  </a:cubicBezTo>
                  <a:lnTo>
                    <a:pt x="1" y="481"/>
                  </a:lnTo>
                  <a:cubicBezTo>
                    <a:pt x="1" y="587"/>
                    <a:pt x="87" y="673"/>
                    <a:pt x="192" y="673"/>
                  </a:cubicBezTo>
                  <a:cubicBezTo>
                    <a:pt x="307" y="673"/>
                    <a:pt x="393" y="587"/>
                    <a:pt x="393" y="481"/>
                  </a:cubicBezTo>
                  <a:lnTo>
                    <a:pt x="393" y="194"/>
                  </a:lnTo>
                  <a:cubicBezTo>
                    <a:pt x="393" y="65"/>
                    <a:pt x="295" y="1"/>
                    <a:pt x="197" y="1"/>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8" name="Google Shape;2078;g39181ba8852_8_3946"/>
            <p:cNvSpPr/>
            <p:nvPr/>
          </p:nvSpPr>
          <p:spPr>
            <a:xfrm>
              <a:off x="6308063" y="1599117"/>
              <a:ext cx="20036" cy="15966"/>
            </a:xfrm>
            <a:custGeom>
              <a:rect b="b" l="l" r="r" t="t"/>
              <a:pathLst>
                <a:path extrusionOk="0" h="608" w="763">
                  <a:moveTo>
                    <a:pt x="296" y="0"/>
                  </a:moveTo>
                  <a:cubicBezTo>
                    <a:pt x="140" y="0"/>
                    <a:pt x="1" y="210"/>
                    <a:pt x="161" y="349"/>
                  </a:cubicBezTo>
                  <a:lnTo>
                    <a:pt x="362" y="550"/>
                  </a:lnTo>
                  <a:cubicBezTo>
                    <a:pt x="399" y="587"/>
                    <a:pt x="445" y="606"/>
                    <a:pt x="501" y="607"/>
                  </a:cubicBezTo>
                  <a:lnTo>
                    <a:pt x="501" y="607"/>
                  </a:lnTo>
                  <a:cubicBezTo>
                    <a:pt x="679" y="604"/>
                    <a:pt x="763" y="396"/>
                    <a:pt x="640" y="272"/>
                  </a:cubicBezTo>
                  <a:lnTo>
                    <a:pt x="439" y="71"/>
                  </a:lnTo>
                  <a:cubicBezTo>
                    <a:pt x="395" y="21"/>
                    <a:pt x="344" y="0"/>
                    <a:pt x="296" y="0"/>
                  </a:cubicBezTo>
                  <a:close/>
                  <a:moveTo>
                    <a:pt x="501" y="607"/>
                  </a:moveTo>
                  <a:cubicBezTo>
                    <a:pt x="499" y="607"/>
                    <a:pt x="498" y="607"/>
                    <a:pt x="496" y="607"/>
                  </a:cubicBezTo>
                  <a:lnTo>
                    <a:pt x="506" y="607"/>
                  </a:lnTo>
                  <a:cubicBezTo>
                    <a:pt x="504" y="607"/>
                    <a:pt x="502" y="607"/>
                    <a:pt x="501" y="607"/>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79" name="Google Shape;2079;g39181ba8852_8_3946"/>
            <p:cNvSpPr/>
            <p:nvPr/>
          </p:nvSpPr>
          <p:spPr>
            <a:xfrm>
              <a:off x="6473606" y="1764581"/>
              <a:ext cx="20141" cy="16097"/>
            </a:xfrm>
            <a:custGeom>
              <a:rect b="b" l="l" r="r" t="t"/>
              <a:pathLst>
                <a:path extrusionOk="0" h="613" w="767">
                  <a:moveTo>
                    <a:pt x="297" y="0"/>
                  </a:moveTo>
                  <a:cubicBezTo>
                    <a:pt x="138" y="0"/>
                    <a:pt x="1" y="208"/>
                    <a:pt x="154" y="355"/>
                  </a:cubicBezTo>
                  <a:lnTo>
                    <a:pt x="355" y="556"/>
                  </a:lnTo>
                  <a:cubicBezTo>
                    <a:pt x="394" y="584"/>
                    <a:pt x="451" y="613"/>
                    <a:pt x="499" y="613"/>
                  </a:cubicBezTo>
                  <a:cubicBezTo>
                    <a:pt x="671" y="613"/>
                    <a:pt x="767" y="402"/>
                    <a:pt x="642" y="278"/>
                  </a:cubicBezTo>
                  <a:lnTo>
                    <a:pt x="441" y="67"/>
                  </a:lnTo>
                  <a:cubicBezTo>
                    <a:pt x="396" y="20"/>
                    <a:pt x="345" y="0"/>
                    <a:pt x="297"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0" name="Google Shape;2080;g39181ba8852_8_3946"/>
            <p:cNvSpPr/>
            <p:nvPr/>
          </p:nvSpPr>
          <p:spPr>
            <a:xfrm>
              <a:off x="6474368" y="1599117"/>
              <a:ext cx="20141" cy="15966"/>
            </a:xfrm>
            <a:custGeom>
              <a:rect b="b" l="l" r="r" t="t"/>
              <a:pathLst>
                <a:path extrusionOk="0" h="608" w="767">
                  <a:moveTo>
                    <a:pt x="478" y="0"/>
                  </a:moveTo>
                  <a:cubicBezTo>
                    <a:pt x="429" y="0"/>
                    <a:pt x="379" y="21"/>
                    <a:pt x="336" y="71"/>
                  </a:cubicBezTo>
                  <a:lnTo>
                    <a:pt x="135" y="272"/>
                  </a:lnTo>
                  <a:cubicBezTo>
                    <a:pt x="1" y="397"/>
                    <a:pt x="97" y="607"/>
                    <a:pt x="269" y="607"/>
                  </a:cubicBezTo>
                  <a:cubicBezTo>
                    <a:pt x="326" y="607"/>
                    <a:pt x="374" y="588"/>
                    <a:pt x="412" y="550"/>
                  </a:cubicBezTo>
                  <a:lnTo>
                    <a:pt x="613" y="349"/>
                  </a:lnTo>
                  <a:cubicBezTo>
                    <a:pt x="766" y="210"/>
                    <a:pt x="631" y="0"/>
                    <a:pt x="478"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1" name="Google Shape;2081;g39181ba8852_8_3946"/>
            <p:cNvSpPr/>
            <p:nvPr/>
          </p:nvSpPr>
          <p:spPr>
            <a:xfrm>
              <a:off x="6308772" y="1765001"/>
              <a:ext cx="19432" cy="15677"/>
            </a:xfrm>
            <a:custGeom>
              <a:rect b="b" l="l" r="r" t="t"/>
              <a:pathLst>
                <a:path extrusionOk="0" h="597" w="740">
                  <a:moveTo>
                    <a:pt x="457" y="0"/>
                  </a:moveTo>
                  <a:cubicBezTo>
                    <a:pt x="414" y="0"/>
                    <a:pt x="368" y="15"/>
                    <a:pt x="325" y="51"/>
                  </a:cubicBezTo>
                  <a:lnTo>
                    <a:pt x="124" y="252"/>
                  </a:lnTo>
                  <a:cubicBezTo>
                    <a:pt x="0" y="377"/>
                    <a:pt x="96" y="597"/>
                    <a:pt x="268" y="597"/>
                  </a:cubicBezTo>
                  <a:cubicBezTo>
                    <a:pt x="316" y="597"/>
                    <a:pt x="373" y="568"/>
                    <a:pt x="412" y="540"/>
                  </a:cubicBezTo>
                  <a:lnTo>
                    <a:pt x="613" y="339"/>
                  </a:lnTo>
                  <a:cubicBezTo>
                    <a:pt x="739" y="190"/>
                    <a:pt x="611" y="0"/>
                    <a:pt x="457"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2" name="Google Shape;2082;g39181ba8852_8_3946"/>
            <p:cNvSpPr/>
            <p:nvPr/>
          </p:nvSpPr>
          <p:spPr>
            <a:xfrm>
              <a:off x="6283064" y="1637404"/>
              <a:ext cx="20693" cy="13366"/>
            </a:xfrm>
            <a:custGeom>
              <a:rect b="b" l="l" r="r" t="t"/>
              <a:pathLst>
                <a:path extrusionOk="0" h="509" w="788">
                  <a:moveTo>
                    <a:pt x="280" y="0"/>
                  </a:moveTo>
                  <a:cubicBezTo>
                    <a:pt x="118" y="0"/>
                    <a:pt x="0" y="333"/>
                    <a:pt x="194" y="384"/>
                  </a:cubicBezTo>
                  <a:lnTo>
                    <a:pt x="453" y="489"/>
                  </a:lnTo>
                  <a:cubicBezTo>
                    <a:pt x="472" y="499"/>
                    <a:pt x="501" y="508"/>
                    <a:pt x="529" y="508"/>
                  </a:cubicBezTo>
                  <a:cubicBezTo>
                    <a:pt x="730" y="499"/>
                    <a:pt x="788" y="221"/>
                    <a:pt x="606" y="135"/>
                  </a:cubicBezTo>
                  <a:lnTo>
                    <a:pt x="347" y="20"/>
                  </a:lnTo>
                  <a:cubicBezTo>
                    <a:pt x="325" y="6"/>
                    <a:pt x="302" y="0"/>
                    <a:pt x="280"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3" name="Google Shape;2083;g39181ba8852_8_3946"/>
            <p:cNvSpPr/>
            <p:nvPr/>
          </p:nvSpPr>
          <p:spPr>
            <a:xfrm>
              <a:off x="6498947" y="1729445"/>
              <a:ext cx="20640" cy="13051"/>
            </a:xfrm>
            <a:custGeom>
              <a:rect b="b" l="l" r="r" t="t"/>
              <a:pathLst>
                <a:path extrusionOk="0" h="497" w="786">
                  <a:moveTo>
                    <a:pt x="273" y="1"/>
                  </a:moveTo>
                  <a:cubicBezTo>
                    <a:pt x="89" y="1"/>
                    <a:pt x="0" y="258"/>
                    <a:pt x="175" y="372"/>
                  </a:cubicBezTo>
                  <a:lnTo>
                    <a:pt x="433" y="477"/>
                  </a:lnTo>
                  <a:cubicBezTo>
                    <a:pt x="461" y="486"/>
                    <a:pt x="488" y="495"/>
                    <a:pt x="516" y="496"/>
                  </a:cubicBezTo>
                  <a:lnTo>
                    <a:pt x="516" y="496"/>
                  </a:lnTo>
                  <a:cubicBezTo>
                    <a:pt x="731" y="491"/>
                    <a:pt x="786" y="208"/>
                    <a:pt x="587" y="123"/>
                  </a:cubicBezTo>
                  <a:lnTo>
                    <a:pt x="328" y="8"/>
                  </a:lnTo>
                  <a:cubicBezTo>
                    <a:pt x="309" y="3"/>
                    <a:pt x="291" y="1"/>
                    <a:pt x="273" y="1"/>
                  </a:cubicBezTo>
                  <a:close/>
                  <a:moveTo>
                    <a:pt x="516" y="496"/>
                  </a:moveTo>
                  <a:cubicBezTo>
                    <a:pt x="514" y="496"/>
                    <a:pt x="512" y="496"/>
                    <a:pt x="510" y="496"/>
                  </a:cubicBezTo>
                  <a:lnTo>
                    <a:pt x="520" y="496"/>
                  </a:lnTo>
                  <a:cubicBezTo>
                    <a:pt x="518" y="496"/>
                    <a:pt x="517" y="496"/>
                    <a:pt x="516" y="496"/>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4" name="Google Shape;2084;g39181ba8852_8_3946"/>
            <p:cNvSpPr/>
            <p:nvPr/>
          </p:nvSpPr>
          <p:spPr>
            <a:xfrm>
              <a:off x="6439442" y="1574511"/>
              <a:ext cx="14837" cy="16675"/>
            </a:xfrm>
            <a:custGeom>
              <a:rect b="b" l="l" r="r" t="t"/>
              <a:pathLst>
                <a:path extrusionOk="0" h="635" w="565">
                  <a:moveTo>
                    <a:pt x="331" y="0"/>
                  </a:moveTo>
                  <a:cubicBezTo>
                    <a:pt x="269" y="0"/>
                    <a:pt x="206" y="30"/>
                    <a:pt x="163" y="99"/>
                  </a:cubicBezTo>
                  <a:lnTo>
                    <a:pt x="58" y="357"/>
                  </a:lnTo>
                  <a:cubicBezTo>
                    <a:pt x="1" y="482"/>
                    <a:pt x="96" y="635"/>
                    <a:pt x="240" y="635"/>
                  </a:cubicBezTo>
                  <a:lnTo>
                    <a:pt x="230" y="625"/>
                  </a:lnTo>
                  <a:cubicBezTo>
                    <a:pt x="307" y="625"/>
                    <a:pt x="383" y="578"/>
                    <a:pt x="412" y="511"/>
                  </a:cubicBezTo>
                  <a:lnTo>
                    <a:pt x="527" y="252"/>
                  </a:lnTo>
                  <a:cubicBezTo>
                    <a:pt x="565" y="108"/>
                    <a:pt x="450" y="0"/>
                    <a:pt x="331"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5" name="Google Shape;2085;g39181ba8852_8_3946"/>
            <p:cNvSpPr/>
            <p:nvPr/>
          </p:nvSpPr>
          <p:spPr>
            <a:xfrm>
              <a:off x="6347978" y="1789581"/>
              <a:ext cx="15861" cy="16754"/>
            </a:xfrm>
            <a:custGeom>
              <a:rect b="b" l="l" r="r" t="t"/>
              <a:pathLst>
                <a:path extrusionOk="0" h="638" w="604">
                  <a:moveTo>
                    <a:pt x="303" y="0"/>
                  </a:moveTo>
                  <a:cubicBezTo>
                    <a:pt x="239" y="0"/>
                    <a:pt x="181" y="30"/>
                    <a:pt x="163" y="101"/>
                  </a:cubicBezTo>
                  <a:lnTo>
                    <a:pt x="48" y="360"/>
                  </a:lnTo>
                  <a:cubicBezTo>
                    <a:pt x="0" y="494"/>
                    <a:pt x="96" y="637"/>
                    <a:pt x="230" y="637"/>
                  </a:cubicBezTo>
                  <a:cubicBezTo>
                    <a:pt x="306" y="637"/>
                    <a:pt x="383" y="589"/>
                    <a:pt x="412" y="513"/>
                  </a:cubicBezTo>
                  <a:lnTo>
                    <a:pt x="526" y="254"/>
                  </a:lnTo>
                  <a:cubicBezTo>
                    <a:pt x="604" y="125"/>
                    <a:pt x="438" y="0"/>
                    <a:pt x="303"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6" name="Google Shape;2086;g39181ba8852_8_3946"/>
            <p:cNvSpPr/>
            <p:nvPr/>
          </p:nvSpPr>
          <p:spPr>
            <a:xfrm>
              <a:off x="6349633" y="1572883"/>
              <a:ext cx="15441" cy="17305"/>
            </a:xfrm>
            <a:custGeom>
              <a:rect b="b" l="l" r="r" t="t"/>
              <a:pathLst>
                <a:path extrusionOk="0" h="659" w="588">
                  <a:moveTo>
                    <a:pt x="254" y="0"/>
                  </a:moveTo>
                  <a:cubicBezTo>
                    <a:pt x="127" y="0"/>
                    <a:pt x="0" y="116"/>
                    <a:pt x="61" y="276"/>
                  </a:cubicBezTo>
                  <a:lnTo>
                    <a:pt x="176" y="534"/>
                  </a:lnTo>
                  <a:cubicBezTo>
                    <a:pt x="205" y="611"/>
                    <a:pt x="272" y="659"/>
                    <a:pt x="358" y="659"/>
                  </a:cubicBezTo>
                  <a:cubicBezTo>
                    <a:pt x="492" y="659"/>
                    <a:pt x="588" y="515"/>
                    <a:pt x="540" y="391"/>
                  </a:cubicBezTo>
                  <a:lnTo>
                    <a:pt x="435" y="123"/>
                  </a:lnTo>
                  <a:cubicBezTo>
                    <a:pt x="397" y="37"/>
                    <a:pt x="326" y="0"/>
                    <a:pt x="254"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7" name="Google Shape;2087;g39181ba8852_8_3946"/>
            <p:cNvSpPr/>
            <p:nvPr/>
          </p:nvSpPr>
          <p:spPr>
            <a:xfrm>
              <a:off x="6437341" y="1789896"/>
              <a:ext cx="15441" cy="17437"/>
            </a:xfrm>
            <a:custGeom>
              <a:rect b="b" l="l" r="r" t="t"/>
              <a:pathLst>
                <a:path extrusionOk="0" h="664" w="588">
                  <a:moveTo>
                    <a:pt x="251" y="0"/>
                  </a:moveTo>
                  <a:cubicBezTo>
                    <a:pt x="127" y="0"/>
                    <a:pt x="0" y="118"/>
                    <a:pt x="61" y="271"/>
                  </a:cubicBezTo>
                  <a:lnTo>
                    <a:pt x="167" y="539"/>
                  </a:lnTo>
                  <a:cubicBezTo>
                    <a:pt x="195" y="616"/>
                    <a:pt x="272" y="654"/>
                    <a:pt x="349" y="654"/>
                  </a:cubicBezTo>
                  <a:lnTo>
                    <a:pt x="349" y="663"/>
                  </a:lnTo>
                  <a:cubicBezTo>
                    <a:pt x="492" y="663"/>
                    <a:pt x="588" y="520"/>
                    <a:pt x="530" y="386"/>
                  </a:cubicBezTo>
                  <a:lnTo>
                    <a:pt x="425" y="127"/>
                  </a:lnTo>
                  <a:cubicBezTo>
                    <a:pt x="391" y="38"/>
                    <a:pt x="321" y="0"/>
                    <a:pt x="251"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8" name="Google Shape;2088;g39181ba8852_8_3946"/>
            <p:cNvSpPr/>
            <p:nvPr/>
          </p:nvSpPr>
          <p:spPr>
            <a:xfrm>
              <a:off x="6499262" y="1639505"/>
              <a:ext cx="21664" cy="13261"/>
            </a:xfrm>
            <a:custGeom>
              <a:rect b="b" l="l" r="r" t="t"/>
              <a:pathLst>
                <a:path extrusionOk="0" h="505" w="825">
                  <a:moveTo>
                    <a:pt x="541" y="1"/>
                  </a:moveTo>
                  <a:cubicBezTo>
                    <a:pt x="515" y="1"/>
                    <a:pt x="488" y="6"/>
                    <a:pt x="460" y="17"/>
                  </a:cubicBezTo>
                  <a:lnTo>
                    <a:pt x="201" y="131"/>
                  </a:lnTo>
                  <a:cubicBezTo>
                    <a:pt x="0" y="208"/>
                    <a:pt x="58" y="505"/>
                    <a:pt x="268" y="505"/>
                  </a:cubicBezTo>
                  <a:cubicBezTo>
                    <a:pt x="297" y="505"/>
                    <a:pt x="326" y="505"/>
                    <a:pt x="345" y="495"/>
                  </a:cubicBezTo>
                  <a:lnTo>
                    <a:pt x="613" y="390"/>
                  </a:lnTo>
                  <a:cubicBezTo>
                    <a:pt x="825" y="297"/>
                    <a:pt x="736" y="1"/>
                    <a:pt x="541" y="1"/>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sp>
          <p:nvSpPr>
            <p:cNvPr id="2089" name="Google Shape;2089;g39181ba8852_8_3946"/>
            <p:cNvSpPr/>
            <p:nvPr/>
          </p:nvSpPr>
          <p:spPr>
            <a:xfrm>
              <a:off x="6282118" y="1727161"/>
              <a:ext cx="21638" cy="13314"/>
            </a:xfrm>
            <a:custGeom>
              <a:rect b="b" l="l" r="r" t="t"/>
              <a:pathLst>
                <a:path extrusionOk="0" h="507" w="824">
                  <a:moveTo>
                    <a:pt x="552" y="0"/>
                  </a:moveTo>
                  <a:cubicBezTo>
                    <a:pt x="526" y="0"/>
                    <a:pt x="499" y="6"/>
                    <a:pt x="470" y="19"/>
                  </a:cubicBezTo>
                  <a:lnTo>
                    <a:pt x="202" y="124"/>
                  </a:lnTo>
                  <a:cubicBezTo>
                    <a:pt x="1" y="200"/>
                    <a:pt x="58" y="507"/>
                    <a:pt x="278" y="507"/>
                  </a:cubicBezTo>
                  <a:cubicBezTo>
                    <a:pt x="297" y="507"/>
                    <a:pt x="326" y="497"/>
                    <a:pt x="355" y="488"/>
                  </a:cubicBezTo>
                  <a:lnTo>
                    <a:pt x="613" y="382"/>
                  </a:lnTo>
                  <a:cubicBezTo>
                    <a:pt x="823" y="298"/>
                    <a:pt x="738" y="0"/>
                    <a:pt x="552" y="0"/>
                  </a:cubicBezTo>
                  <a:close/>
                </a:path>
              </a:pathLst>
            </a:custGeom>
            <a:solidFill>
              <a:srgbClr val="98ADBE"/>
            </a:solidFill>
            <a:ln>
              <a:noFill/>
            </a:ln>
          </p:spPr>
          <p:txBody>
            <a:bodyPr anchorCtr="0" anchor="ctr" bIns="96950" lIns="96950" spcFirstLastPara="1" rIns="96950" wrap="square" tIns="96950">
              <a:noAutofit/>
            </a:bodyPr>
            <a:lstStyle/>
            <a:p>
              <a:pPr indent="0" lvl="0" marL="0" rtl="0" algn="l">
                <a:spcBef>
                  <a:spcPts val="0"/>
                </a:spcBef>
                <a:spcAft>
                  <a:spcPts val="0"/>
                </a:spcAft>
                <a:buNone/>
              </a:pPr>
              <a:r>
                <a:t/>
              </a:r>
              <a:endParaRPr/>
            </a:p>
          </p:txBody>
        </p:sp>
      </p:grpSp>
      <p:grpSp>
        <p:nvGrpSpPr>
          <p:cNvPr id="2090" name="Google Shape;2090;g39181ba8852_8_3946"/>
          <p:cNvGrpSpPr/>
          <p:nvPr/>
        </p:nvGrpSpPr>
        <p:grpSpPr>
          <a:xfrm>
            <a:off x="6112988" y="2163443"/>
            <a:ext cx="304616" cy="343560"/>
            <a:chOff x="5344216" y="4291056"/>
            <a:chExt cx="304616" cy="343560"/>
          </a:xfrm>
        </p:grpSpPr>
        <p:sp>
          <p:nvSpPr>
            <p:cNvPr id="2091" name="Google Shape;2091;g39181ba8852_8_3946"/>
            <p:cNvSpPr/>
            <p:nvPr/>
          </p:nvSpPr>
          <p:spPr>
            <a:xfrm>
              <a:off x="5344216" y="4297148"/>
              <a:ext cx="251334" cy="247264"/>
            </a:xfrm>
            <a:custGeom>
              <a:rect b="b" l="l" r="r" t="t"/>
              <a:pathLst>
                <a:path extrusionOk="0" h="9416" w="9571">
                  <a:moveTo>
                    <a:pt x="9280" y="0"/>
                  </a:moveTo>
                  <a:cubicBezTo>
                    <a:pt x="9234" y="0"/>
                    <a:pt x="9185" y="17"/>
                    <a:pt x="9140" y="55"/>
                  </a:cubicBezTo>
                  <a:lnTo>
                    <a:pt x="144" y="9051"/>
                  </a:lnTo>
                  <a:cubicBezTo>
                    <a:pt x="0" y="9185"/>
                    <a:pt x="96" y="9415"/>
                    <a:pt x="287" y="9415"/>
                  </a:cubicBezTo>
                  <a:cubicBezTo>
                    <a:pt x="345" y="9415"/>
                    <a:pt x="393" y="9386"/>
                    <a:pt x="431" y="9348"/>
                  </a:cubicBezTo>
                  <a:lnTo>
                    <a:pt x="9437" y="352"/>
                  </a:lnTo>
                  <a:cubicBezTo>
                    <a:pt x="9570" y="196"/>
                    <a:pt x="9439" y="0"/>
                    <a:pt x="92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g39181ba8852_8_3946"/>
            <p:cNvSpPr/>
            <p:nvPr/>
          </p:nvSpPr>
          <p:spPr>
            <a:xfrm>
              <a:off x="5544501" y="4291056"/>
              <a:ext cx="55330" cy="53807"/>
            </a:xfrm>
            <a:custGeom>
              <a:rect b="b" l="l" r="r" t="t"/>
              <a:pathLst>
                <a:path extrusionOk="0" h="2049" w="2107">
                  <a:moveTo>
                    <a:pt x="259" y="0"/>
                  </a:moveTo>
                  <a:cubicBezTo>
                    <a:pt x="1" y="19"/>
                    <a:pt x="1" y="393"/>
                    <a:pt x="259" y="412"/>
                  </a:cubicBezTo>
                  <a:lnTo>
                    <a:pt x="1685" y="412"/>
                  </a:lnTo>
                  <a:lnTo>
                    <a:pt x="1685" y="1838"/>
                  </a:lnTo>
                  <a:cubicBezTo>
                    <a:pt x="1685" y="1953"/>
                    <a:pt x="1781" y="2048"/>
                    <a:pt x="1896" y="2048"/>
                  </a:cubicBezTo>
                  <a:cubicBezTo>
                    <a:pt x="2011" y="2048"/>
                    <a:pt x="2097" y="1953"/>
                    <a:pt x="2106" y="1838"/>
                  </a:cubicBezTo>
                  <a:lnTo>
                    <a:pt x="2106" y="201"/>
                  </a:lnTo>
                  <a:cubicBezTo>
                    <a:pt x="2106" y="86"/>
                    <a:pt x="2011" y="0"/>
                    <a:pt x="189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g39181ba8852_8_3946"/>
            <p:cNvSpPr/>
            <p:nvPr/>
          </p:nvSpPr>
          <p:spPr>
            <a:xfrm>
              <a:off x="5349494" y="4566497"/>
              <a:ext cx="102309" cy="68118"/>
            </a:xfrm>
            <a:custGeom>
              <a:rect b="b" l="l" r="r" t="t"/>
              <a:pathLst>
                <a:path extrusionOk="0" h="2594" w="3896">
                  <a:moveTo>
                    <a:pt x="316" y="0"/>
                  </a:moveTo>
                  <a:cubicBezTo>
                    <a:pt x="48" y="10"/>
                    <a:pt x="10" y="144"/>
                    <a:pt x="0" y="201"/>
                  </a:cubicBezTo>
                  <a:lnTo>
                    <a:pt x="0" y="2594"/>
                  </a:lnTo>
                  <a:lnTo>
                    <a:pt x="3895" y="2594"/>
                  </a:lnTo>
                  <a:lnTo>
                    <a:pt x="3895"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g39181ba8852_8_3946"/>
            <p:cNvSpPr/>
            <p:nvPr/>
          </p:nvSpPr>
          <p:spPr>
            <a:xfrm>
              <a:off x="5447996" y="4480784"/>
              <a:ext cx="102309" cy="153831"/>
            </a:xfrm>
            <a:custGeom>
              <a:rect b="b" l="l" r="r" t="t"/>
              <a:pathLst>
                <a:path extrusionOk="0" h="5858" w="3896">
                  <a:moveTo>
                    <a:pt x="297" y="1"/>
                  </a:moveTo>
                  <a:cubicBezTo>
                    <a:pt x="58" y="10"/>
                    <a:pt x="10" y="125"/>
                    <a:pt x="1" y="183"/>
                  </a:cubicBezTo>
                  <a:lnTo>
                    <a:pt x="1" y="5858"/>
                  </a:lnTo>
                  <a:lnTo>
                    <a:pt x="3896" y="5858"/>
                  </a:lnTo>
                  <a:lnTo>
                    <a:pt x="3896" y="1"/>
                  </a:lnTo>
                  <a:close/>
                </a:path>
              </a:pathLst>
            </a:custGeom>
            <a:solidFill>
              <a:srgbClr val="96AB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g39181ba8852_8_3946"/>
            <p:cNvSpPr/>
            <p:nvPr/>
          </p:nvSpPr>
          <p:spPr>
            <a:xfrm>
              <a:off x="5546523" y="4388297"/>
              <a:ext cx="102309" cy="246319"/>
            </a:xfrm>
            <a:custGeom>
              <a:rect b="b" l="l" r="r" t="t"/>
              <a:pathLst>
                <a:path extrusionOk="0" h="9380" w="3896">
                  <a:moveTo>
                    <a:pt x="335" y="1"/>
                  </a:moveTo>
                  <a:cubicBezTo>
                    <a:pt x="39" y="1"/>
                    <a:pt x="10" y="154"/>
                    <a:pt x="0" y="211"/>
                  </a:cubicBezTo>
                  <a:lnTo>
                    <a:pt x="0" y="9380"/>
                  </a:lnTo>
                  <a:lnTo>
                    <a:pt x="3895" y="9380"/>
                  </a:lnTo>
                  <a:lnTo>
                    <a:pt x="3895" y="192"/>
                  </a:lnTo>
                  <a:cubicBezTo>
                    <a:pt x="3886" y="125"/>
                    <a:pt x="3828" y="1"/>
                    <a:pt x="3560" y="1"/>
                  </a:cubicBezTo>
                  <a:close/>
                </a:path>
              </a:pathLst>
            </a:custGeom>
            <a:solidFill>
              <a:srgbClr val="C7D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g39181ba8852_8_3946"/>
            <p:cNvSpPr/>
            <p:nvPr/>
          </p:nvSpPr>
          <p:spPr>
            <a:xfrm>
              <a:off x="5349731" y="4566497"/>
              <a:ext cx="8587" cy="68118"/>
            </a:xfrm>
            <a:custGeom>
              <a:rect b="b" l="l" r="r" t="t"/>
              <a:pathLst>
                <a:path extrusionOk="0" h="2594" w="327">
                  <a:moveTo>
                    <a:pt x="307" y="0"/>
                  </a:moveTo>
                  <a:cubicBezTo>
                    <a:pt x="39" y="10"/>
                    <a:pt x="1" y="144"/>
                    <a:pt x="1" y="201"/>
                  </a:cubicBezTo>
                  <a:lnTo>
                    <a:pt x="1" y="2594"/>
                  </a:lnTo>
                  <a:lnTo>
                    <a:pt x="326" y="2594"/>
                  </a:lnTo>
                  <a:lnTo>
                    <a:pt x="326"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g39181ba8852_8_3946"/>
            <p:cNvSpPr/>
            <p:nvPr/>
          </p:nvSpPr>
          <p:spPr>
            <a:xfrm>
              <a:off x="5447996" y="4480784"/>
              <a:ext cx="8823" cy="153831"/>
            </a:xfrm>
            <a:custGeom>
              <a:rect b="b" l="l" r="r" t="t"/>
              <a:pathLst>
                <a:path extrusionOk="0" h="5858" w="336">
                  <a:moveTo>
                    <a:pt x="297" y="1"/>
                  </a:moveTo>
                  <a:cubicBezTo>
                    <a:pt x="58" y="20"/>
                    <a:pt x="10" y="135"/>
                    <a:pt x="1" y="183"/>
                  </a:cubicBezTo>
                  <a:lnTo>
                    <a:pt x="1" y="5858"/>
                  </a:lnTo>
                  <a:lnTo>
                    <a:pt x="336" y="5858"/>
                  </a:lnTo>
                  <a:lnTo>
                    <a:pt x="33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g39181ba8852_8_3946"/>
            <p:cNvSpPr/>
            <p:nvPr/>
          </p:nvSpPr>
          <p:spPr>
            <a:xfrm>
              <a:off x="5546523" y="4388297"/>
              <a:ext cx="8823" cy="246319"/>
            </a:xfrm>
            <a:custGeom>
              <a:rect b="b" l="l" r="r" t="t"/>
              <a:pathLst>
                <a:path extrusionOk="0" h="9380" w="336">
                  <a:moveTo>
                    <a:pt x="335" y="1"/>
                  </a:moveTo>
                  <a:cubicBezTo>
                    <a:pt x="39" y="1"/>
                    <a:pt x="10" y="154"/>
                    <a:pt x="0" y="211"/>
                  </a:cubicBezTo>
                  <a:lnTo>
                    <a:pt x="0" y="9380"/>
                  </a:lnTo>
                  <a:lnTo>
                    <a:pt x="335" y="9380"/>
                  </a:lnTo>
                  <a:lnTo>
                    <a:pt x="335" y="1"/>
                  </a:lnTo>
                  <a:close/>
                </a:path>
              </a:pathLst>
            </a:custGeom>
            <a:solidFill>
              <a:srgbClr val="ADBE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g39181ba8852_8_3946"/>
            <p:cNvSpPr/>
            <p:nvPr/>
          </p:nvSpPr>
          <p:spPr>
            <a:xfrm>
              <a:off x="5365828" y="4585089"/>
              <a:ext cx="68381" cy="11082"/>
            </a:xfrm>
            <a:custGeom>
              <a:rect b="b" l="l" r="r" t="t"/>
              <a:pathLst>
                <a:path extrusionOk="0" h="422" w="2604">
                  <a:moveTo>
                    <a:pt x="259" y="0"/>
                  </a:moveTo>
                  <a:cubicBezTo>
                    <a:pt x="0" y="20"/>
                    <a:pt x="0" y="402"/>
                    <a:pt x="259" y="422"/>
                  </a:cubicBezTo>
                  <a:lnTo>
                    <a:pt x="2345" y="422"/>
                  </a:lnTo>
                  <a:cubicBezTo>
                    <a:pt x="2603" y="402"/>
                    <a:pt x="2603" y="20"/>
                    <a:pt x="234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g39181ba8852_8_3946"/>
            <p:cNvSpPr/>
            <p:nvPr/>
          </p:nvSpPr>
          <p:spPr>
            <a:xfrm>
              <a:off x="5464592" y="4499376"/>
              <a:ext cx="68381" cy="11108"/>
            </a:xfrm>
            <a:custGeom>
              <a:rect b="b" l="l" r="r" t="t"/>
              <a:pathLst>
                <a:path extrusionOk="0" h="423" w="2604">
                  <a:moveTo>
                    <a:pt x="259" y="1"/>
                  </a:moveTo>
                  <a:cubicBezTo>
                    <a:pt x="0" y="20"/>
                    <a:pt x="0" y="393"/>
                    <a:pt x="259" y="422"/>
                  </a:cubicBezTo>
                  <a:lnTo>
                    <a:pt x="2355" y="422"/>
                  </a:lnTo>
                  <a:cubicBezTo>
                    <a:pt x="2604" y="393"/>
                    <a:pt x="2604" y="20"/>
                    <a:pt x="23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g39181ba8852_8_3946"/>
            <p:cNvSpPr/>
            <p:nvPr/>
          </p:nvSpPr>
          <p:spPr>
            <a:xfrm>
              <a:off x="5562516" y="4406889"/>
              <a:ext cx="70324" cy="11108"/>
            </a:xfrm>
            <a:custGeom>
              <a:rect b="b" l="l" r="r" t="t"/>
              <a:pathLst>
                <a:path extrusionOk="0" h="423" w="2678">
                  <a:moveTo>
                    <a:pt x="273" y="1"/>
                  </a:moveTo>
                  <a:cubicBezTo>
                    <a:pt x="0" y="1"/>
                    <a:pt x="0" y="423"/>
                    <a:pt x="273" y="423"/>
                  </a:cubicBezTo>
                  <a:cubicBezTo>
                    <a:pt x="279" y="423"/>
                    <a:pt x="285" y="423"/>
                    <a:pt x="291" y="422"/>
                  </a:cubicBezTo>
                  <a:lnTo>
                    <a:pt x="2387" y="422"/>
                  </a:lnTo>
                  <a:cubicBezTo>
                    <a:pt x="2393" y="423"/>
                    <a:pt x="2399" y="423"/>
                    <a:pt x="2405" y="423"/>
                  </a:cubicBezTo>
                  <a:cubicBezTo>
                    <a:pt x="2678" y="423"/>
                    <a:pt x="2678" y="1"/>
                    <a:pt x="2405" y="1"/>
                  </a:cubicBezTo>
                  <a:cubicBezTo>
                    <a:pt x="2399" y="1"/>
                    <a:pt x="2393" y="1"/>
                    <a:pt x="2387" y="1"/>
                  </a:cubicBezTo>
                  <a:lnTo>
                    <a:pt x="291" y="1"/>
                  </a:lnTo>
                  <a:cubicBezTo>
                    <a:pt x="285" y="1"/>
                    <a:pt x="279" y="1"/>
                    <a:pt x="2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5" name="Shape 2105"/>
        <p:cNvGrpSpPr/>
        <p:nvPr/>
      </p:nvGrpSpPr>
      <p:grpSpPr>
        <a:xfrm>
          <a:off x="0" y="0"/>
          <a:ext cx="0" cy="0"/>
          <a:chOff x="0" y="0"/>
          <a:chExt cx="0" cy="0"/>
        </a:xfrm>
      </p:grpSpPr>
      <p:sp>
        <p:nvSpPr>
          <p:cNvPr id="2106" name="Google Shape;2106;g39181ba8852_8_392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Change Detection (SCD)</a:t>
            </a:r>
            <a:endParaRPr/>
          </a:p>
        </p:txBody>
      </p:sp>
      <p:pic>
        <p:nvPicPr>
          <p:cNvPr id="2107" name="Google Shape;2107;g39181ba8852_8_3924" title="scd_comparison.png"/>
          <p:cNvPicPr preferRelativeResize="0"/>
          <p:nvPr/>
        </p:nvPicPr>
        <p:blipFill rotWithShape="1">
          <a:blip r:embed="rId3">
            <a:alphaModFix/>
          </a:blip>
          <a:srcRect b="0" l="0" r="53720" t="10128"/>
          <a:stretch/>
        </p:blipFill>
        <p:spPr>
          <a:xfrm>
            <a:off x="950975" y="1901400"/>
            <a:ext cx="4450000" cy="3738100"/>
          </a:xfrm>
          <a:prstGeom prst="rect">
            <a:avLst/>
          </a:prstGeom>
          <a:noFill/>
          <a:ln>
            <a:noFill/>
          </a:ln>
        </p:spPr>
      </p:pic>
      <p:pic>
        <p:nvPicPr>
          <p:cNvPr id="2108" name="Google Shape;2108;g39181ba8852_8_3924" title="scd_comparison.png"/>
          <p:cNvPicPr preferRelativeResize="0"/>
          <p:nvPr/>
        </p:nvPicPr>
        <p:blipFill rotWithShape="1">
          <a:blip r:embed="rId3">
            <a:alphaModFix/>
          </a:blip>
          <a:srcRect b="2586" l="46612" r="0" t="8215"/>
          <a:stretch/>
        </p:blipFill>
        <p:spPr>
          <a:xfrm>
            <a:off x="6220363" y="1915350"/>
            <a:ext cx="5133427" cy="3710201"/>
          </a:xfrm>
          <a:prstGeom prst="rect">
            <a:avLst/>
          </a:prstGeom>
          <a:noFill/>
          <a:ln>
            <a:noFill/>
          </a:ln>
        </p:spPr>
      </p:pic>
      <p:grpSp>
        <p:nvGrpSpPr>
          <p:cNvPr id="2109" name="Google Shape;2109;g39181ba8852_8_3924"/>
          <p:cNvGrpSpPr/>
          <p:nvPr/>
        </p:nvGrpSpPr>
        <p:grpSpPr>
          <a:xfrm>
            <a:off x="10843281" y="2068465"/>
            <a:ext cx="397739" cy="398009"/>
            <a:chOff x="6229598" y="1518052"/>
            <a:chExt cx="343560" cy="343822"/>
          </a:xfrm>
        </p:grpSpPr>
        <p:sp>
          <p:nvSpPr>
            <p:cNvPr id="2110" name="Google Shape;2110;g39181ba8852_8_3924"/>
            <p:cNvSpPr/>
            <p:nvPr/>
          </p:nvSpPr>
          <p:spPr>
            <a:xfrm>
              <a:off x="6229598" y="1518052"/>
              <a:ext cx="343560" cy="343822"/>
            </a:xfrm>
            <a:custGeom>
              <a:rect b="b" l="l" r="r" t="t"/>
              <a:pathLst>
                <a:path extrusionOk="0" h="13093" w="13083">
                  <a:moveTo>
                    <a:pt x="6537" y="0"/>
                  </a:moveTo>
                  <a:cubicBezTo>
                    <a:pt x="2929" y="0"/>
                    <a:pt x="0" y="2938"/>
                    <a:pt x="0" y="6546"/>
                  </a:cubicBezTo>
                  <a:cubicBezTo>
                    <a:pt x="0" y="10164"/>
                    <a:pt x="2929" y="13092"/>
                    <a:pt x="6537" y="13092"/>
                  </a:cubicBezTo>
                  <a:cubicBezTo>
                    <a:pt x="10154" y="13092"/>
                    <a:pt x="13083" y="10164"/>
                    <a:pt x="13083" y="6546"/>
                  </a:cubicBezTo>
                  <a:cubicBezTo>
                    <a:pt x="13083" y="2938"/>
                    <a:pt x="10154" y="0"/>
                    <a:pt x="6537" y="0"/>
                  </a:cubicBezTo>
                  <a:close/>
                </a:path>
              </a:pathLst>
            </a:custGeom>
            <a:solidFill>
              <a:srgbClr val="C5D1DA"/>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1" name="Google Shape;2111;g39181ba8852_8_3924"/>
            <p:cNvSpPr/>
            <p:nvPr/>
          </p:nvSpPr>
          <p:spPr>
            <a:xfrm>
              <a:off x="6255228" y="1543918"/>
              <a:ext cx="292064" cy="292064"/>
            </a:xfrm>
            <a:custGeom>
              <a:rect b="b" l="l" r="r" t="t"/>
              <a:pathLst>
                <a:path extrusionOk="0" h="11122" w="11122">
                  <a:moveTo>
                    <a:pt x="5561" y="1"/>
                  </a:moveTo>
                  <a:cubicBezTo>
                    <a:pt x="2489" y="1"/>
                    <a:pt x="1" y="2489"/>
                    <a:pt x="1" y="5561"/>
                  </a:cubicBezTo>
                  <a:cubicBezTo>
                    <a:pt x="1" y="8633"/>
                    <a:pt x="2489" y="11121"/>
                    <a:pt x="5561" y="11121"/>
                  </a:cubicBezTo>
                  <a:cubicBezTo>
                    <a:pt x="8633" y="11121"/>
                    <a:pt x="11121" y="8633"/>
                    <a:pt x="11121" y="5561"/>
                  </a:cubicBezTo>
                  <a:cubicBezTo>
                    <a:pt x="11121" y="2489"/>
                    <a:pt x="8633" y="1"/>
                    <a:pt x="5561" y="1"/>
                  </a:cubicBezTo>
                  <a:close/>
                </a:path>
              </a:pathLst>
            </a:custGeom>
            <a:solidFill>
              <a:srgbClr val="F0F3F6"/>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2" name="Google Shape;2112;g39181ba8852_8_3924"/>
            <p:cNvSpPr/>
            <p:nvPr/>
          </p:nvSpPr>
          <p:spPr>
            <a:xfrm>
              <a:off x="6396218" y="1564034"/>
              <a:ext cx="10320" cy="131221"/>
            </a:xfrm>
            <a:custGeom>
              <a:rect b="b" l="l" r="r" t="t"/>
              <a:pathLst>
                <a:path extrusionOk="0" h="4997" w="393">
                  <a:moveTo>
                    <a:pt x="197" y="0"/>
                  </a:moveTo>
                  <a:cubicBezTo>
                    <a:pt x="99" y="0"/>
                    <a:pt x="1" y="67"/>
                    <a:pt x="1" y="201"/>
                  </a:cubicBezTo>
                  <a:lnTo>
                    <a:pt x="1" y="4795"/>
                  </a:lnTo>
                  <a:cubicBezTo>
                    <a:pt x="1" y="4910"/>
                    <a:pt x="87" y="4996"/>
                    <a:pt x="192" y="4996"/>
                  </a:cubicBezTo>
                  <a:cubicBezTo>
                    <a:pt x="307" y="4996"/>
                    <a:pt x="393" y="4910"/>
                    <a:pt x="393" y="4795"/>
                  </a:cubicBezTo>
                  <a:lnTo>
                    <a:pt x="393" y="201"/>
                  </a:lnTo>
                  <a:cubicBezTo>
                    <a:pt x="393" y="67"/>
                    <a:pt x="295" y="0"/>
                    <a:pt x="197" y="0"/>
                  </a:cubicBezTo>
                  <a:close/>
                </a:path>
              </a:pathLst>
            </a:custGeom>
            <a:solidFill>
              <a:srgbClr val="657E93"/>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3" name="Google Shape;2113;g39181ba8852_8_3924"/>
            <p:cNvSpPr/>
            <p:nvPr/>
          </p:nvSpPr>
          <p:spPr>
            <a:xfrm>
              <a:off x="6394459" y="1684908"/>
              <a:ext cx="134477" cy="10346"/>
            </a:xfrm>
            <a:custGeom>
              <a:rect b="b" l="l" r="r" t="t"/>
              <a:pathLst>
                <a:path extrusionOk="0" h="394" w="5121">
                  <a:moveTo>
                    <a:pt x="259" y="1"/>
                  </a:moveTo>
                  <a:cubicBezTo>
                    <a:pt x="1" y="1"/>
                    <a:pt x="1" y="393"/>
                    <a:pt x="259" y="393"/>
                  </a:cubicBezTo>
                  <a:lnTo>
                    <a:pt x="4862" y="393"/>
                  </a:lnTo>
                  <a:cubicBezTo>
                    <a:pt x="5121" y="393"/>
                    <a:pt x="5121" y="1"/>
                    <a:pt x="4862" y="1"/>
                  </a:cubicBezTo>
                  <a:close/>
                </a:path>
              </a:pathLst>
            </a:custGeom>
            <a:solidFill>
              <a:srgbClr val="657E93"/>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4" name="Google Shape;2114;g39181ba8852_8_3924"/>
            <p:cNvSpPr/>
            <p:nvPr/>
          </p:nvSpPr>
          <p:spPr>
            <a:xfrm>
              <a:off x="6291178" y="1579868"/>
              <a:ext cx="272946" cy="256009"/>
            </a:xfrm>
            <a:custGeom>
              <a:rect b="b" l="l" r="r" t="t"/>
              <a:pathLst>
                <a:path extrusionOk="0" h="9749" w="10394">
                  <a:moveTo>
                    <a:pt x="7848" y="0"/>
                  </a:moveTo>
                  <a:lnTo>
                    <a:pt x="7848" y="0"/>
                  </a:lnTo>
                  <a:cubicBezTo>
                    <a:pt x="9781" y="2211"/>
                    <a:pt x="9666" y="5522"/>
                    <a:pt x="7599" y="7599"/>
                  </a:cubicBezTo>
                  <a:cubicBezTo>
                    <a:pt x="6518" y="8680"/>
                    <a:pt x="5095" y="9227"/>
                    <a:pt x="3667" y="9227"/>
                  </a:cubicBezTo>
                  <a:cubicBezTo>
                    <a:pt x="2363" y="9227"/>
                    <a:pt x="1055" y="8771"/>
                    <a:pt x="0" y="7848"/>
                  </a:cubicBezTo>
                  <a:lnTo>
                    <a:pt x="0" y="7848"/>
                  </a:lnTo>
                  <a:cubicBezTo>
                    <a:pt x="1108" y="9110"/>
                    <a:pt x="2650" y="9748"/>
                    <a:pt x="4196" y="9748"/>
                  </a:cubicBezTo>
                  <a:cubicBezTo>
                    <a:pt x="5614" y="9748"/>
                    <a:pt x="7035" y="9211"/>
                    <a:pt x="8125" y="8125"/>
                  </a:cubicBezTo>
                  <a:cubicBezTo>
                    <a:pt x="10393" y="5848"/>
                    <a:pt x="10269" y="2125"/>
                    <a:pt x="7848" y="0"/>
                  </a:cubicBezTo>
                  <a:close/>
                </a:path>
              </a:pathLst>
            </a:custGeom>
            <a:solidFill>
              <a:srgbClr val="E2E8ED"/>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5" name="Google Shape;2115;g39181ba8852_8_3924"/>
            <p:cNvSpPr/>
            <p:nvPr/>
          </p:nvSpPr>
          <p:spPr>
            <a:xfrm>
              <a:off x="6273584" y="1684908"/>
              <a:ext cx="21376" cy="10346"/>
            </a:xfrm>
            <a:custGeom>
              <a:rect b="b" l="l" r="r" t="t"/>
              <a:pathLst>
                <a:path extrusionOk="0" h="394" w="814">
                  <a:moveTo>
                    <a:pt x="268" y="1"/>
                  </a:moveTo>
                  <a:cubicBezTo>
                    <a:pt x="0" y="1"/>
                    <a:pt x="0" y="393"/>
                    <a:pt x="268" y="393"/>
                  </a:cubicBezTo>
                  <a:lnTo>
                    <a:pt x="555" y="393"/>
                  </a:lnTo>
                  <a:cubicBezTo>
                    <a:pt x="814" y="393"/>
                    <a:pt x="814" y="1"/>
                    <a:pt x="555" y="1"/>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6" name="Google Shape;2116;g39181ba8852_8_3924"/>
            <p:cNvSpPr/>
            <p:nvPr/>
          </p:nvSpPr>
          <p:spPr>
            <a:xfrm>
              <a:off x="6396218" y="1798194"/>
              <a:ext cx="10320" cy="17673"/>
            </a:xfrm>
            <a:custGeom>
              <a:rect b="b" l="l" r="r" t="t"/>
              <a:pathLst>
                <a:path extrusionOk="0" h="673" w="393">
                  <a:moveTo>
                    <a:pt x="197" y="1"/>
                  </a:moveTo>
                  <a:cubicBezTo>
                    <a:pt x="99" y="1"/>
                    <a:pt x="1" y="65"/>
                    <a:pt x="1" y="194"/>
                  </a:cubicBezTo>
                  <a:lnTo>
                    <a:pt x="1" y="481"/>
                  </a:lnTo>
                  <a:cubicBezTo>
                    <a:pt x="1" y="587"/>
                    <a:pt x="87" y="673"/>
                    <a:pt x="192" y="673"/>
                  </a:cubicBezTo>
                  <a:cubicBezTo>
                    <a:pt x="307" y="673"/>
                    <a:pt x="393" y="587"/>
                    <a:pt x="393" y="481"/>
                  </a:cubicBezTo>
                  <a:lnTo>
                    <a:pt x="393" y="194"/>
                  </a:lnTo>
                  <a:cubicBezTo>
                    <a:pt x="393" y="65"/>
                    <a:pt x="295" y="1"/>
                    <a:pt x="197" y="1"/>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7" name="Google Shape;2117;g39181ba8852_8_3924"/>
            <p:cNvSpPr/>
            <p:nvPr/>
          </p:nvSpPr>
          <p:spPr>
            <a:xfrm>
              <a:off x="6308063" y="1599117"/>
              <a:ext cx="20036" cy="15966"/>
            </a:xfrm>
            <a:custGeom>
              <a:rect b="b" l="l" r="r" t="t"/>
              <a:pathLst>
                <a:path extrusionOk="0" h="608" w="763">
                  <a:moveTo>
                    <a:pt x="296" y="0"/>
                  </a:moveTo>
                  <a:cubicBezTo>
                    <a:pt x="140" y="0"/>
                    <a:pt x="1" y="210"/>
                    <a:pt x="161" y="349"/>
                  </a:cubicBezTo>
                  <a:lnTo>
                    <a:pt x="362" y="550"/>
                  </a:lnTo>
                  <a:cubicBezTo>
                    <a:pt x="399" y="587"/>
                    <a:pt x="445" y="606"/>
                    <a:pt x="501" y="607"/>
                  </a:cubicBezTo>
                  <a:lnTo>
                    <a:pt x="501" y="607"/>
                  </a:lnTo>
                  <a:cubicBezTo>
                    <a:pt x="679" y="604"/>
                    <a:pt x="763" y="396"/>
                    <a:pt x="640" y="272"/>
                  </a:cubicBezTo>
                  <a:lnTo>
                    <a:pt x="439" y="71"/>
                  </a:lnTo>
                  <a:cubicBezTo>
                    <a:pt x="395" y="21"/>
                    <a:pt x="344" y="0"/>
                    <a:pt x="296" y="0"/>
                  </a:cubicBezTo>
                  <a:close/>
                  <a:moveTo>
                    <a:pt x="501" y="607"/>
                  </a:moveTo>
                  <a:cubicBezTo>
                    <a:pt x="499" y="607"/>
                    <a:pt x="498" y="607"/>
                    <a:pt x="496" y="607"/>
                  </a:cubicBezTo>
                  <a:lnTo>
                    <a:pt x="506" y="607"/>
                  </a:lnTo>
                  <a:cubicBezTo>
                    <a:pt x="504" y="607"/>
                    <a:pt x="502" y="607"/>
                    <a:pt x="501" y="607"/>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8" name="Google Shape;2118;g39181ba8852_8_3924"/>
            <p:cNvSpPr/>
            <p:nvPr/>
          </p:nvSpPr>
          <p:spPr>
            <a:xfrm>
              <a:off x="6473606" y="1764581"/>
              <a:ext cx="20141" cy="16097"/>
            </a:xfrm>
            <a:custGeom>
              <a:rect b="b" l="l" r="r" t="t"/>
              <a:pathLst>
                <a:path extrusionOk="0" h="613" w="767">
                  <a:moveTo>
                    <a:pt x="297" y="0"/>
                  </a:moveTo>
                  <a:cubicBezTo>
                    <a:pt x="138" y="0"/>
                    <a:pt x="1" y="208"/>
                    <a:pt x="154" y="355"/>
                  </a:cubicBezTo>
                  <a:lnTo>
                    <a:pt x="355" y="556"/>
                  </a:lnTo>
                  <a:cubicBezTo>
                    <a:pt x="394" y="584"/>
                    <a:pt x="451" y="613"/>
                    <a:pt x="499" y="613"/>
                  </a:cubicBezTo>
                  <a:cubicBezTo>
                    <a:pt x="671" y="613"/>
                    <a:pt x="767" y="402"/>
                    <a:pt x="642" y="278"/>
                  </a:cubicBezTo>
                  <a:lnTo>
                    <a:pt x="441" y="67"/>
                  </a:lnTo>
                  <a:cubicBezTo>
                    <a:pt x="396" y="20"/>
                    <a:pt x="345" y="0"/>
                    <a:pt x="297"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19" name="Google Shape;2119;g39181ba8852_8_3924"/>
            <p:cNvSpPr/>
            <p:nvPr/>
          </p:nvSpPr>
          <p:spPr>
            <a:xfrm>
              <a:off x="6474368" y="1599117"/>
              <a:ext cx="20141" cy="15966"/>
            </a:xfrm>
            <a:custGeom>
              <a:rect b="b" l="l" r="r" t="t"/>
              <a:pathLst>
                <a:path extrusionOk="0" h="608" w="767">
                  <a:moveTo>
                    <a:pt x="478" y="0"/>
                  </a:moveTo>
                  <a:cubicBezTo>
                    <a:pt x="429" y="0"/>
                    <a:pt x="379" y="21"/>
                    <a:pt x="336" y="71"/>
                  </a:cubicBezTo>
                  <a:lnTo>
                    <a:pt x="135" y="272"/>
                  </a:lnTo>
                  <a:cubicBezTo>
                    <a:pt x="1" y="397"/>
                    <a:pt x="97" y="607"/>
                    <a:pt x="269" y="607"/>
                  </a:cubicBezTo>
                  <a:cubicBezTo>
                    <a:pt x="326" y="607"/>
                    <a:pt x="374" y="588"/>
                    <a:pt x="412" y="550"/>
                  </a:cubicBezTo>
                  <a:lnTo>
                    <a:pt x="613" y="349"/>
                  </a:lnTo>
                  <a:cubicBezTo>
                    <a:pt x="766" y="210"/>
                    <a:pt x="631" y="0"/>
                    <a:pt x="478"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0" name="Google Shape;2120;g39181ba8852_8_3924"/>
            <p:cNvSpPr/>
            <p:nvPr/>
          </p:nvSpPr>
          <p:spPr>
            <a:xfrm>
              <a:off x="6308772" y="1765001"/>
              <a:ext cx="19432" cy="15677"/>
            </a:xfrm>
            <a:custGeom>
              <a:rect b="b" l="l" r="r" t="t"/>
              <a:pathLst>
                <a:path extrusionOk="0" h="597" w="740">
                  <a:moveTo>
                    <a:pt x="457" y="0"/>
                  </a:moveTo>
                  <a:cubicBezTo>
                    <a:pt x="414" y="0"/>
                    <a:pt x="368" y="15"/>
                    <a:pt x="325" y="51"/>
                  </a:cubicBezTo>
                  <a:lnTo>
                    <a:pt x="124" y="252"/>
                  </a:lnTo>
                  <a:cubicBezTo>
                    <a:pt x="0" y="377"/>
                    <a:pt x="96" y="597"/>
                    <a:pt x="268" y="597"/>
                  </a:cubicBezTo>
                  <a:cubicBezTo>
                    <a:pt x="316" y="597"/>
                    <a:pt x="373" y="568"/>
                    <a:pt x="412" y="540"/>
                  </a:cubicBezTo>
                  <a:lnTo>
                    <a:pt x="613" y="339"/>
                  </a:lnTo>
                  <a:cubicBezTo>
                    <a:pt x="739" y="190"/>
                    <a:pt x="611" y="0"/>
                    <a:pt x="457"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1" name="Google Shape;2121;g39181ba8852_8_3924"/>
            <p:cNvSpPr/>
            <p:nvPr/>
          </p:nvSpPr>
          <p:spPr>
            <a:xfrm>
              <a:off x="6283064" y="1637404"/>
              <a:ext cx="20693" cy="13366"/>
            </a:xfrm>
            <a:custGeom>
              <a:rect b="b" l="l" r="r" t="t"/>
              <a:pathLst>
                <a:path extrusionOk="0" h="509" w="788">
                  <a:moveTo>
                    <a:pt x="280" y="0"/>
                  </a:moveTo>
                  <a:cubicBezTo>
                    <a:pt x="118" y="0"/>
                    <a:pt x="0" y="333"/>
                    <a:pt x="194" y="384"/>
                  </a:cubicBezTo>
                  <a:lnTo>
                    <a:pt x="453" y="489"/>
                  </a:lnTo>
                  <a:cubicBezTo>
                    <a:pt x="472" y="499"/>
                    <a:pt x="501" y="508"/>
                    <a:pt x="529" y="508"/>
                  </a:cubicBezTo>
                  <a:cubicBezTo>
                    <a:pt x="730" y="499"/>
                    <a:pt x="788" y="221"/>
                    <a:pt x="606" y="135"/>
                  </a:cubicBezTo>
                  <a:lnTo>
                    <a:pt x="347" y="20"/>
                  </a:lnTo>
                  <a:cubicBezTo>
                    <a:pt x="325" y="6"/>
                    <a:pt x="302" y="0"/>
                    <a:pt x="280"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2" name="Google Shape;2122;g39181ba8852_8_3924"/>
            <p:cNvSpPr/>
            <p:nvPr/>
          </p:nvSpPr>
          <p:spPr>
            <a:xfrm>
              <a:off x="6498947" y="1729445"/>
              <a:ext cx="20640" cy="13051"/>
            </a:xfrm>
            <a:custGeom>
              <a:rect b="b" l="l" r="r" t="t"/>
              <a:pathLst>
                <a:path extrusionOk="0" h="497" w="786">
                  <a:moveTo>
                    <a:pt x="273" y="1"/>
                  </a:moveTo>
                  <a:cubicBezTo>
                    <a:pt x="89" y="1"/>
                    <a:pt x="0" y="258"/>
                    <a:pt x="175" y="372"/>
                  </a:cubicBezTo>
                  <a:lnTo>
                    <a:pt x="433" y="477"/>
                  </a:lnTo>
                  <a:cubicBezTo>
                    <a:pt x="461" y="486"/>
                    <a:pt x="488" y="495"/>
                    <a:pt x="516" y="496"/>
                  </a:cubicBezTo>
                  <a:lnTo>
                    <a:pt x="516" y="496"/>
                  </a:lnTo>
                  <a:cubicBezTo>
                    <a:pt x="731" y="491"/>
                    <a:pt x="786" y="208"/>
                    <a:pt x="587" y="123"/>
                  </a:cubicBezTo>
                  <a:lnTo>
                    <a:pt x="328" y="8"/>
                  </a:lnTo>
                  <a:cubicBezTo>
                    <a:pt x="309" y="3"/>
                    <a:pt x="291" y="1"/>
                    <a:pt x="273" y="1"/>
                  </a:cubicBezTo>
                  <a:close/>
                  <a:moveTo>
                    <a:pt x="516" y="496"/>
                  </a:moveTo>
                  <a:cubicBezTo>
                    <a:pt x="514" y="496"/>
                    <a:pt x="512" y="496"/>
                    <a:pt x="510" y="496"/>
                  </a:cubicBezTo>
                  <a:lnTo>
                    <a:pt x="520" y="496"/>
                  </a:lnTo>
                  <a:cubicBezTo>
                    <a:pt x="518" y="496"/>
                    <a:pt x="517" y="496"/>
                    <a:pt x="516" y="496"/>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3" name="Google Shape;2123;g39181ba8852_8_3924"/>
            <p:cNvSpPr/>
            <p:nvPr/>
          </p:nvSpPr>
          <p:spPr>
            <a:xfrm>
              <a:off x="6439442" y="1574511"/>
              <a:ext cx="14837" cy="16675"/>
            </a:xfrm>
            <a:custGeom>
              <a:rect b="b" l="l" r="r" t="t"/>
              <a:pathLst>
                <a:path extrusionOk="0" h="635" w="565">
                  <a:moveTo>
                    <a:pt x="331" y="0"/>
                  </a:moveTo>
                  <a:cubicBezTo>
                    <a:pt x="269" y="0"/>
                    <a:pt x="206" y="30"/>
                    <a:pt x="163" y="99"/>
                  </a:cubicBezTo>
                  <a:lnTo>
                    <a:pt x="58" y="357"/>
                  </a:lnTo>
                  <a:cubicBezTo>
                    <a:pt x="1" y="482"/>
                    <a:pt x="96" y="635"/>
                    <a:pt x="240" y="635"/>
                  </a:cubicBezTo>
                  <a:lnTo>
                    <a:pt x="230" y="625"/>
                  </a:lnTo>
                  <a:cubicBezTo>
                    <a:pt x="307" y="625"/>
                    <a:pt x="383" y="578"/>
                    <a:pt x="412" y="511"/>
                  </a:cubicBezTo>
                  <a:lnTo>
                    <a:pt x="527" y="252"/>
                  </a:lnTo>
                  <a:cubicBezTo>
                    <a:pt x="565" y="108"/>
                    <a:pt x="450" y="0"/>
                    <a:pt x="331"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4" name="Google Shape;2124;g39181ba8852_8_3924"/>
            <p:cNvSpPr/>
            <p:nvPr/>
          </p:nvSpPr>
          <p:spPr>
            <a:xfrm>
              <a:off x="6347978" y="1789581"/>
              <a:ext cx="15861" cy="16754"/>
            </a:xfrm>
            <a:custGeom>
              <a:rect b="b" l="l" r="r" t="t"/>
              <a:pathLst>
                <a:path extrusionOk="0" h="638" w="604">
                  <a:moveTo>
                    <a:pt x="303" y="0"/>
                  </a:moveTo>
                  <a:cubicBezTo>
                    <a:pt x="239" y="0"/>
                    <a:pt x="181" y="30"/>
                    <a:pt x="163" y="101"/>
                  </a:cubicBezTo>
                  <a:lnTo>
                    <a:pt x="48" y="360"/>
                  </a:lnTo>
                  <a:cubicBezTo>
                    <a:pt x="0" y="494"/>
                    <a:pt x="96" y="637"/>
                    <a:pt x="230" y="637"/>
                  </a:cubicBezTo>
                  <a:cubicBezTo>
                    <a:pt x="306" y="637"/>
                    <a:pt x="383" y="589"/>
                    <a:pt x="412" y="513"/>
                  </a:cubicBezTo>
                  <a:lnTo>
                    <a:pt x="526" y="254"/>
                  </a:lnTo>
                  <a:cubicBezTo>
                    <a:pt x="604" y="125"/>
                    <a:pt x="438" y="0"/>
                    <a:pt x="303"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5" name="Google Shape;2125;g39181ba8852_8_3924"/>
            <p:cNvSpPr/>
            <p:nvPr/>
          </p:nvSpPr>
          <p:spPr>
            <a:xfrm>
              <a:off x="6349633" y="1572883"/>
              <a:ext cx="15441" cy="17305"/>
            </a:xfrm>
            <a:custGeom>
              <a:rect b="b" l="l" r="r" t="t"/>
              <a:pathLst>
                <a:path extrusionOk="0" h="659" w="588">
                  <a:moveTo>
                    <a:pt x="254" y="0"/>
                  </a:moveTo>
                  <a:cubicBezTo>
                    <a:pt x="127" y="0"/>
                    <a:pt x="0" y="116"/>
                    <a:pt x="61" y="276"/>
                  </a:cubicBezTo>
                  <a:lnTo>
                    <a:pt x="176" y="534"/>
                  </a:lnTo>
                  <a:cubicBezTo>
                    <a:pt x="205" y="611"/>
                    <a:pt x="272" y="659"/>
                    <a:pt x="358" y="659"/>
                  </a:cubicBezTo>
                  <a:cubicBezTo>
                    <a:pt x="492" y="659"/>
                    <a:pt x="588" y="515"/>
                    <a:pt x="540" y="391"/>
                  </a:cubicBezTo>
                  <a:lnTo>
                    <a:pt x="435" y="123"/>
                  </a:lnTo>
                  <a:cubicBezTo>
                    <a:pt x="397" y="37"/>
                    <a:pt x="326" y="0"/>
                    <a:pt x="254"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6" name="Google Shape;2126;g39181ba8852_8_3924"/>
            <p:cNvSpPr/>
            <p:nvPr/>
          </p:nvSpPr>
          <p:spPr>
            <a:xfrm>
              <a:off x="6437341" y="1789896"/>
              <a:ext cx="15441" cy="17437"/>
            </a:xfrm>
            <a:custGeom>
              <a:rect b="b" l="l" r="r" t="t"/>
              <a:pathLst>
                <a:path extrusionOk="0" h="664" w="588">
                  <a:moveTo>
                    <a:pt x="251" y="0"/>
                  </a:moveTo>
                  <a:cubicBezTo>
                    <a:pt x="127" y="0"/>
                    <a:pt x="0" y="118"/>
                    <a:pt x="61" y="271"/>
                  </a:cubicBezTo>
                  <a:lnTo>
                    <a:pt x="167" y="539"/>
                  </a:lnTo>
                  <a:cubicBezTo>
                    <a:pt x="195" y="616"/>
                    <a:pt x="272" y="654"/>
                    <a:pt x="349" y="654"/>
                  </a:cubicBezTo>
                  <a:lnTo>
                    <a:pt x="349" y="663"/>
                  </a:lnTo>
                  <a:cubicBezTo>
                    <a:pt x="492" y="663"/>
                    <a:pt x="588" y="520"/>
                    <a:pt x="530" y="386"/>
                  </a:cubicBezTo>
                  <a:lnTo>
                    <a:pt x="425" y="127"/>
                  </a:lnTo>
                  <a:cubicBezTo>
                    <a:pt x="391" y="38"/>
                    <a:pt x="321" y="0"/>
                    <a:pt x="251"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7" name="Google Shape;2127;g39181ba8852_8_3924"/>
            <p:cNvSpPr/>
            <p:nvPr/>
          </p:nvSpPr>
          <p:spPr>
            <a:xfrm>
              <a:off x="6499262" y="1639505"/>
              <a:ext cx="21664" cy="13261"/>
            </a:xfrm>
            <a:custGeom>
              <a:rect b="b" l="l" r="r" t="t"/>
              <a:pathLst>
                <a:path extrusionOk="0" h="505" w="825">
                  <a:moveTo>
                    <a:pt x="541" y="1"/>
                  </a:moveTo>
                  <a:cubicBezTo>
                    <a:pt x="515" y="1"/>
                    <a:pt x="488" y="6"/>
                    <a:pt x="460" y="17"/>
                  </a:cubicBezTo>
                  <a:lnTo>
                    <a:pt x="201" y="131"/>
                  </a:lnTo>
                  <a:cubicBezTo>
                    <a:pt x="0" y="208"/>
                    <a:pt x="58" y="505"/>
                    <a:pt x="268" y="505"/>
                  </a:cubicBezTo>
                  <a:cubicBezTo>
                    <a:pt x="297" y="505"/>
                    <a:pt x="326" y="505"/>
                    <a:pt x="345" y="495"/>
                  </a:cubicBezTo>
                  <a:lnTo>
                    <a:pt x="613" y="390"/>
                  </a:lnTo>
                  <a:cubicBezTo>
                    <a:pt x="825" y="297"/>
                    <a:pt x="736" y="1"/>
                    <a:pt x="541" y="1"/>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sp>
          <p:nvSpPr>
            <p:cNvPr id="2128" name="Google Shape;2128;g39181ba8852_8_3924"/>
            <p:cNvSpPr/>
            <p:nvPr/>
          </p:nvSpPr>
          <p:spPr>
            <a:xfrm>
              <a:off x="6282118" y="1727161"/>
              <a:ext cx="21638" cy="13314"/>
            </a:xfrm>
            <a:custGeom>
              <a:rect b="b" l="l" r="r" t="t"/>
              <a:pathLst>
                <a:path extrusionOk="0" h="507" w="824">
                  <a:moveTo>
                    <a:pt x="552" y="0"/>
                  </a:moveTo>
                  <a:cubicBezTo>
                    <a:pt x="526" y="0"/>
                    <a:pt x="499" y="6"/>
                    <a:pt x="470" y="19"/>
                  </a:cubicBezTo>
                  <a:lnTo>
                    <a:pt x="202" y="124"/>
                  </a:lnTo>
                  <a:cubicBezTo>
                    <a:pt x="1" y="200"/>
                    <a:pt x="58" y="507"/>
                    <a:pt x="278" y="507"/>
                  </a:cubicBezTo>
                  <a:cubicBezTo>
                    <a:pt x="297" y="507"/>
                    <a:pt x="326" y="497"/>
                    <a:pt x="355" y="488"/>
                  </a:cubicBezTo>
                  <a:lnTo>
                    <a:pt x="613" y="382"/>
                  </a:lnTo>
                  <a:cubicBezTo>
                    <a:pt x="823" y="298"/>
                    <a:pt x="738" y="0"/>
                    <a:pt x="552" y="0"/>
                  </a:cubicBezTo>
                  <a:close/>
                </a:path>
              </a:pathLst>
            </a:custGeom>
            <a:solidFill>
              <a:srgbClr val="98ADBE"/>
            </a:solidFill>
            <a:ln>
              <a:noFill/>
            </a:ln>
          </p:spPr>
          <p:txBody>
            <a:bodyPr anchorCtr="0" anchor="ctr" bIns="105825" lIns="105825" spcFirstLastPara="1" rIns="105825" wrap="square" tIns="105825">
              <a:noAutofit/>
            </a:bodyPr>
            <a:lstStyle/>
            <a:p>
              <a:pPr indent="0" lvl="0" marL="0" rtl="0" algn="l">
                <a:spcBef>
                  <a:spcPts val="0"/>
                </a:spcBef>
                <a:spcAft>
                  <a:spcPts val="0"/>
                </a:spcAft>
                <a:buNone/>
              </a:pPr>
              <a:r>
                <a:t/>
              </a:r>
              <a:endParaRPr/>
            </a:p>
          </p:txBody>
        </p:sp>
      </p:grpSp>
      <p:grpSp>
        <p:nvGrpSpPr>
          <p:cNvPr id="2129" name="Google Shape;2129;g39181ba8852_8_3924"/>
          <p:cNvGrpSpPr/>
          <p:nvPr/>
        </p:nvGrpSpPr>
        <p:grpSpPr>
          <a:xfrm>
            <a:off x="4982429" y="1995531"/>
            <a:ext cx="304616" cy="343560"/>
            <a:chOff x="5344216" y="4291056"/>
            <a:chExt cx="304616" cy="343560"/>
          </a:xfrm>
        </p:grpSpPr>
        <p:sp>
          <p:nvSpPr>
            <p:cNvPr id="2130" name="Google Shape;2130;g39181ba8852_8_3924"/>
            <p:cNvSpPr/>
            <p:nvPr/>
          </p:nvSpPr>
          <p:spPr>
            <a:xfrm>
              <a:off x="5344216" y="4297148"/>
              <a:ext cx="251334" cy="247264"/>
            </a:xfrm>
            <a:custGeom>
              <a:rect b="b" l="l" r="r" t="t"/>
              <a:pathLst>
                <a:path extrusionOk="0" h="9416" w="9571">
                  <a:moveTo>
                    <a:pt x="9280" y="0"/>
                  </a:moveTo>
                  <a:cubicBezTo>
                    <a:pt x="9234" y="0"/>
                    <a:pt x="9185" y="17"/>
                    <a:pt x="9140" y="55"/>
                  </a:cubicBezTo>
                  <a:lnTo>
                    <a:pt x="144" y="9051"/>
                  </a:lnTo>
                  <a:cubicBezTo>
                    <a:pt x="0" y="9185"/>
                    <a:pt x="96" y="9415"/>
                    <a:pt x="287" y="9415"/>
                  </a:cubicBezTo>
                  <a:cubicBezTo>
                    <a:pt x="345" y="9415"/>
                    <a:pt x="393" y="9386"/>
                    <a:pt x="431" y="9348"/>
                  </a:cubicBezTo>
                  <a:lnTo>
                    <a:pt x="9437" y="352"/>
                  </a:lnTo>
                  <a:cubicBezTo>
                    <a:pt x="9570" y="196"/>
                    <a:pt x="9439" y="0"/>
                    <a:pt x="92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g39181ba8852_8_3924"/>
            <p:cNvSpPr/>
            <p:nvPr/>
          </p:nvSpPr>
          <p:spPr>
            <a:xfrm>
              <a:off x="5544501" y="4291056"/>
              <a:ext cx="55330" cy="53807"/>
            </a:xfrm>
            <a:custGeom>
              <a:rect b="b" l="l" r="r" t="t"/>
              <a:pathLst>
                <a:path extrusionOk="0" h="2049" w="2107">
                  <a:moveTo>
                    <a:pt x="259" y="0"/>
                  </a:moveTo>
                  <a:cubicBezTo>
                    <a:pt x="1" y="19"/>
                    <a:pt x="1" y="393"/>
                    <a:pt x="259" y="412"/>
                  </a:cubicBezTo>
                  <a:lnTo>
                    <a:pt x="1685" y="412"/>
                  </a:lnTo>
                  <a:lnTo>
                    <a:pt x="1685" y="1838"/>
                  </a:lnTo>
                  <a:cubicBezTo>
                    <a:pt x="1685" y="1953"/>
                    <a:pt x="1781" y="2048"/>
                    <a:pt x="1896" y="2048"/>
                  </a:cubicBezTo>
                  <a:cubicBezTo>
                    <a:pt x="2011" y="2048"/>
                    <a:pt x="2097" y="1953"/>
                    <a:pt x="2106" y="1838"/>
                  </a:cubicBezTo>
                  <a:lnTo>
                    <a:pt x="2106" y="201"/>
                  </a:lnTo>
                  <a:cubicBezTo>
                    <a:pt x="2106" y="86"/>
                    <a:pt x="2011" y="0"/>
                    <a:pt x="189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g39181ba8852_8_3924"/>
            <p:cNvSpPr/>
            <p:nvPr/>
          </p:nvSpPr>
          <p:spPr>
            <a:xfrm>
              <a:off x="5349494" y="4566497"/>
              <a:ext cx="102309" cy="68118"/>
            </a:xfrm>
            <a:custGeom>
              <a:rect b="b" l="l" r="r" t="t"/>
              <a:pathLst>
                <a:path extrusionOk="0" h="2594" w="3896">
                  <a:moveTo>
                    <a:pt x="316" y="0"/>
                  </a:moveTo>
                  <a:cubicBezTo>
                    <a:pt x="48" y="10"/>
                    <a:pt x="10" y="144"/>
                    <a:pt x="0" y="201"/>
                  </a:cubicBezTo>
                  <a:lnTo>
                    <a:pt x="0" y="2594"/>
                  </a:lnTo>
                  <a:lnTo>
                    <a:pt x="3895" y="2594"/>
                  </a:lnTo>
                  <a:lnTo>
                    <a:pt x="3895"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g39181ba8852_8_3924"/>
            <p:cNvSpPr/>
            <p:nvPr/>
          </p:nvSpPr>
          <p:spPr>
            <a:xfrm>
              <a:off x="5447996" y="4480784"/>
              <a:ext cx="102309" cy="153831"/>
            </a:xfrm>
            <a:custGeom>
              <a:rect b="b" l="l" r="r" t="t"/>
              <a:pathLst>
                <a:path extrusionOk="0" h="5858" w="3896">
                  <a:moveTo>
                    <a:pt x="297" y="1"/>
                  </a:moveTo>
                  <a:cubicBezTo>
                    <a:pt x="58" y="10"/>
                    <a:pt x="10" y="125"/>
                    <a:pt x="1" y="183"/>
                  </a:cubicBezTo>
                  <a:lnTo>
                    <a:pt x="1" y="5858"/>
                  </a:lnTo>
                  <a:lnTo>
                    <a:pt x="3896" y="5858"/>
                  </a:lnTo>
                  <a:lnTo>
                    <a:pt x="3896" y="1"/>
                  </a:lnTo>
                  <a:close/>
                </a:path>
              </a:pathLst>
            </a:custGeom>
            <a:solidFill>
              <a:srgbClr val="96AB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g39181ba8852_8_3924"/>
            <p:cNvSpPr/>
            <p:nvPr/>
          </p:nvSpPr>
          <p:spPr>
            <a:xfrm>
              <a:off x="5546523" y="4388297"/>
              <a:ext cx="102309" cy="246319"/>
            </a:xfrm>
            <a:custGeom>
              <a:rect b="b" l="l" r="r" t="t"/>
              <a:pathLst>
                <a:path extrusionOk="0" h="9380" w="3896">
                  <a:moveTo>
                    <a:pt x="335" y="1"/>
                  </a:moveTo>
                  <a:cubicBezTo>
                    <a:pt x="39" y="1"/>
                    <a:pt x="10" y="154"/>
                    <a:pt x="0" y="211"/>
                  </a:cubicBezTo>
                  <a:lnTo>
                    <a:pt x="0" y="9380"/>
                  </a:lnTo>
                  <a:lnTo>
                    <a:pt x="3895" y="9380"/>
                  </a:lnTo>
                  <a:lnTo>
                    <a:pt x="3895" y="192"/>
                  </a:lnTo>
                  <a:cubicBezTo>
                    <a:pt x="3886" y="125"/>
                    <a:pt x="3828" y="1"/>
                    <a:pt x="3560" y="1"/>
                  </a:cubicBezTo>
                  <a:close/>
                </a:path>
              </a:pathLst>
            </a:custGeom>
            <a:solidFill>
              <a:srgbClr val="C7D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g39181ba8852_8_3924"/>
            <p:cNvSpPr/>
            <p:nvPr/>
          </p:nvSpPr>
          <p:spPr>
            <a:xfrm>
              <a:off x="5349731" y="4566497"/>
              <a:ext cx="8587" cy="68118"/>
            </a:xfrm>
            <a:custGeom>
              <a:rect b="b" l="l" r="r" t="t"/>
              <a:pathLst>
                <a:path extrusionOk="0" h="2594" w="327">
                  <a:moveTo>
                    <a:pt x="307" y="0"/>
                  </a:moveTo>
                  <a:cubicBezTo>
                    <a:pt x="39" y="10"/>
                    <a:pt x="1" y="144"/>
                    <a:pt x="1" y="201"/>
                  </a:cubicBezTo>
                  <a:lnTo>
                    <a:pt x="1" y="2594"/>
                  </a:lnTo>
                  <a:lnTo>
                    <a:pt x="326" y="2594"/>
                  </a:lnTo>
                  <a:lnTo>
                    <a:pt x="326"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g39181ba8852_8_3924"/>
            <p:cNvSpPr/>
            <p:nvPr/>
          </p:nvSpPr>
          <p:spPr>
            <a:xfrm>
              <a:off x="5447996" y="4480784"/>
              <a:ext cx="8823" cy="153831"/>
            </a:xfrm>
            <a:custGeom>
              <a:rect b="b" l="l" r="r" t="t"/>
              <a:pathLst>
                <a:path extrusionOk="0" h="5858" w="336">
                  <a:moveTo>
                    <a:pt x="297" y="1"/>
                  </a:moveTo>
                  <a:cubicBezTo>
                    <a:pt x="58" y="20"/>
                    <a:pt x="10" y="135"/>
                    <a:pt x="1" y="183"/>
                  </a:cubicBezTo>
                  <a:lnTo>
                    <a:pt x="1" y="5858"/>
                  </a:lnTo>
                  <a:lnTo>
                    <a:pt x="336" y="5858"/>
                  </a:lnTo>
                  <a:lnTo>
                    <a:pt x="33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g39181ba8852_8_3924"/>
            <p:cNvSpPr/>
            <p:nvPr/>
          </p:nvSpPr>
          <p:spPr>
            <a:xfrm>
              <a:off x="5546523" y="4388297"/>
              <a:ext cx="8823" cy="246319"/>
            </a:xfrm>
            <a:custGeom>
              <a:rect b="b" l="l" r="r" t="t"/>
              <a:pathLst>
                <a:path extrusionOk="0" h="9380" w="336">
                  <a:moveTo>
                    <a:pt x="335" y="1"/>
                  </a:moveTo>
                  <a:cubicBezTo>
                    <a:pt x="39" y="1"/>
                    <a:pt x="10" y="154"/>
                    <a:pt x="0" y="211"/>
                  </a:cubicBezTo>
                  <a:lnTo>
                    <a:pt x="0" y="9380"/>
                  </a:lnTo>
                  <a:lnTo>
                    <a:pt x="335" y="9380"/>
                  </a:lnTo>
                  <a:lnTo>
                    <a:pt x="335" y="1"/>
                  </a:lnTo>
                  <a:close/>
                </a:path>
              </a:pathLst>
            </a:custGeom>
            <a:solidFill>
              <a:srgbClr val="ADBE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g39181ba8852_8_3924"/>
            <p:cNvSpPr/>
            <p:nvPr/>
          </p:nvSpPr>
          <p:spPr>
            <a:xfrm>
              <a:off x="5365828" y="4585089"/>
              <a:ext cx="68381" cy="11082"/>
            </a:xfrm>
            <a:custGeom>
              <a:rect b="b" l="l" r="r" t="t"/>
              <a:pathLst>
                <a:path extrusionOk="0" h="422" w="2604">
                  <a:moveTo>
                    <a:pt x="259" y="0"/>
                  </a:moveTo>
                  <a:cubicBezTo>
                    <a:pt x="0" y="20"/>
                    <a:pt x="0" y="402"/>
                    <a:pt x="259" y="422"/>
                  </a:cubicBezTo>
                  <a:lnTo>
                    <a:pt x="2345" y="422"/>
                  </a:lnTo>
                  <a:cubicBezTo>
                    <a:pt x="2603" y="402"/>
                    <a:pt x="2603" y="20"/>
                    <a:pt x="234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g39181ba8852_8_3924"/>
            <p:cNvSpPr/>
            <p:nvPr/>
          </p:nvSpPr>
          <p:spPr>
            <a:xfrm>
              <a:off x="5464592" y="4499376"/>
              <a:ext cx="68381" cy="11108"/>
            </a:xfrm>
            <a:custGeom>
              <a:rect b="b" l="l" r="r" t="t"/>
              <a:pathLst>
                <a:path extrusionOk="0" h="423" w="2604">
                  <a:moveTo>
                    <a:pt x="259" y="1"/>
                  </a:moveTo>
                  <a:cubicBezTo>
                    <a:pt x="0" y="20"/>
                    <a:pt x="0" y="393"/>
                    <a:pt x="259" y="422"/>
                  </a:cubicBezTo>
                  <a:lnTo>
                    <a:pt x="2355" y="422"/>
                  </a:lnTo>
                  <a:cubicBezTo>
                    <a:pt x="2604" y="393"/>
                    <a:pt x="2604" y="20"/>
                    <a:pt x="23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g39181ba8852_8_3924"/>
            <p:cNvSpPr/>
            <p:nvPr/>
          </p:nvSpPr>
          <p:spPr>
            <a:xfrm>
              <a:off x="5562516" y="4406889"/>
              <a:ext cx="70324" cy="11108"/>
            </a:xfrm>
            <a:custGeom>
              <a:rect b="b" l="l" r="r" t="t"/>
              <a:pathLst>
                <a:path extrusionOk="0" h="423" w="2678">
                  <a:moveTo>
                    <a:pt x="273" y="1"/>
                  </a:moveTo>
                  <a:cubicBezTo>
                    <a:pt x="0" y="1"/>
                    <a:pt x="0" y="423"/>
                    <a:pt x="273" y="423"/>
                  </a:cubicBezTo>
                  <a:cubicBezTo>
                    <a:pt x="279" y="423"/>
                    <a:pt x="285" y="423"/>
                    <a:pt x="291" y="422"/>
                  </a:cubicBezTo>
                  <a:lnTo>
                    <a:pt x="2387" y="422"/>
                  </a:lnTo>
                  <a:cubicBezTo>
                    <a:pt x="2393" y="423"/>
                    <a:pt x="2399" y="423"/>
                    <a:pt x="2405" y="423"/>
                  </a:cubicBezTo>
                  <a:cubicBezTo>
                    <a:pt x="2678" y="423"/>
                    <a:pt x="2678" y="1"/>
                    <a:pt x="2405" y="1"/>
                  </a:cubicBezTo>
                  <a:cubicBezTo>
                    <a:pt x="2399" y="1"/>
                    <a:pt x="2393" y="1"/>
                    <a:pt x="2387" y="1"/>
                  </a:cubicBezTo>
                  <a:lnTo>
                    <a:pt x="291" y="1"/>
                  </a:lnTo>
                  <a:cubicBezTo>
                    <a:pt x="285" y="1"/>
                    <a:pt x="279" y="1"/>
                    <a:pt x="2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4" name="Shape 2144"/>
        <p:cNvGrpSpPr/>
        <p:nvPr/>
      </p:nvGrpSpPr>
      <p:grpSpPr>
        <a:xfrm>
          <a:off x="0" y="0"/>
          <a:ext cx="0" cy="0"/>
          <a:chOff x="0" y="0"/>
          <a:chExt cx="0" cy="0"/>
        </a:xfrm>
      </p:grpSpPr>
      <p:sp>
        <p:nvSpPr>
          <p:cNvPr id="2145" name="Google Shape;2145;g39181ba8852_8_398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Overlap Detection (SOD)</a:t>
            </a:r>
            <a:endParaRPr/>
          </a:p>
        </p:txBody>
      </p:sp>
      <p:pic>
        <p:nvPicPr>
          <p:cNvPr id="2146" name="Google Shape;2146;g39181ba8852_8_3985" title="sod_comparison_2025-12-14_20-22-29.png"/>
          <p:cNvPicPr preferRelativeResize="0"/>
          <p:nvPr/>
        </p:nvPicPr>
        <p:blipFill rotWithShape="1">
          <a:blip r:embed="rId3">
            <a:alphaModFix/>
          </a:blip>
          <a:srcRect b="0" l="0" r="0" t="0"/>
          <a:stretch/>
        </p:blipFill>
        <p:spPr>
          <a:xfrm>
            <a:off x="2283425" y="1690825"/>
            <a:ext cx="7798077" cy="4862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0" name="Shape 2150"/>
        <p:cNvGrpSpPr/>
        <p:nvPr/>
      </p:nvGrpSpPr>
      <p:grpSpPr>
        <a:xfrm>
          <a:off x="0" y="0"/>
          <a:ext cx="0" cy="0"/>
          <a:chOff x="0" y="0"/>
          <a:chExt cx="0" cy="0"/>
        </a:xfrm>
      </p:grpSpPr>
      <p:sp>
        <p:nvSpPr>
          <p:cNvPr id="2151" name="Google Shape;2151;g39181ba8852_8_479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Play"/>
              <a:buNone/>
            </a:pPr>
            <a:r>
              <a:rPr lang="en-US"/>
              <a:t>Speaker Overlap Detection (SOD)</a:t>
            </a:r>
            <a:endParaRPr/>
          </a:p>
        </p:txBody>
      </p:sp>
      <p:pic>
        <p:nvPicPr>
          <p:cNvPr id="2152" name="Google Shape;2152;g39181ba8852_8_4799" title="sos_comparison_2025-12-14_15-19-57.png"/>
          <p:cNvPicPr preferRelativeResize="0"/>
          <p:nvPr/>
        </p:nvPicPr>
        <p:blipFill rotWithShape="1">
          <a:blip r:embed="rId3">
            <a:alphaModFix/>
          </a:blip>
          <a:srcRect b="0" l="0" r="0" t="0"/>
          <a:stretch/>
        </p:blipFill>
        <p:spPr>
          <a:xfrm>
            <a:off x="950975" y="1483950"/>
            <a:ext cx="8751027" cy="4554978"/>
          </a:xfrm>
          <a:prstGeom prst="rect">
            <a:avLst/>
          </a:prstGeom>
          <a:noFill/>
          <a:ln>
            <a:noFill/>
          </a:ln>
        </p:spPr>
      </p:pic>
      <p:pic>
        <p:nvPicPr>
          <p:cNvPr id="2153" name="Google Shape;2153;g39181ba8852_8_4799" title="Screenshot 2025-12-14 at 18.16.41.png"/>
          <p:cNvPicPr preferRelativeResize="0"/>
          <p:nvPr/>
        </p:nvPicPr>
        <p:blipFill>
          <a:blip r:embed="rId4">
            <a:alphaModFix/>
          </a:blip>
          <a:stretch>
            <a:fillRect/>
          </a:stretch>
        </p:blipFill>
        <p:spPr>
          <a:xfrm>
            <a:off x="8403575" y="5312025"/>
            <a:ext cx="3276200" cy="11952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7" name="Shape 2157"/>
        <p:cNvGrpSpPr/>
        <p:nvPr/>
      </p:nvGrpSpPr>
      <p:grpSpPr>
        <a:xfrm>
          <a:off x="0" y="0"/>
          <a:ext cx="0" cy="0"/>
          <a:chOff x="0" y="0"/>
          <a:chExt cx="0" cy="0"/>
        </a:xfrm>
      </p:grpSpPr>
      <p:sp>
        <p:nvSpPr>
          <p:cNvPr id="2158" name="Google Shape;2158;g39181ba8852_8_393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93617"/>
              <a:buFont typeface="Play"/>
              <a:buNone/>
            </a:pPr>
            <a:r>
              <a:rPr lang="en-US"/>
              <a:t>Automatic Speech Recognition (ASR)</a:t>
            </a:r>
            <a:endParaRPr/>
          </a:p>
        </p:txBody>
      </p:sp>
      <p:pic>
        <p:nvPicPr>
          <p:cNvPr id="2159" name="Google Shape;2159;g39181ba8852_8_3939" title="asr_wer_2025-12-03_18-42-38.png"/>
          <p:cNvPicPr preferRelativeResize="0"/>
          <p:nvPr/>
        </p:nvPicPr>
        <p:blipFill>
          <a:blip r:embed="rId3">
            <a:alphaModFix/>
          </a:blip>
          <a:stretch>
            <a:fillRect/>
          </a:stretch>
        </p:blipFill>
        <p:spPr>
          <a:xfrm>
            <a:off x="950975" y="1600975"/>
            <a:ext cx="9849795" cy="4862374"/>
          </a:xfrm>
          <a:prstGeom prst="rect">
            <a:avLst/>
          </a:prstGeom>
          <a:noFill/>
          <a:ln>
            <a:noFill/>
          </a:ln>
        </p:spPr>
      </p:pic>
      <p:grpSp>
        <p:nvGrpSpPr>
          <p:cNvPr id="2160" name="Google Shape;2160;g39181ba8852_8_3939"/>
          <p:cNvGrpSpPr/>
          <p:nvPr/>
        </p:nvGrpSpPr>
        <p:grpSpPr>
          <a:xfrm>
            <a:off x="10288885" y="1690815"/>
            <a:ext cx="390335" cy="440237"/>
            <a:chOff x="5344216" y="4291056"/>
            <a:chExt cx="304616" cy="343560"/>
          </a:xfrm>
        </p:grpSpPr>
        <p:sp>
          <p:nvSpPr>
            <p:cNvPr id="2161" name="Google Shape;2161;g39181ba8852_8_3939"/>
            <p:cNvSpPr/>
            <p:nvPr/>
          </p:nvSpPr>
          <p:spPr>
            <a:xfrm>
              <a:off x="5344216" y="4297148"/>
              <a:ext cx="251334" cy="247264"/>
            </a:xfrm>
            <a:custGeom>
              <a:rect b="b" l="l" r="r" t="t"/>
              <a:pathLst>
                <a:path extrusionOk="0" h="9416" w="9571">
                  <a:moveTo>
                    <a:pt x="9280" y="0"/>
                  </a:moveTo>
                  <a:cubicBezTo>
                    <a:pt x="9234" y="0"/>
                    <a:pt x="9185" y="17"/>
                    <a:pt x="9140" y="55"/>
                  </a:cubicBezTo>
                  <a:lnTo>
                    <a:pt x="144" y="9051"/>
                  </a:lnTo>
                  <a:cubicBezTo>
                    <a:pt x="0" y="9185"/>
                    <a:pt x="96" y="9415"/>
                    <a:pt x="287" y="9415"/>
                  </a:cubicBezTo>
                  <a:cubicBezTo>
                    <a:pt x="345" y="9415"/>
                    <a:pt x="393" y="9386"/>
                    <a:pt x="431" y="9348"/>
                  </a:cubicBezTo>
                  <a:lnTo>
                    <a:pt x="9437" y="352"/>
                  </a:lnTo>
                  <a:cubicBezTo>
                    <a:pt x="9570" y="196"/>
                    <a:pt x="9439" y="0"/>
                    <a:pt x="9280" y="0"/>
                  </a:cubicBezTo>
                  <a:close/>
                </a:path>
              </a:pathLst>
            </a:custGeom>
            <a:solidFill>
              <a:srgbClr val="E3E9ED"/>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2" name="Google Shape;2162;g39181ba8852_8_3939"/>
            <p:cNvSpPr/>
            <p:nvPr/>
          </p:nvSpPr>
          <p:spPr>
            <a:xfrm>
              <a:off x="5544501" y="4291056"/>
              <a:ext cx="55330" cy="53807"/>
            </a:xfrm>
            <a:custGeom>
              <a:rect b="b" l="l" r="r" t="t"/>
              <a:pathLst>
                <a:path extrusionOk="0" h="2049" w="2107">
                  <a:moveTo>
                    <a:pt x="259" y="0"/>
                  </a:moveTo>
                  <a:cubicBezTo>
                    <a:pt x="1" y="19"/>
                    <a:pt x="1" y="393"/>
                    <a:pt x="259" y="412"/>
                  </a:cubicBezTo>
                  <a:lnTo>
                    <a:pt x="1685" y="412"/>
                  </a:lnTo>
                  <a:lnTo>
                    <a:pt x="1685" y="1838"/>
                  </a:lnTo>
                  <a:cubicBezTo>
                    <a:pt x="1685" y="1953"/>
                    <a:pt x="1781" y="2048"/>
                    <a:pt x="1896" y="2048"/>
                  </a:cubicBezTo>
                  <a:cubicBezTo>
                    <a:pt x="2011" y="2048"/>
                    <a:pt x="2097" y="1953"/>
                    <a:pt x="2106" y="1838"/>
                  </a:cubicBezTo>
                  <a:lnTo>
                    <a:pt x="2106" y="201"/>
                  </a:lnTo>
                  <a:cubicBezTo>
                    <a:pt x="2106" y="86"/>
                    <a:pt x="2011" y="0"/>
                    <a:pt x="1896" y="0"/>
                  </a:cubicBezTo>
                  <a:close/>
                </a:path>
              </a:pathLst>
            </a:custGeom>
            <a:solidFill>
              <a:srgbClr val="E3E9ED"/>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3" name="Google Shape;2163;g39181ba8852_8_3939"/>
            <p:cNvSpPr/>
            <p:nvPr/>
          </p:nvSpPr>
          <p:spPr>
            <a:xfrm>
              <a:off x="5349494" y="4566497"/>
              <a:ext cx="102309" cy="68118"/>
            </a:xfrm>
            <a:custGeom>
              <a:rect b="b" l="l" r="r" t="t"/>
              <a:pathLst>
                <a:path extrusionOk="0" h="2594" w="3896">
                  <a:moveTo>
                    <a:pt x="316" y="0"/>
                  </a:moveTo>
                  <a:cubicBezTo>
                    <a:pt x="48" y="10"/>
                    <a:pt x="10" y="144"/>
                    <a:pt x="0" y="201"/>
                  </a:cubicBezTo>
                  <a:lnTo>
                    <a:pt x="0" y="2594"/>
                  </a:lnTo>
                  <a:lnTo>
                    <a:pt x="3895" y="2594"/>
                  </a:lnTo>
                  <a:lnTo>
                    <a:pt x="3895" y="0"/>
                  </a:lnTo>
                  <a:close/>
                </a:path>
              </a:pathLst>
            </a:custGeom>
            <a:solidFill>
              <a:srgbClr val="657E93"/>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4" name="Google Shape;2164;g39181ba8852_8_3939"/>
            <p:cNvSpPr/>
            <p:nvPr/>
          </p:nvSpPr>
          <p:spPr>
            <a:xfrm>
              <a:off x="5447996" y="4480784"/>
              <a:ext cx="102309" cy="153831"/>
            </a:xfrm>
            <a:custGeom>
              <a:rect b="b" l="l" r="r" t="t"/>
              <a:pathLst>
                <a:path extrusionOk="0" h="5858" w="3896">
                  <a:moveTo>
                    <a:pt x="297" y="1"/>
                  </a:moveTo>
                  <a:cubicBezTo>
                    <a:pt x="58" y="10"/>
                    <a:pt x="10" y="125"/>
                    <a:pt x="1" y="183"/>
                  </a:cubicBezTo>
                  <a:lnTo>
                    <a:pt x="1" y="5858"/>
                  </a:lnTo>
                  <a:lnTo>
                    <a:pt x="3896" y="5858"/>
                  </a:lnTo>
                  <a:lnTo>
                    <a:pt x="3896" y="1"/>
                  </a:lnTo>
                  <a:close/>
                </a:path>
              </a:pathLst>
            </a:custGeom>
            <a:solidFill>
              <a:srgbClr val="96ABBC"/>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5" name="Google Shape;2165;g39181ba8852_8_3939"/>
            <p:cNvSpPr/>
            <p:nvPr/>
          </p:nvSpPr>
          <p:spPr>
            <a:xfrm>
              <a:off x="5546523" y="4388297"/>
              <a:ext cx="102309" cy="246319"/>
            </a:xfrm>
            <a:custGeom>
              <a:rect b="b" l="l" r="r" t="t"/>
              <a:pathLst>
                <a:path extrusionOk="0" h="9380" w="3896">
                  <a:moveTo>
                    <a:pt x="335" y="1"/>
                  </a:moveTo>
                  <a:cubicBezTo>
                    <a:pt x="39" y="1"/>
                    <a:pt x="10" y="154"/>
                    <a:pt x="0" y="211"/>
                  </a:cubicBezTo>
                  <a:lnTo>
                    <a:pt x="0" y="9380"/>
                  </a:lnTo>
                  <a:lnTo>
                    <a:pt x="3895" y="9380"/>
                  </a:lnTo>
                  <a:lnTo>
                    <a:pt x="3895" y="192"/>
                  </a:lnTo>
                  <a:cubicBezTo>
                    <a:pt x="3886" y="125"/>
                    <a:pt x="3828" y="1"/>
                    <a:pt x="3560" y="1"/>
                  </a:cubicBezTo>
                  <a:close/>
                </a:path>
              </a:pathLst>
            </a:custGeom>
            <a:solidFill>
              <a:srgbClr val="C7D3DC"/>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6" name="Google Shape;2166;g39181ba8852_8_3939"/>
            <p:cNvSpPr/>
            <p:nvPr/>
          </p:nvSpPr>
          <p:spPr>
            <a:xfrm>
              <a:off x="5349731" y="4566497"/>
              <a:ext cx="8587" cy="68118"/>
            </a:xfrm>
            <a:custGeom>
              <a:rect b="b" l="l" r="r" t="t"/>
              <a:pathLst>
                <a:path extrusionOk="0" h="2594" w="327">
                  <a:moveTo>
                    <a:pt x="307" y="0"/>
                  </a:moveTo>
                  <a:cubicBezTo>
                    <a:pt x="39" y="10"/>
                    <a:pt x="1" y="144"/>
                    <a:pt x="1" y="201"/>
                  </a:cubicBezTo>
                  <a:lnTo>
                    <a:pt x="1" y="2594"/>
                  </a:lnTo>
                  <a:lnTo>
                    <a:pt x="326" y="2594"/>
                  </a:lnTo>
                  <a:lnTo>
                    <a:pt x="326" y="0"/>
                  </a:lnTo>
                  <a:close/>
                </a:path>
              </a:pathLst>
            </a:custGeom>
            <a:solidFill>
              <a:srgbClr val="657E93"/>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7" name="Google Shape;2167;g39181ba8852_8_3939"/>
            <p:cNvSpPr/>
            <p:nvPr/>
          </p:nvSpPr>
          <p:spPr>
            <a:xfrm>
              <a:off x="5447996" y="4480784"/>
              <a:ext cx="8823" cy="153831"/>
            </a:xfrm>
            <a:custGeom>
              <a:rect b="b" l="l" r="r" t="t"/>
              <a:pathLst>
                <a:path extrusionOk="0" h="5858" w="336">
                  <a:moveTo>
                    <a:pt x="297" y="1"/>
                  </a:moveTo>
                  <a:cubicBezTo>
                    <a:pt x="58" y="20"/>
                    <a:pt x="10" y="135"/>
                    <a:pt x="1" y="183"/>
                  </a:cubicBezTo>
                  <a:lnTo>
                    <a:pt x="1" y="5858"/>
                  </a:lnTo>
                  <a:lnTo>
                    <a:pt x="336" y="5858"/>
                  </a:lnTo>
                  <a:lnTo>
                    <a:pt x="336" y="1"/>
                  </a:lnTo>
                  <a:close/>
                </a:path>
              </a:pathLst>
            </a:custGeom>
            <a:solidFill>
              <a:srgbClr val="869FB2"/>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8" name="Google Shape;2168;g39181ba8852_8_3939"/>
            <p:cNvSpPr/>
            <p:nvPr/>
          </p:nvSpPr>
          <p:spPr>
            <a:xfrm>
              <a:off x="5546523" y="4388297"/>
              <a:ext cx="8823" cy="246319"/>
            </a:xfrm>
            <a:custGeom>
              <a:rect b="b" l="l" r="r" t="t"/>
              <a:pathLst>
                <a:path extrusionOk="0" h="9380" w="336">
                  <a:moveTo>
                    <a:pt x="335" y="1"/>
                  </a:moveTo>
                  <a:cubicBezTo>
                    <a:pt x="39" y="1"/>
                    <a:pt x="10" y="154"/>
                    <a:pt x="0" y="211"/>
                  </a:cubicBezTo>
                  <a:lnTo>
                    <a:pt x="0" y="9380"/>
                  </a:lnTo>
                  <a:lnTo>
                    <a:pt x="335" y="9380"/>
                  </a:lnTo>
                  <a:lnTo>
                    <a:pt x="335" y="1"/>
                  </a:lnTo>
                  <a:close/>
                </a:path>
              </a:pathLst>
            </a:custGeom>
            <a:solidFill>
              <a:srgbClr val="ADBECB"/>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69" name="Google Shape;2169;g39181ba8852_8_3939"/>
            <p:cNvSpPr/>
            <p:nvPr/>
          </p:nvSpPr>
          <p:spPr>
            <a:xfrm>
              <a:off x="5365828" y="4585089"/>
              <a:ext cx="68381" cy="11082"/>
            </a:xfrm>
            <a:custGeom>
              <a:rect b="b" l="l" r="r" t="t"/>
              <a:pathLst>
                <a:path extrusionOk="0" h="422" w="2604">
                  <a:moveTo>
                    <a:pt x="259" y="0"/>
                  </a:moveTo>
                  <a:cubicBezTo>
                    <a:pt x="0" y="20"/>
                    <a:pt x="0" y="402"/>
                    <a:pt x="259" y="422"/>
                  </a:cubicBezTo>
                  <a:lnTo>
                    <a:pt x="2345" y="422"/>
                  </a:lnTo>
                  <a:cubicBezTo>
                    <a:pt x="2603" y="402"/>
                    <a:pt x="2603" y="20"/>
                    <a:pt x="2345" y="0"/>
                  </a:cubicBezTo>
                  <a:close/>
                </a:path>
              </a:pathLst>
            </a:custGeom>
            <a:solidFill>
              <a:srgbClr val="FFFFFF"/>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70" name="Google Shape;2170;g39181ba8852_8_3939"/>
            <p:cNvSpPr/>
            <p:nvPr/>
          </p:nvSpPr>
          <p:spPr>
            <a:xfrm>
              <a:off x="5464592" y="4499376"/>
              <a:ext cx="68381" cy="11108"/>
            </a:xfrm>
            <a:custGeom>
              <a:rect b="b" l="l" r="r" t="t"/>
              <a:pathLst>
                <a:path extrusionOk="0" h="423" w="2604">
                  <a:moveTo>
                    <a:pt x="259" y="1"/>
                  </a:moveTo>
                  <a:cubicBezTo>
                    <a:pt x="0" y="20"/>
                    <a:pt x="0" y="393"/>
                    <a:pt x="259" y="422"/>
                  </a:cubicBezTo>
                  <a:lnTo>
                    <a:pt x="2355" y="422"/>
                  </a:lnTo>
                  <a:cubicBezTo>
                    <a:pt x="2604" y="393"/>
                    <a:pt x="2604" y="20"/>
                    <a:pt x="2355" y="1"/>
                  </a:cubicBezTo>
                  <a:close/>
                </a:path>
              </a:pathLst>
            </a:custGeom>
            <a:solidFill>
              <a:srgbClr val="FFFFFF"/>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sp>
          <p:nvSpPr>
            <p:cNvPr id="2171" name="Google Shape;2171;g39181ba8852_8_3939"/>
            <p:cNvSpPr/>
            <p:nvPr/>
          </p:nvSpPr>
          <p:spPr>
            <a:xfrm>
              <a:off x="5562516" y="4406889"/>
              <a:ext cx="70324" cy="11108"/>
            </a:xfrm>
            <a:custGeom>
              <a:rect b="b" l="l" r="r" t="t"/>
              <a:pathLst>
                <a:path extrusionOk="0" h="423" w="2678">
                  <a:moveTo>
                    <a:pt x="273" y="1"/>
                  </a:moveTo>
                  <a:cubicBezTo>
                    <a:pt x="0" y="1"/>
                    <a:pt x="0" y="423"/>
                    <a:pt x="273" y="423"/>
                  </a:cubicBezTo>
                  <a:cubicBezTo>
                    <a:pt x="279" y="423"/>
                    <a:pt x="285" y="423"/>
                    <a:pt x="291" y="422"/>
                  </a:cubicBezTo>
                  <a:lnTo>
                    <a:pt x="2387" y="422"/>
                  </a:lnTo>
                  <a:cubicBezTo>
                    <a:pt x="2393" y="423"/>
                    <a:pt x="2399" y="423"/>
                    <a:pt x="2405" y="423"/>
                  </a:cubicBezTo>
                  <a:cubicBezTo>
                    <a:pt x="2678" y="423"/>
                    <a:pt x="2678" y="1"/>
                    <a:pt x="2405" y="1"/>
                  </a:cubicBezTo>
                  <a:cubicBezTo>
                    <a:pt x="2399" y="1"/>
                    <a:pt x="2393" y="1"/>
                    <a:pt x="2387" y="1"/>
                  </a:cubicBezTo>
                  <a:lnTo>
                    <a:pt x="291" y="1"/>
                  </a:lnTo>
                  <a:cubicBezTo>
                    <a:pt x="285" y="1"/>
                    <a:pt x="279" y="1"/>
                    <a:pt x="273" y="1"/>
                  </a:cubicBezTo>
                  <a:close/>
                </a:path>
              </a:pathLst>
            </a:custGeom>
            <a:solidFill>
              <a:srgbClr val="FFFFFF"/>
            </a:solidFill>
            <a:ln>
              <a:noFill/>
            </a:ln>
          </p:spPr>
          <p:txBody>
            <a:bodyPr anchorCtr="0" anchor="ctr" bIns="117175" lIns="117175" spcFirstLastPara="1" rIns="117175" wrap="square" tIns="117175">
              <a:noAutofit/>
            </a:bodyPr>
            <a:lstStyle/>
            <a:p>
              <a:pPr indent="0" lvl="0" marL="0" rtl="0" algn="l">
                <a:spcBef>
                  <a:spcPts val="0"/>
                </a:spcBef>
                <a:spcAft>
                  <a:spcPts val="0"/>
                </a:spcAft>
                <a:buNone/>
              </a:pPr>
              <a:r>
                <a:t/>
              </a:r>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5" name="Shape 2175"/>
        <p:cNvGrpSpPr/>
        <p:nvPr/>
      </p:nvGrpSpPr>
      <p:grpSpPr>
        <a:xfrm>
          <a:off x="0" y="0"/>
          <a:ext cx="0" cy="0"/>
          <a:chOff x="0" y="0"/>
          <a:chExt cx="0" cy="0"/>
        </a:xfrm>
      </p:grpSpPr>
      <p:sp>
        <p:nvSpPr>
          <p:cNvPr id="2176" name="Google Shape;2176;p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93617"/>
              <a:buFont typeface="Play"/>
              <a:buNone/>
            </a:pPr>
            <a:r>
              <a:rPr lang="en-US"/>
              <a:t>Automatic Speech Recognition (ASR)</a:t>
            </a:r>
            <a:endParaRPr/>
          </a:p>
        </p:txBody>
      </p:sp>
      <p:pic>
        <p:nvPicPr>
          <p:cNvPr id="2177" name="Google Shape;2177;p23" title="asr_timing_2025-12-03_18-42-38.png"/>
          <p:cNvPicPr preferRelativeResize="0"/>
          <p:nvPr/>
        </p:nvPicPr>
        <p:blipFill>
          <a:blip r:embed="rId3">
            <a:alphaModFix/>
          </a:blip>
          <a:stretch>
            <a:fillRect/>
          </a:stretch>
        </p:blipFill>
        <p:spPr>
          <a:xfrm>
            <a:off x="950975" y="1601525"/>
            <a:ext cx="9849795" cy="4862374"/>
          </a:xfrm>
          <a:prstGeom prst="rect">
            <a:avLst/>
          </a:prstGeom>
          <a:noFill/>
          <a:ln>
            <a:noFill/>
          </a:ln>
        </p:spPr>
      </p:pic>
      <p:grpSp>
        <p:nvGrpSpPr>
          <p:cNvPr id="2178" name="Google Shape;2178;p23"/>
          <p:cNvGrpSpPr/>
          <p:nvPr/>
        </p:nvGrpSpPr>
        <p:grpSpPr>
          <a:xfrm>
            <a:off x="10195821" y="1690828"/>
            <a:ext cx="521008" cy="521406"/>
            <a:chOff x="6229598" y="1518052"/>
            <a:chExt cx="343560" cy="343822"/>
          </a:xfrm>
        </p:grpSpPr>
        <p:sp>
          <p:nvSpPr>
            <p:cNvPr id="2179" name="Google Shape;2179;p23"/>
            <p:cNvSpPr/>
            <p:nvPr/>
          </p:nvSpPr>
          <p:spPr>
            <a:xfrm>
              <a:off x="6229598" y="1518052"/>
              <a:ext cx="343560" cy="343822"/>
            </a:xfrm>
            <a:custGeom>
              <a:rect b="b" l="l" r="r" t="t"/>
              <a:pathLst>
                <a:path extrusionOk="0" h="13093" w="13083">
                  <a:moveTo>
                    <a:pt x="6537" y="0"/>
                  </a:moveTo>
                  <a:cubicBezTo>
                    <a:pt x="2929" y="0"/>
                    <a:pt x="0" y="2938"/>
                    <a:pt x="0" y="6546"/>
                  </a:cubicBezTo>
                  <a:cubicBezTo>
                    <a:pt x="0" y="10164"/>
                    <a:pt x="2929" y="13092"/>
                    <a:pt x="6537" y="13092"/>
                  </a:cubicBezTo>
                  <a:cubicBezTo>
                    <a:pt x="10154" y="13092"/>
                    <a:pt x="13083" y="10164"/>
                    <a:pt x="13083" y="6546"/>
                  </a:cubicBezTo>
                  <a:cubicBezTo>
                    <a:pt x="13083" y="2938"/>
                    <a:pt x="10154" y="0"/>
                    <a:pt x="6537" y="0"/>
                  </a:cubicBezTo>
                  <a:close/>
                </a:path>
              </a:pathLst>
            </a:custGeom>
            <a:solidFill>
              <a:srgbClr val="C5D1DA"/>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0" name="Google Shape;2180;p23"/>
            <p:cNvSpPr/>
            <p:nvPr/>
          </p:nvSpPr>
          <p:spPr>
            <a:xfrm>
              <a:off x="6255228" y="1543918"/>
              <a:ext cx="292064" cy="292064"/>
            </a:xfrm>
            <a:custGeom>
              <a:rect b="b" l="l" r="r" t="t"/>
              <a:pathLst>
                <a:path extrusionOk="0" h="11122" w="11122">
                  <a:moveTo>
                    <a:pt x="5561" y="1"/>
                  </a:moveTo>
                  <a:cubicBezTo>
                    <a:pt x="2489" y="1"/>
                    <a:pt x="1" y="2489"/>
                    <a:pt x="1" y="5561"/>
                  </a:cubicBezTo>
                  <a:cubicBezTo>
                    <a:pt x="1" y="8633"/>
                    <a:pt x="2489" y="11121"/>
                    <a:pt x="5561" y="11121"/>
                  </a:cubicBezTo>
                  <a:cubicBezTo>
                    <a:pt x="8633" y="11121"/>
                    <a:pt x="11121" y="8633"/>
                    <a:pt x="11121" y="5561"/>
                  </a:cubicBezTo>
                  <a:cubicBezTo>
                    <a:pt x="11121" y="2489"/>
                    <a:pt x="8633" y="1"/>
                    <a:pt x="5561" y="1"/>
                  </a:cubicBezTo>
                  <a:close/>
                </a:path>
              </a:pathLst>
            </a:custGeom>
            <a:solidFill>
              <a:srgbClr val="F0F3F6"/>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1" name="Google Shape;2181;p23"/>
            <p:cNvSpPr/>
            <p:nvPr/>
          </p:nvSpPr>
          <p:spPr>
            <a:xfrm>
              <a:off x="6396218" y="1564034"/>
              <a:ext cx="10320" cy="131221"/>
            </a:xfrm>
            <a:custGeom>
              <a:rect b="b" l="l" r="r" t="t"/>
              <a:pathLst>
                <a:path extrusionOk="0" h="4997" w="393">
                  <a:moveTo>
                    <a:pt x="197" y="0"/>
                  </a:moveTo>
                  <a:cubicBezTo>
                    <a:pt x="99" y="0"/>
                    <a:pt x="1" y="67"/>
                    <a:pt x="1" y="201"/>
                  </a:cubicBezTo>
                  <a:lnTo>
                    <a:pt x="1" y="4795"/>
                  </a:lnTo>
                  <a:cubicBezTo>
                    <a:pt x="1" y="4910"/>
                    <a:pt x="87" y="4996"/>
                    <a:pt x="192" y="4996"/>
                  </a:cubicBezTo>
                  <a:cubicBezTo>
                    <a:pt x="307" y="4996"/>
                    <a:pt x="393" y="4910"/>
                    <a:pt x="393" y="4795"/>
                  </a:cubicBezTo>
                  <a:lnTo>
                    <a:pt x="393" y="201"/>
                  </a:lnTo>
                  <a:cubicBezTo>
                    <a:pt x="393" y="67"/>
                    <a:pt x="295" y="0"/>
                    <a:pt x="197" y="0"/>
                  </a:cubicBezTo>
                  <a:close/>
                </a:path>
              </a:pathLst>
            </a:custGeom>
            <a:solidFill>
              <a:srgbClr val="657E93"/>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2" name="Google Shape;2182;p23"/>
            <p:cNvSpPr/>
            <p:nvPr/>
          </p:nvSpPr>
          <p:spPr>
            <a:xfrm>
              <a:off x="6394459" y="1684908"/>
              <a:ext cx="134477" cy="10346"/>
            </a:xfrm>
            <a:custGeom>
              <a:rect b="b" l="l" r="r" t="t"/>
              <a:pathLst>
                <a:path extrusionOk="0" h="394" w="5121">
                  <a:moveTo>
                    <a:pt x="259" y="1"/>
                  </a:moveTo>
                  <a:cubicBezTo>
                    <a:pt x="1" y="1"/>
                    <a:pt x="1" y="393"/>
                    <a:pt x="259" y="393"/>
                  </a:cubicBezTo>
                  <a:lnTo>
                    <a:pt x="4862" y="393"/>
                  </a:lnTo>
                  <a:cubicBezTo>
                    <a:pt x="5121" y="393"/>
                    <a:pt x="5121" y="1"/>
                    <a:pt x="4862" y="1"/>
                  </a:cubicBezTo>
                  <a:close/>
                </a:path>
              </a:pathLst>
            </a:custGeom>
            <a:solidFill>
              <a:srgbClr val="657E93"/>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3" name="Google Shape;2183;p23"/>
            <p:cNvSpPr/>
            <p:nvPr/>
          </p:nvSpPr>
          <p:spPr>
            <a:xfrm>
              <a:off x="6291178" y="1579868"/>
              <a:ext cx="272946" cy="256009"/>
            </a:xfrm>
            <a:custGeom>
              <a:rect b="b" l="l" r="r" t="t"/>
              <a:pathLst>
                <a:path extrusionOk="0" h="9749" w="10394">
                  <a:moveTo>
                    <a:pt x="7848" y="0"/>
                  </a:moveTo>
                  <a:lnTo>
                    <a:pt x="7848" y="0"/>
                  </a:lnTo>
                  <a:cubicBezTo>
                    <a:pt x="9781" y="2211"/>
                    <a:pt x="9666" y="5522"/>
                    <a:pt x="7599" y="7599"/>
                  </a:cubicBezTo>
                  <a:cubicBezTo>
                    <a:pt x="6518" y="8680"/>
                    <a:pt x="5095" y="9227"/>
                    <a:pt x="3667" y="9227"/>
                  </a:cubicBezTo>
                  <a:cubicBezTo>
                    <a:pt x="2363" y="9227"/>
                    <a:pt x="1055" y="8771"/>
                    <a:pt x="0" y="7848"/>
                  </a:cubicBezTo>
                  <a:lnTo>
                    <a:pt x="0" y="7848"/>
                  </a:lnTo>
                  <a:cubicBezTo>
                    <a:pt x="1108" y="9110"/>
                    <a:pt x="2650" y="9748"/>
                    <a:pt x="4196" y="9748"/>
                  </a:cubicBezTo>
                  <a:cubicBezTo>
                    <a:pt x="5614" y="9748"/>
                    <a:pt x="7035" y="9211"/>
                    <a:pt x="8125" y="8125"/>
                  </a:cubicBezTo>
                  <a:cubicBezTo>
                    <a:pt x="10393" y="5848"/>
                    <a:pt x="10269" y="2125"/>
                    <a:pt x="7848" y="0"/>
                  </a:cubicBezTo>
                  <a:close/>
                </a:path>
              </a:pathLst>
            </a:custGeom>
            <a:solidFill>
              <a:srgbClr val="E2E8ED"/>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4" name="Google Shape;2184;p23"/>
            <p:cNvSpPr/>
            <p:nvPr/>
          </p:nvSpPr>
          <p:spPr>
            <a:xfrm>
              <a:off x="6273584" y="1684908"/>
              <a:ext cx="21376" cy="10346"/>
            </a:xfrm>
            <a:custGeom>
              <a:rect b="b" l="l" r="r" t="t"/>
              <a:pathLst>
                <a:path extrusionOk="0" h="394" w="814">
                  <a:moveTo>
                    <a:pt x="268" y="1"/>
                  </a:moveTo>
                  <a:cubicBezTo>
                    <a:pt x="0" y="1"/>
                    <a:pt x="0" y="393"/>
                    <a:pt x="268" y="393"/>
                  </a:cubicBezTo>
                  <a:lnTo>
                    <a:pt x="555" y="393"/>
                  </a:lnTo>
                  <a:cubicBezTo>
                    <a:pt x="814" y="393"/>
                    <a:pt x="814" y="1"/>
                    <a:pt x="555" y="1"/>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5" name="Google Shape;2185;p23"/>
            <p:cNvSpPr/>
            <p:nvPr/>
          </p:nvSpPr>
          <p:spPr>
            <a:xfrm>
              <a:off x="6396218" y="1798194"/>
              <a:ext cx="10320" cy="17673"/>
            </a:xfrm>
            <a:custGeom>
              <a:rect b="b" l="l" r="r" t="t"/>
              <a:pathLst>
                <a:path extrusionOk="0" h="673" w="393">
                  <a:moveTo>
                    <a:pt x="197" y="1"/>
                  </a:moveTo>
                  <a:cubicBezTo>
                    <a:pt x="99" y="1"/>
                    <a:pt x="1" y="65"/>
                    <a:pt x="1" y="194"/>
                  </a:cubicBezTo>
                  <a:lnTo>
                    <a:pt x="1" y="481"/>
                  </a:lnTo>
                  <a:cubicBezTo>
                    <a:pt x="1" y="587"/>
                    <a:pt x="87" y="673"/>
                    <a:pt x="192" y="673"/>
                  </a:cubicBezTo>
                  <a:cubicBezTo>
                    <a:pt x="307" y="673"/>
                    <a:pt x="393" y="587"/>
                    <a:pt x="393" y="481"/>
                  </a:cubicBezTo>
                  <a:lnTo>
                    <a:pt x="393" y="194"/>
                  </a:lnTo>
                  <a:cubicBezTo>
                    <a:pt x="393" y="65"/>
                    <a:pt x="295" y="1"/>
                    <a:pt x="197" y="1"/>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6" name="Google Shape;2186;p23"/>
            <p:cNvSpPr/>
            <p:nvPr/>
          </p:nvSpPr>
          <p:spPr>
            <a:xfrm>
              <a:off x="6308063" y="1599117"/>
              <a:ext cx="20036" cy="15966"/>
            </a:xfrm>
            <a:custGeom>
              <a:rect b="b" l="l" r="r" t="t"/>
              <a:pathLst>
                <a:path extrusionOk="0" h="608" w="763">
                  <a:moveTo>
                    <a:pt x="296" y="0"/>
                  </a:moveTo>
                  <a:cubicBezTo>
                    <a:pt x="140" y="0"/>
                    <a:pt x="1" y="210"/>
                    <a:pt x="161" y="349"/>
                  </a:cubicBezTo>
                  <a:lnTo>
                    <a:pt x="362" y="550"/>
                  </a:lnTo>
                  <a:cubicBezTo>
                    <a:pt x="399" y="587"/>
                    <a:pt x="445" y="606"/>
                    <a:pt x="501" y="607"/>
                  </a:cubicBezTo>
                  <a:lnTo>
                    <a:pt x="501" y="607"/>
                  </a:lnTo>
                  <a:cubicBezTo>
                    <a:pt x="679" y="604"/>
                    <a:pt x="763" y="396"/>
                    <a:pt x="640" y="272"/>
                  </a:cubicBezTo>
                  <a:lnTo>
                    <a:pt x="439" y="71"/>
                  </a:lnTo>
                  <a:cubicBezTo>
                    <a:pt x="395" y="21"/>
                    <a:pt x="344" y="0"/>
                    <a:pt x="296" y="0"/>
                  </a:cubicBezTo>
                  <a:close/>
                  <a:moveTo>
                    <a:pt x="501" y="607"/>
                  </a:moveTo>
                  <a:cubicBezTo>
                    <a:pt x="499" y="607"/>
                    <a:pt x="498" y="607"/>
                    <a:pt x="496" y="607"/>
                  </a:cubicBezTo>
                  <a:lnTo>
                    <a:pt x="506" y="607"/>
                  </a:lnTo>
                  <a:cubicBezTo>
                    <a:pt x="504" y="607"/>
                    <a:pt x="502" y="607"/>
                    <a:pt x="501" y="607"/>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7" name="Google Shape;2187;p23"/>
            <p:cNvSpPr/>
            <p:nvPr/>
          </p:nvSpPr>
          <p:spPr>
            <a:xfrm>
              <a:off x="6473606" y="1764581"/>
              <a:ext cx="20141" cy="16097"/>
            </a:xfrm>
            <a:custGeom>
              <a:rect b="b" l="l" r="r" t="t"/>
              <a:pathLst>
                <a:path extrusionOk="0" h="613" w="767">
                  <a:moveTo>
                    <a:pt x="297" y="0"/>
                  </a:moveTo>
                  <a:cubicBezTo>
                    <a:pt x="138" y="0"/>
                    <a:pt x="1" y="208"/>
                    <a:pt x="154" y="355"/>
                  </a:cubicBezTo>
                  <a:lnTo>
                    <a:pt x="355" y="556"/>
                  </a:lnTo>
                  <a:cubicBezTo>
                    <a:pt x="394" y="584"/>
                    <a:pt x="451" y="613"/>
                    <a:pt x="499" y="613"/>
                  </a:cubicBezTo>
                  <a:cubicBezTo>
                    <a:pt x="671" y="613"/>
                    <a:pt x="767" y="402"/>
                    <a:pt x="642" y="278"/>
                  </a:cubicBezTo>
                  <a:lnTo>
                    <a:pt x="441" y="67"/>
                  </a:lnTo>
                  <a:cubicBezTo>
                    <a:pt x="396" y="20"/>
                    <a:pt x="345" y="0"/>
                    <a:pt x="297"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8" name="Google Shape;2188;p23"/>
            <p:cNvSpPr/>
            <p:nvPr/>
          </p:nvSpPr>
          <p:spPr>
            <a:xfrm>
              <a:off x="6474368" y="1599117"/>
              <a:ext cx="20141" cy="15966"/>
            </a:xfrm>
            <a:custGeom>
              <a:rect b="b" l="l" r="r" t="t"/>
              <a:pathLst>
                <a:path extrusionOk="0" h="608" w="767">
                  <a:moveTo>
                    <a:pt x="478" y="0"/>
                  </a:moveTo>
                  <a:cubicBezTo>
                    <a:pt x="429" y="0"/>
                    <a:pt x="379" y="21"/>
                    <a:pt x="336" y="71"/>
                  </a:cubicBezTo>
                  <a:lnTo>
                    <a:pt x="135" y="272"/>
                  </a:lnTo>
                  <a:cubicBezTo>
                    <a:pt x="1" y="397"/>
                    <a:pt x="97" y="607"/>
                    <a:pt x="269" y="607"/>
                  </a:cubicBezTo>
                  <a:cubicBezTo>
                    <a:pt x="326" y="607"/>
                    <a:pt x="374" y="588"/>
                    <a:pt x="412" y="550"/>
                  </a:cubicBezTo>
                  <a:lnTo>
                    <a:pt x="613" y="349"/>
                  </a:lnTo>
                  <a:cubicBezTo>
                    <a:pt x="766" y="210"/>
                    <a:pt x="631" y="0"/>
                    <a:pt x="478"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89" name="Google Shape;2189;p23"/>
            <p:cNvSpPr/>
            <p:nvPr/>
          </p:nvSpPr>
          <p:spPr>
            <a:xfrm>
              <a:off x="6308772" y="1765001"/>
              <a:ext cx="19432" cy="15677"/>
            </a:xfrm>
            <a:custGeom>
              <a:rect b="b" l="l" r="r" t="t"/>
              <a:pathLst>
                <a:path extrusionOk="0" h="597" w="740">
                  <a:moveTo>
                    <a:pt x="457" y="0"/>
                  </a:moveTo>
                  <a:cubicBezTo>
                    <a:pt x="414" y="0"/>
                    <a:pt x="368" y="15"/>
                    <a:pt x="325" y="51"/>
                  </a:cubicBezTo>
                  <a:lnTo>
                    <a:pt x="124" y="252"/>
                  </a:lnTo>
                  <a:cubicBezTo>
                    <a:pt x="0" y="377"/>
                    <a:pt x="96" y="597"/>
                    <a:pt x="268" y="597"/>
                  </a:cubicBezTo>
                  <a:cubicBezTo>
                    <a:pt x="316" y="597"/>
                    <a:pt x="373" y="568"/>
                    <a:pt x="412" y="540"/>
                  </a:cubicBezTo>
                  <a:lnTo>
                    <a:pt x="613" y="339"/>
                  </a:lnTo>
                  <a:cubicBezTo>
                    <a:pt x="739" y="190"/>
                    <a:pt x="611" y="0"/>
                    <a:pt x="457"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0" name="Google Shape;2190;p23"/>
            <p:cNvSpPr/>
            <p:nvPr/>
          </p:nvSpPr>
          <p:spPr>
            <a:xfrm>
              <a:off x="6283064" y="1637404"/>
              <a:ext cx="20693" cy="13366"/>
            </a:xfrm>
            <a:custGeom>
              <a:rect b="b" l="l" r="r" t="t"/>
              <a:pathLst>
                <a:path extrusionOk="0" h="509" w="788">
                  <a:moveTo>
                    <a:pt x="280" y="0"/>
                  </a:moveTo>
                  <a:cubicBezTo>
                    <a:pt x="118" y="0"/>
                    <a:pt x="0" y="333"/>
                    <a:pt x="194" y="384"/>
                  </a:cubicBezTo>
                  <a:lnTo>
                    <a:pt x="453" y="489"/>
                  </a:lnTo>
                  <a:cubicBezTo>
                    <a:pt x="472" y="499"/>
                    <a:pt x="501" y="508"/>
                    <a:pt x="529" y="508"/>
                  </a:cubicBezTo>
                  <a:cubicBezTo>
                    <a:pt x="730" y="499"/>
                    <a:pt x="788" y="221"/>
                    <a:pt x="606" y="135"/>
                  </a:cubicBezTo>
                  <a:lnTo>
                    <a:pt x="347" y="20"/>
                  </a:lnTo>
                  <a:cubicBezTo>
                    <a:pt x="325" y="6"/>
                    <a:pt x="302" y="0"/>
                    <a:pt x="280"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1" name="Google Shape;2191;p23"/>
            <p:cNvSpPr/>
            <p:nvPr/>
          </p:nvSpPr>
          <p:spPr>
            <a:xfrm>
              <a:off x="6498947" y="1729445"/>
              <a:ext cx="20640" cy="13051"/>
            </a:xfrm>
            <a:custGeom>
              <a:rect b="b" l="l" r="r" t="t"/>
              <a:pathLst>
                <a:path extrusionOk="0" h="497" w="786">
                  <a:moveTo>
                    <a:pt x="273" y="1"/>
                  </a:moveTo>
                  <a:cubicBezTo>
                    <a:pt x="89" y="1"/>
                    <a:pt x="0" y="258"/>
                    <a:pt x="175" y="372"/>
                  </a:cubicBezTo>
                  <a:lnTo>
                    <a:pt x="433" y="477"/>
                  </a:lnTo>
                  <a:cubicBezTo>
                    <a:pt x="461" y="486"/>
                    <a:pt x="488" y="495"/>
                    <a:pt x="516" y="496"/>
                  </a:cubicBezTo>
                  <a:lnTo>
                    <a:pt x="516" y="496"/>
                  </a:lnTo>
                  <a:cubicBezTo>
                    <a:pt x="731" y="491"/>
                    <a:pt x="786" y="208"/>
                    <a:pt x="587" y="123"/>
                  </a:cubicBezTo>
                  <a:lnTo>
                    <a:pt x="328" y="8"/>
                  </a:lnTo>
                  <a:cubicBezTo>
                    <a:pt x="309" y="3"/>
                    <a:pt x="291" y="1"/>
                    <a:pt x="273" y="1"/>
                  </a:cubicBezTo>
                  <a:close/>
                  <a:moveTo>
                    <a:pt x="516" y="496"/>
                  </a:moveTo>
                  <a:cubicBezTo>
                    <a:pt x="514" y="496"/>
                    <a:pt x="512" y="496"/>
                    <a:pt x="510" y="496"/>
                  </a:cubicBezTo>
                  <a:lnTo>
                    <a:pt x="520" y="496"/>
                  </a:lnTo>
                  <a:cubicBezTo>
                    <a:pt x="518" y="496"/>
                    <a:pt x="517" y="496"/>
                    <a:pt x="516" y="496"/>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2" name="Google Shape;2192;p23"/>
            <p:cNvSpPr/>
            <p:nvPr/>
          </p:nvSpPr>
          <p:spPr>
            <a:xfrm>
              <a:off x="6439442" y="1574511"/>
              <a:ext cx="14837" cy="16675"/>
            </a:xfrm>
            <a:custGeom>
              <a:rect b="b" l="l" r="r" t="t"/>
              <a:pathLst>
                <a:path extrusionOk="0" h="635" w="565">
                  <a:moveTo>
                    <a:pt x="331" y="0"/>
                  </a:moveTo>
                  <a:cubicBezTo>
                    <a:pt x="269" y="0"/>
                    <a:pt x="206" y="30"/>
                    <a:pt x="163" y="99"/>
                  </a:cubicBezTo>
                  <a:lnTo>
                    <a:pt x="58" y="357"/>
                  </a:lnTo>
                  <a:cubicBezTo>
                    <a:pt x="1" y="482"/>
                    <a:pt x="96" y="635"/>
                    <a:pt x="240" y="635"/>
                  </a:cubicBezTo>
                  <a:lnTo>
                    <a:pt x="230" y="625"/>
                  </a:lnTo>
                  <a:cubicBezTo>
                    <a:pt x="307" y="625"/>
                    <a:pt x="383" y="578"/>
                    <a:pt x="412" y="511"/>
                  </a:cubicBezTo>
                  <a:lnTo>
                    <a:pt x="527" y="252"/>
                  </a:lnTo>
                  <a:cubicBezTo>
                    <a:pt x="565" y="108"/>
                    <a:pt x="450" y="0"/>
                    <a:pt x="331"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3" name="Google Shape;2193;p23"/>
            <p:cNvSpPr/>
            <p:nvPr/>
          </p:nvSpPr>
          <p:spPr>
            <a:xfrm>
              <a:off x="6347978" y="1789581"/>
              <a:ext cx="15861" cy="16754"/>
            </a:xfrm>
            <a:custGeom>
              <a:rect b="b" l="l" r="r" t="t"/>
              <a:pathLst>
                <a:path extrusionOk="0" h="638" w="604">
                  <a:moveTo>
                    <a:pt x="303" y="0"/>
                  </a:moveTo>
                  <a:cubicBezTo>
                    <a:pt x="239" y="0"/>
                    <a:pt x="181" y="30"/>
                    <a:pt x="163" y="101"/>
                  </a:cubicBezTo>
                  <a:lnTo>
                    <a:pt x="48" y="360"/>
                  </a:lnTo>
                  <a:cubicBezTo>
                    <a:pt x="0" y="494"/>
                    <a:pt x="96" y="637"/>
                    <a:pt x="230" y="637"/>
                  </a:cubicBezTo>
                  <a:cubicBezTo>
                    <a:pt x="306" y="637"/>
                    <a:pt x="383" y="589"/>
                    <a:pt x="412" y="513"/>
                  </a:cubicBezTo>
                  <a:lnTo>
                    <a:pt x="526" y="254"/>
                  </a:lnTo>
                  <a:cubicBezTo>
                    <a:pt x="604" y="125"/>
                    <a:pt x="438" y="0"/>
                    <a:pt x="303"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4" name="Google Shape;2194;p23"/>
            <p:cNvSpPr/>
            <p:nvPr/>
          </p:nvSpPr>
          <p:spPr>
            <a:xfrm>
              <a:off x="6349633" y="1572883"/>
              <a:ext cx="15441" cy="17305"/>
            </a:xfrm>
            <a:custGeom>
              <a:rect b="b" l="l" r="r" t="t"/>
              <a:pathLst>
                <a:path extrusionOk="0" h="659" w="588">
                  <a:moveTo>
                    <a:pt x="254" y="0"/>
                  </a:moveTo>
                  <a:cubicBezTo>
                    <a:pt x="127" y="0"/>
                    <a:pt x="0" y="116"/>
                    <a:pt x="61" y="276"/>
                  </a:cubicBezTo>
                  <a:lnTo>
                    <a:pt x="176" y="534"/>
                  </a:lnTo>
                  <a:cubicBezTo>
                    <a:pt x="205" y="611"/>
                    <a:pt x="272" y="659"/>
                    <a:pt x="358" y="659"/>
                  </a:cubicBezTo>
                  <a:cubicBezTo>
                    <a:pt x="492" y="659"/>
                    <a:pt x="588" y="515"/>
                    <a:pt x="540" y="391"/>
                  </a:cubicBezTo>
                  <a:lnTo>
                    <a:pt x="435" y="123"/>
                  </a:lnTo>
                  <a:cubicBezTo>
                    <a:pt x="397" y="37"/>
                    <a:pt x="326" y="0"/>
                    <a:pt x="254"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5" name="Google Shape;2195;p23"/>
            <p:cNvSpPr/>
            <p:nvPr/>
          </p:nvSpPr>
          <p:spPr>
            <a:xfrm>
              <a:off x="6437341" y="1789896"/>
              <a:ext cx="15441" cy="17437"/>
            </a:xfrm>
            <a:custGeom>
              <a:rect b="b" l="l" r="r" t="t"/>
              <a:pathLst>
                <a:path extrusionOk="0" h="664" w="588">
                  <a:moveTo>
                    <a:pt x="251" y="0"/>
                  </a:moveTo>
                  <a:cubicBezTo>
                    <a:pt x="127" y="0"/>
                    <a:pt x="0" y="118"/>
                    <a:pt x="61" y="271"/>
                  </a:cubicBezTo>
                  <a:lnTo>
                    <a:pt x="167" y="539"/>
                  </a:lnTo>
                  <a:cubicBezTo>
                    <a:pt x="195" y="616"/>
                    <a:pt x="272" y="654"/>
                    <a:pt x="349" y="654"/>
                  </a:cubicBezTo>
                  <a:lnTo>
                    <a:pt x="349" y="663"/>
                  </a:lnTo>
                  <a:cubicBezTo>
                    <a:pt x="492" y="663"/>
                    <a:pt x="588" y="520"/>
                    <a:pt x="530" y="386"/>
                  </a:cubicBezTo>
                  <a:lnTo>
                    <a:pt x="425" y="127"/>
                  </a:lnTo>
                  <a:cubicBezTo>
                    <a:pt x="391" y="38"/>
                    <a:pt x="321" y="0"/>
                    <a:pt x="251"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6" name="Google Shape;2196;p23"/>
            <p:cNvSpPr/>
            <p:nvPr/>
          </p:nvSpPr>
          <p:spPr>
            <a:xfrm>
              <a:off x="6499262" y="1639505"/>
              <a:ext cx="21664" cy="13261"/>
            </a:xfrm>
            <a:custGeom>
              <a:rect b="b" l="l" r="r" t="t"/>
              <a:pathLst>
                <a:path extrusionOk="0" h="505" w="825">
                  <a:moveTo>
                    <a:pt x="541" y="1"/>
                  </a:moveTo>
                  <a:cubicBezTo>
                    <a:pt x="515" y="1"/>
                    <a:pt x="488" y="6"/>
                    <a:pt x="460" y="17"/>
                  </a:cubicBezTo>
                  <a:lnTo>
                    <a:pt x="201" y="131"/>
                  </a:lnTo>
                  <a:cubicBezTo>
                    <a:pt x="0" y="208"/>
                    <a:pt x="58" y="505"/>
                    <a:pt x="268" y="505"/>
                  </a:cubicBezTo>
                  <a:cubicBezTo>
                    <a:pt x="297" y="505"/>
                    <a:pt x="326" y="505"/>
                    <a:pt x="345" y="495"/>
                  </a:cubicBezTo>
                  <a:lnTo>
                    <a:pt x="613" y="390"/>
                  </a:lnTo>
                  <a:cubicBezTo>
                    <a:pt x="825" y="297"/>
                    <a:pt x="736" y="1"/>
                    <a:pt x="541" y="1"/>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sp>
          <p:nvSpPr>
            <p:cNvPr id="2197" name="Google Shape;2197;p23"/>
            <p:cNvSpPr/>
            <p:nvPr/>
          </p:nvSpPr>
          <p:spPr>
            <a:xfrm>
              <a:off x="6282118" y="1727161"/>
              <a:ext cx="21638" cy="13314"/>
            </a:xfrm>
            <a:custGeom>
              <a:rect b="b" l="l" r="r" t="t"/>
              <a:pathLst>
                <a:path extrusionOk="0" h="507" w="824">
                  <a:moveTo>
                    <a:pt x="552" y="0"/>
                  </a:moveTo>
                  <a:cubicBezTo>
                    <a:pt x="526" y="0"/>
                    <a:pt x="499" y="6"/>
                    <a:pt x="470" y="19"/>
                  </a:cubicBezTo>
                  <a:lnTo>
                    <a:pt x="202" y="124"/>
                  </a:lnTo>
                  <a:cubicBezTo>
                    <a:pt x="1" y="200"/>
                    <a:pt x="58" y="507"/>
                    <a:pt x="278" y="507"/>
                  </a:cubicBezTo>
                  <a:cubicBezTo>
                    <a:pt x="297" y="507"/>
                    <a:pt x="326" y="497"/>
                    <a:pt x="355" y="488"/>
                  </a:cubicBezTo>
                  <a:lnTo>
                    <a:pt x="613" y="382"/>
                  </a:lnTo>
                  <a:cubicBezTo>
                    <a:pt x="823" y="298"/>
                    <a:pt x="738" y="0"/>
                    <a:pt x="552" y="0"/>
                  </a:cubicBezTo>
                  <a:close/>
                </a:path>
              </a:pathLst>
            </a:custGeom>
            <a:solidFill>
              <a:srgbClr val="98ADBE"/>
            </a:solidFill>
            <a:ln>
              <a:noFill/>
            </a:ln>
          </p:spPr>
          <p:txBody>
            <a:bodyPr anchorCtr="0" anchor="ctr" bIns="138650" lIns="138650" spcFirstLastPara="1" rIns="138650" wrap="square" tIns="138650">
              <a:noAutofit/>
            </a:bodyPr>
            <a:lstStyle/>
            <a:p>
              <a:pPr indent="0" lvl="0" marL="0" rtl="0" algn="l">
                <a:spcBef>
                  <a:spcPts val="0"/>
                </a:spcBef>
                <a:spcAft>
                  <a:spcPts val="0"/>
                </a:spcAft>
                <a:buNone/>
              </a:pPr>
              <a:r>
                <a:t/>
              </a: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1" name="Shape 2201"/>
        <p:cNvGrpSpPr/>
        <p:nvPr/>
      </p:nvGrpSpPr>
      <p:grpSpPr>
        <a:xfrm>
          <a:off x="0" y="0"/>
          <a:ext cx="0" cy="0"/>
          <a:chOff x="0" y="0"/>
          <a:chExt cx="0" cy="0"/>
        </a:xfrm>
      </p:grpSpPr>
      <p:sp>
        <p:nvSpPr>
          <p:cNvPr id="2202" name="Google Shape;2202;g3a6e511577b_2_20"/>
          <p:cNvSpPr txBox="1"/>
          <p:nvPr>
            <p:ph type="title"/>
          </p:nvPr>
        </p:nvSpPr>
        <p:spPr>
          <a:xfrm>
            <a:off x="656337" y="0"/>
            <a:ext cx="9737400" cy="1227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Speaker Embedding</a:t>
            </a:r>
            <a:endParaRPr/>
          </a:p>
        </p:txBody>
      </p:sp>
      <p:sp>
        <p:nvSpPr>
          <p:cNvPr id="2203" name="Google Shape;2203;g3a6e511577b_2_20"/>
          <p:cNvSpPr txBox="1"/>
          <p:nvPr/>
        </p:nvSpPr>
        <p:spPr>
          <a:xfrm>
            <a:off x="157800" y="1227600"/>
            <a:ext cx="7515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Open Sans"/>
                <a:ea typeface="Open Sans"/>
                <a:cs typeface="Open Sans"/>
                <a:sym typeface="Open Sans"/>
              </a:rPr>
              <a:t>Speech Brain</a:t>
            </a:r>
            <a:endParaRPr b="1" sz="1600">
              <a:solidFill>
                <a:schemeClr val="dk1"/>
              </a:solidFill>
              <a:latin typeface="Open Sans"/>
              <a:ea typeface="Open Sans"/>
              <a:cs typeface="Open Sans"/>
              <a:sym typeface="Open Sans"/>
            </a:endParaRPr>
          </a:p>
          <a:p>
            <a:pPr indent="0" lvl="0" marL="0" rtl="0" algn="l">
              <a:spcBef>
                <a:spcPts val="0"/>
              </a:spcBef>
              <a:spcAft>
                <a:spcPts val="0"/>
              </a:spcAft>
              <a:buNone/>
            </a:pPr>
            <a:r>
              <a:rPr lang="en-US" sz="1200">
                <a:solidFill>
                  <a:schemeClr val="dk1"/>
                </a:solidFill>
                <a:latin typeface="Open Sans"/>
                <a:ea typeface="Open Sans"/>
                <a:cs typeface="Open Sans"/>
                <a:sym typeface="Open Sans"/>
              </a:rPr>
              <a:t>224 samples</a:t>
            </a:r>
            <a:endParaRPr sz="1200">
              <a:solidFill>
                <a:schemeClr val="dk1"/>
              </a:solidFill>
              <a:latin typeface="Open Sans"/>
              <a:ea typeface="Open Sans"/>
              <a:cs typeface="Open Sans"/>
              <a:sym typeface="Open Sans"/>
            </a:endParaRPr>
          </a:p>
        </p:txBody>
      </p:sp>
      <p:sp>
        <p:nvSpPr>
          <p:cNvPr id="2204" name="Google Shape;2204;g3a6e511577b_2_20"/>
          <p:cNvSpPr txBox="1"/>
          <p:nvPr/>
        </p:nvSpPr>
        <p:spPr>
          <a:xfrm>
            <a:off x="6635188" y="1319850"/>
            <a:ext cx="751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Open Sans"/>
                <a:ea typeface="Open Sans"/>
                <a:cs typeface="Open Sans"/>
                <a:sym typeface="Open Sans"/>
              </a:rPr>
              <a:t>Pyannote</a:t>
            </a:r>
            <a:endParaRPr sz="1600">
              <a:solidFill>
                <a:schemeClr val="dk1"/>
              </a:solidFill>
              <a:latin typeface="Open Sans"/>
              <a:ea typeface="Open Sans"/>
              <a:cs typeface="Open Sans"/>
              <a:sym typeface="Open Sans"/>
            </a:endParaRPr>
          </a:p>
        </p:txBody>
      </p:sp>
      <p:sp>
        <p:nvSpPr>
          <p:cNvPr id="2205" name="Google Shape;2205;g3a6e511577b_2_20"/>
          <p:cNvSpPr txBox="1"/>
          <p:nvPr/>
        </p:nvSpPr>
        <p:spPr>
          <a:xfrm>
            <a:off x="157800" y="4365788"/>
            <a:ext cx="751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Open Sans"/>
                <a:ea typeface="Open Sans"/>
                <a:cs typeface="Open Sans"/>
                <a:sym typeface="Open Sans"/>
              </a:rPr>
              <a:t>Wav2vec2</a:t>
            </a:r>
            <a:endParaRPr b="1" sz="1600">
              <a:solidFill>
                <a:schemeClr val="dk1"/>
              </a:solidFill>
              <a:latin typeface="Open Sans"/>
              <a:ea typeface="Open Sans"/>
              <a:cs typeface="Open Sans"/>
              <a:sym typeface="Open Sans"/>
            </a:endParaRPr>
          </a:p>
        </p:txBody>
      </p:sp>
      <p:pic>
        <p:nvPicPr>
          <p:cNvPr id="2206" name="Google Shape;2206;g3a6e511577b_2_20" title="Screenshot 2025-12-11 at 07.51.18.png"/>
          <p:cNvPicPr preferRelativeResize="0"/>
          <p:nvPr/>
        </p:nvPicPr>
        <p:blipFill rotWithShape="1">
          <a:blip r:embed="rId3">
            <a:alphaModFix/>
          </a:blip>
          <a:srcRect b="21985" l="0" r="0" t="-7135"/>
          <a:stretch/>
        </p:blipFill>
        <p:spPr>
          <a:xfrm>
            <a:off x="7436375" y="5861025"/>
            <a:ext cx="1280475" cy="900300"/>
          </a:xfrm>
          <a:prstGeom prst="rect">
            <a:avLst/>
          </a:prstGeom>
          <a:noFill/>
          <a:ln>
            <a:noFill/>
          </a:ln>
        </p:spPr>
      </p:pic>
      <p:pic>
        <p:nvPicPr>
          <p:cNvPr id="2207" name="Google Shape;2207;g3a6e511577b_2_20" title="cluster_viz_pyannote_umap_2025-12-12_11-34-46.png"/>
          <p:cNvPicPr preferRelativeResize="0"/>
          <p:nvPr/>
        </p:nvPicPr>
        <p:blipFill rotWithShape="1">
          <a:blip r:embed="rId4">
            <a:alphaModFix/>
          </a:blip>
          <a:srcRect b="0" l="0" r="79979" t="15153"/>
          <a:stretch/>
        </p:blipFill>
        <p:spPr>
          <a:xfrm>
            <a:off x="6635200" y="1938425"/>
            <a:ext cx="2440924" cy="2141700"/>
          </a:xfrm>
          <a:prstGeom prst="rect">
            <a:avLst/>
          </a:prstGeom>
          <a:noFill/>
          <a:ln>
            <a:noFill/>
          </a:ln>
        </p:spPr>
      </p:pic>
      <p:pic>
        <p:nvPicPr>
          <p:cNvPr id="2208" name="Google Shape;2208;g3a6e511577b_2_20" title="cluster_viz_pyannote_umap_2025-12-12_11-34-46.png"/>
          <p:cNvPicPr preferRelativeResize="0"/>
          <p:nvPr/>
        </p:nvPicPr>
        <p:blipFill rotWithShape="1">
          <a:blip r:embed="rId4">
            <a:alphaModFix/>
          </a:blip>
          <a:srcRect b="0" l="79979" r="0" t="15153"/>
          <a:stretch/>
        </p:blipFill>
        <p:spPr>
          <a:xfrm>
            <a:off x="9480975" y="1938425"/>
            <a:ext cx="2440924" cy="2141700"/>
          </a:xfrm>
          <a:prstGeom prst="rect">
            <a:avLst/>
          </a:prstGeom>
          <a:noFill/>
          <a:ln>
            <a:noFill/>
          </a:ln>
        </p:spPr>
      </p:pic>
      <p:pic>
        <p:nvPicPr>
          <p:cNvPr id="2209" name="Google Shape;2209;g3a6e511577b_2_20" title="cluster_viz_speechbrain_umap_2025-12-12_11-38-02.png"/>
          <p:cNvPicPr preferRelativeResize="0"/>
          <p:nvPr/>
        </p:nvPicPr>
        <p:blipFill rotWithShape="1">
          <a:blip r:embed="rId5">
            <a:alphaModFix/>
          </a:blip>
          <a:srcRect b="0" l="0" r="79979" t="15153"/>
          <a:stretch/>
        </p:blipFill>
        <p:spPr>
          <a:xfrm>
            <a:off x="157800" y="1806600"/>
            <a:ext cx="2440924" cy="2141700"/>
          </a:xfrm>
          <a:prstGeom prst="rect">
            <a:avLst/>
          </a:prstGeom>
          <a:noFill/>
          <a:ln>
            <a:noFill/>
          </a:ln>
        </p:spPr>
      </p:pic>
      <p:pic>
        <p:nvPicPr>
          <p:cNvPr id="2210" name="Google Shape;2210;g3a6e511577b_2_20" title="cluster_viz_speechbrain_umap_2025-12-12_11-38-02.png"/>
          <p:cNvPicPr preferRelativeResize="0"/>
          <p:nvPr/>
        </p:nvPicPr>
        <p:blipFill rotWithShape="1">
          <a:blip r:embed="rId5">
            <a:alphaModFix/>
          </a:blip>
          <a:srcRect b="0" l="79979" r="0" t="15153"/>
          <a:stretch/>
        </p:blipFill>
        <p:spPr>
          <a:xfrm>
            <a:off x="3106250" y="1806600"/>
            <a:ext cx="2440924" cy="2141700"/>
          </a:xfrm>
          <a:prstGeom prst="rect">
            <a:avLst/>
          </a:prstGeom>
          <a:noFill/>
          <a:ln>
            <a:noFill/>
          </a:ln>
        </p:spPr>
      </p:pic>
      <p:pic>
        <p:nvPicPr>
          <p:cNvPr id="2211" name="Google Shape;2211;g3a6e511577b_2_20" title="cluster_viz_wav2vec2_umap_2025-12-12_13-04-02.png"/>
          <p:cNvPicPr preferRelativeResize="0"/>
          <p:nvPr/>
        </p:nvPicPr>
        <p:blipFill rotWithShape="1">
          <a:blip r:embed="rId6">
            <a:alphaModFix/>
          </a:blip>
          <a:srcRect b="0" l="0" r="79979" t="13941"/>
          <a:stretch/>
        </p:blipFill>
        <p:spPr>
          <a:xfrm>
            <a:off x="1448300" y="4589138"/>
            <a:ext cx="2440924" cy="2172175"/>
          </a:xfrm>
          <a:prstGeom prst="rect">
            <a:avLst/>
          </a:prstGeom>
          <a:noFill/>
          <a:ln>
            <a:noFill/>
          </a:ln>
        </p:spPr>
      </p:pic>
      <p:pic>
        <p:nvPicPr>
          <p:cNvPr id="2212" name="Google Shape;2212;g3a6e511577b_2_20" title="cluster_viz_wav2vec2_umap_2025-12-12_13-04-02.png"/>
          <p:cNvPicPr preferRelativeResize="0"/>
          <p:nvPr/>
        </p:nvPicPr>
        <p:blipFill rotWithShape="1">
          <a:blip r:embed="rId6">
            <a:alphaModFix/>
          </a:blip>
          <a:srcRect b="0" l="79979" r="0" t="13941"/>
          <a:stretch/>
        </p:blipFill>
        <p:spPr>
          <a:xfrm>
            <a:off x="4304575" y="4589138"/>
            <a:ext cx="2440924" cy="21721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6" name="Shape 2216"/>
        <p:cNvGrpSpPr/>
        <p:nvPr/>
      </p:nvGrpSpPr>
      <p:grpSpPr>
        <a:xfrm>
          <a:off x="0" y="0"/>
          <a:ext cx="0" cy="0"/>
          <a:chOff x="0" y="0"/>
          <a:chExt cx="0" cy="0"/>
        </a:xfrm>
      </p:grpSpPr>
      <p:sp>
        <p:nvSpPr>
          <p:cNvPr id="2217" name="Google Shape;2217;g3a6e511577b_2_35"/>
          <p:cNvSpPr txBox="1"/>
          <p:nvPr>
            <p:ph type="title"/>
          </p:nvPr>
        </p:nvSpPr>
        <p:spPr>
          <a:xfrm>
            <a:off x="656337" y="0"/>
            <a:ext cx="9737400" cy="1227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Speaker Embedding</a:t>
            </a:r>
            <a:endParaRPr/>
          </a:p>
        </p:txBody>
      </p:sp>
      <p:sp>
        <p:nvSpPr>
          <p:cNvPr id="2218" name="Google Shape;2218;g3a6e511577b_2_35"/>
          <p:cNvSpPr txBox="1"/>
          <p:nvPr/>
        </p:nvSpPr>
        <p:spPr>
          <a:xfrm>
            <a:off x="157800" y="1227600"/>
            <a:ext cx="7515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Open Sans"/>
                <a:ea typeface="Open Sans"/>
                <a:cs typeface="Open Sans"/>
                <a:sym typeface="Open Sans"/>
              </a:rPr>
              <a:t>Speech Brain</a:t>
            </a:r>
            <a:endParaRPr b="1" sz="1600">
              <a:solidFill>
                <a:schemeClr val="dk1"/>
              </a:solidFill>
              <a:latin typeface="Open Sans"/>
              <a:ea typeface="Open Sans"/>
              <a:cs typeface="Open Sans"/>
              <a:sym typeface="Open Sans"/>
            </a:endParaRPr>
          </a:p>
          <a:p>
            <a:pPr indent="0" lvl="0" marL="0" rtl="0" algn="l">
              <a:spcBef>
                <a:spcPts val="0"/>
              </a:spcBef>
              <a:spcAft>
                <a:spcPts val="0"/>
              </a:spcAft>
              <a:buNone/>
            </a:pPr>
            <a:r>
              <a:rPr lang="en-US" sz="1200">
                <a:solidFill>
                  <a:schemeClr val="dk1"/>
                </a:solidFill>
                <a:latin typeface="Open Sans"/>
                <a:ea typeface="Open Sans"/>
                <a:cs typeface="Open Sans"/>
                <a:sym typeface="Open Sans"/>
              </a:rPr>
              <a:t>224 samples</a:t>
            </a:r>
            <a:endParaRPr sz="1200">
              <a:solidFill>
                <a:schemeClr val="dk1"/>
              </a:solidFill>
              <a:latin typeface="Open Sans"/>
              <a:ea typeface="Open Sans"/>
              <a:cs typeface="Open Sans"/>
              <a:sym typeface="Open Sans"/>
            </a:endParaRPr>
          </a:p>
        </p:txBody>
      </p:sp>
      <p:sp>
        <p:nvSpPr>
          <p:cNvPr id="2219" name="Google Shape;2219;g3a6e511577b_2_35"/>
          <p:cNvSpPr txBox="1"/>
          <p:nvPr/>
        </p:nvSpPr>
        <p:spPr>
          <a:xfrm>
            <a:off x="6635188" y="1319850"/>
            <a:ext cx="751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Open Sans"/>
                <a:ea typeface="Open Sans"/>
                <a:cs typeface="Open Sans"/>
                <a:sym typeface="Open Sans"/>
              </a:rPr>
              <a:t>Pyannote</a:t>
            </a:r>
            <a:endParaRPr sz="1600">
              <a:solidFill>
                <a:schemeClr val="dk1"/>
              </a:solidFill>
              <a:latin typeface="Open Sans"/>
              <a:ea typeface="Open Sans"/>
              <a:cs typeface="Open Sans"/>
              <a:sym typeface="Open Sans"/>
            </a:endParaRPr>
          </a:p>
        </p:txBody>
      </p:sp>
      <p:sp>
        <p:nvSpPr>
          <p:cNvPr id="2220" name="Google Shape;2220;g3a6e511577b_2_35"/>
          <p:cNvSpPr txBox="1"/>
          <p:nvPr/>
        </p:nvSpPr>
        <p:spPr>
          <a:xfrm>
            <a:off x="157800" y="4365788"/>
            <a:ext cx="7515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600">
                <a:solidFill>
                  <a:schemeClr val="dk1"/>
                </a:solidFill>
                <a:latin typeface="Open Sans"/>
                <a:ea typeface="Open Sans"/>
                <a:cs typeface="Open Sans"/>
                <a:sym typeface="Open Sans"/>
              </a:rPr>
              <a:t>Wav2vec2</a:t>
            </a:r>
            <a:endParaRPr b="1" sz="1600">
              <a:solidFill>
                <a:schemeClr val="dk1"/>
              </a:solidFill>
              <a:latin typeface="Open Sans"/>
              <a:ea typeface="Open Sans"/>
              <a:cs typeface="Open Sans"/>
              <a:sym typeface="Open Sans"/>
            </a:endParaRPr>
          </a:p>
        </p:txBody>
      </p:sp>
      <p:pic>
        <p:nvPicPr>
          <p:cNvPr id="2221" name="Google Shape;2221;g3a6e511577b_2_35" title="Screenshot 2025-12-11 at 07.51.18.png"/>
          <p:cNvPicPr preferRelativeResize="0"/>
          <p:nvPr/>
        </p:nvPicPr>
        <p:blipFill rotWithShape="1">
          <a:blip r:embed="rId3">
            <a:alphaModFix/>
          </a:blip>
          <a:srcRect b="21985" l="0" r="0" t="-7135"/>
          <a:stretch/>
        </p:blipFill>
        <p:spPr>
          <a:xfrm>
            <a:off x="7436375" y="5861025"/>
            <a:ext cx="1280475" cy="900300"/>
          </a:xfrm>
          <a:prstGeom prst="rect">
            <a:avLst/>
          </a:prstGeom>
          <a:noFill/>
          <a:ln>
            <a:noFill/>
          </a:ln>
        </p:spPr>
      </p:pic>
      <p:pic>
        <p:nvPicPr>
          <p:cNvPr id="2222" name="Google Shape;2222;g3a6e511577b_2_35" title="cluster_viz_pyannote_umap_2025-12-12_11-34-46.png"/>
          <p:cNvPicPr preferRelativeResize="0"/>
          <p:nvPr/>
        </p:nvPicPr>
        <p:blipFill rotWithShape="1">
          <a:blip r:embed="rId4">
            <a:alphaModFix/>
          </a:blip>
          <a:srcRect b="0" l="0" r="79979" t="15153"/>
          <a:stretch/>
        </p:blipFill>
        <p:spPr>
          <a:xfrm>
            <a:off x="6635200" y="1938425"/>
            <a:ext cx="2440924" cy="2141700"/>
          </a:xfrm>
          <a:prstGeom prst="rect">
            <a:avLst/>
          </a:prstGeom>
          <a:noFill/>
          <a:ln>
            <a:noFill/>
          </a:ln>
        </p:spPr>
      </p:pic>
      <p:pic>
        <p:nvPicPr>
          <p:cNvPr id="2223" name="Google Shape;2223;g3a6e511577b_2_35" title="cluster_viz_pyannote_umap_2025-12-12_11-34-46.png"/>
          <p:cNvPicPr preferRelativeResize="0"/>
          <p:nvPr/>
        </p:nvPicPr>
        <p:blipFill rotWithShape="1">
          <a:blip r:embed="rId4">
            <a:alphaModFix/>
          </a:blip>
          <a:srcRect b="0" l="79979" r="0" t="15153"/>
          <a:stretch/>
        </p:blipFill>
        <p:spPr>
          <a:xfrm>
            <a:off x="9480975" y="1938425"/>
            <a:ext cx="2440924" cy="2141700"/>
          </a:xfrm>
          <a:prstGeom prst="rect">
            <a:avLst/>
          </a:prstGeom>
          <a:noFill/>
          <a:ln>
            <a:noFill/>
          </a:ln>
        </p:spPr>
      </p:pic>
      <p:pic>
        <p:nvPicPr>
          <p:cNvPr id="2224" name="Google Shape;2224;g3a6e511577b_2_35" title="cluster_viz_speechbrain_umap_2025-12-12_11-38-02.png"/>
          <p:cNvPicPr preferRelativeResize="0"/>
          <p:nvPr/>
        </p:nvPicPr>
        <p:blipFill rotWithShape="1">
          <a:blip r:embed="rId5">
            <a:alphaModFix/>
          </a:blip>
          <a:srcRect b="0" l="0" r="79979" t="15153"/>
          <a:stretch/>
        </p:blipFill>
        <p:spPr>
          <a:xfrm>
            <a:off x="157800" y="1806600"/>
            <a:ext cx="2440924" cy="2141700"/>
          </a:xfrm>
          <a:prstGeom prst="rect">
            <a:avLst/>
          </a:prstGeom>
          <a:noFill/>
          <a:ln>
            <a:noFill/>
          </a:ln>
        </p:spPr>
      </p:pic>
      <p:pic>
        <p:nvPicPr>
          <p:cNvPr id="2225" name="Google Shape;2225;g3a6e511577b_2_35" title="cluster_viz_speechbrain_umap_2025-12-12_11-38-02.png"/>
          <p:cNvPicPr preferRelativeResize="0"/>
          <p:nvPr/>
        </p:nvPicPr>
        <p:blipFill rotWithShape="1">
          <a:blip r:embed="rId5">
            <a:alphaModFix/>
          </a:blip>
          <a:srcRect b="0" l="79979" r="0" t="15153"/>
          <a:stretch/>
        </p:blipFill>
        <p:spPr>
          <a:xfrm>
            <a:off x="3106250" y="1806600"/>
            <a:ext cx="2440924" cy="2141700"/>
          </a:xfrm>
          <a:prstGeom prst="rect">
            <a:avLst/>
          </a:prstGeom>
          <a:noFill/>
          <a:ln>
            <a:noFill/>
          </a:ln>
        </p:spPr>
      </p:pic>
      <p:pic>
        <p:nvPicPr>
          <p:cNvPr id="2226" name="Google Shape;2226;g3a6e511577b_2_35" title="cluster_viz_wav2vec2_umap_2025-12-12_13-04-02.png"/>
          <p:cNvPicPr preferRelativeResize="0"/>
          <p:nvPr/>
        </p:nvPicPr>
        <p:blipFill rotWithShape="1">
          <a:blip r:embed="rId6">
            <a:alphaModFix/>
          </a:blip>
          <a:srcRect b="0" l="0" r="79979" t="13941"/>
          <a:stretch/>
        </p:blipFill>
        <p:spPr>
          <a:xfrm>
            <a:off x="1448300" y="4589138"/>
            <a:ext cx="2440924" cy="2172175"/>
          </a:xfrm>
          <a:prstGeom prst="rect">
            <a:avLst/>
          </a:prstGeom>
          <a:noFill/>
          <a:ln>
            <a:noFill/>
          </a:ln>
        </p:spPr>
      </p:pic>
      <p:pic>
        <p:nvPicPr>
          <p:cNvPr id="2227" name="Google Shape;2227;g3a6e511577b_2_35" title="cluster_viz_wav2vec2_umap_2025-12-12_13-04-02.png"/>
          <p:cNvPicPr preferRelativeResize="0"/>
          <p:nvPr/>
        </p:nvPicPr>
        <p:blipFill rotWithShape="1">
          <a:blip r:embed="rId6">
            <a:alphaModFix/>
          </a:blip>
          <a:srcRect b="0" l="79979" r="0" t="13941"/>
          <a:stretch/>
        </p:blipFill>
        <p:spPr>
          <a:xfrm>
            <a:off x="4304575" y="4589138"/>
            <a:ext cx="2440924" cy="2172175"/>
          </a:xfrm>
          <a:prstGeom prst="rect">
            <a:avLst/>
          </a:prstGeom>
          <a:noFill/>
          <a:ln>
            <a:noFill/>
          </a:ln>
        </p:spPr>
      </p:pic>
      <p:sp>
        <p:nvSpPr>
          <p:cNvPr id="2228" name="Google Shape;2228;g3a6e511577b_2_35"/>
          <p:cNvSpPr/>
          <p:nvPr/>
        </p:nvSpPr>
        <p:spPr>
          <a:xfrm>
            <a:off x="6472125" y="1225950"/>
            <a:ext cx="5609700" cy="30846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2" name="Shape 2232"/>
        <p:cNvGrpSpPr/>
        <p:nvPr/>
      </p:nvGrpSpPr>
      <p:grpSpPr>
        <a:xfrm>
          <a:off x="0" y="0"/>
          <a:ext cx="0" cy="0"/>
          <a:chOff x="0" y="0"/>
          <a:chExt cx="0" cy="0"/>
        </a:xfrm>
      </p:grpSpPr>
      <p:sp>
        <p:nvSpPr>
          <p:cNvPr id="2233" name="Google Shape;2233;g39181ba8852_8_48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Speaker Recognition</a:t>
            </a:r>
            <a:endParaRPr/>
          </a:p>
        </p:txBody>
      </p:sp>
      <p:pic>
        <p:nvPicPr>
          <p:cNvPr id="2234" name="Google Shape;2234;g39181ba8852_8_4847" title="clustering_metrics_comparison.png"/>
          <p:cNvPicPr preferRelativeResize="0"/>
          <p:nvPr/>
        </p:nvPicPr>
        <p:blipFill>
          <a:blip r:embed="rId3">
            <a:alphaModFix/>
          </a:blip>
          <a:stretch>
            <a:fillRect/>
          </a:stretch>
        </p:blipFill>
        <p:spPr>
          <a:xfrm>
            <a:off x="765038" y="1807950"/>
            <a:ext cx="10661873" cy="35348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8" name="Shape 2238"/>
        <p:cNvGrpSpPr/>
        <p:nvPr/>
      </p:nvGrpSpPr>
      <p:grpSpPr>
        <a:xfrm>
          <a:off x="0" y="0"/>
          <a:ext cx="0" cy="0"/>
          <a:chOff x="0" y="0"/>
          <a:chExt cx="0" cy="0"/>
        </a:xfrm>
      </p:grpSpPr>
      <p:sp>
        <p:nvSpPr>
          <p:cNvPr id="2239" name="Google Shape;2239;g3a6e511577b_2_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Speaker Recognition</a:t>
            </a:r>
            <a:endParaRPr/>
          </a:p>
        </p:txBody>
      </p:sp>
      <p:pic>
        <p:nvPicPr>
          <p:cNvPr id="2240" name="Google Shape;2240;g3a6e511577b_2_1" title="clustering_metrics_comparison.png"/>
          <p:cNvPicPr preferRelativeResize="0"/>
          <p:nvPr/>
        </p:nvPicPr>
        <p:blipFill>
          <a:blip r:embed="rId3">
            <a:alphaModFix/>
          </a:blip>
          <a:stretch>
            <a:fillRect/>
          </a:stretch>
        </p:blipFill>
        <p:spPr>
          <a:xfrm>
            <a:off x="765038" y="1807950"/>
            <a:ext cx="10661873" cy="3534876"/>
          </a:xfrm>
          <a:prstGeom prst="rect">
            <a:avLst/>
          </a:prstGeom>
          <a:noFill/>
          <a:ln>
            <a:noFill/>
          </a:ln>
        </p:spPr>
      </p:pic>
      <p:grpSp>
        <p:nvGrpSpPr>
          <p:cNvPr id="2241" name="Google Shape;2241;g3a6e511577b_2_1"/>
          <p:cNvGrpSpPr/>
          <p:nvPr/>
        </p:nvGrpSpPr>
        <p:grpSpPr>
          <a:xfrm>
            <a:off x="10976266" y="1927506"/>
            <a:ext cx="304616" cy="343560"/>
            <a:chOff x="5344216" y="4291056"/>
            <a:chExt cx="304616" cy="343560"/>
          </a:xfrm>
        </p:grpSpPr>
        <p:sp>
          <p:nvSpPr>
            <p:cNvPr id="2242" name="Google Shape;2242;g3a6e511577b_2_1"/>
            <p:cNvSpPr/>
            <p:nvPr/>
          </p:nvSpPr>
          <p:spPr>
            <a:xfrm>
              <a:off x="5344216" y="4297148"/>
              <a:ext cx="251334" cy="247264"/>
            </a:xfrm>
            <a:custGeom>
              <a:rect b="b" l="l" r="r" t="t"/>
              <a:pathLst>
                <a:path extrusionOk="0" h="9416" w="9571">
                  <a:moveTo>
                    <a:pt x="9280" y="0"/>
                  </a:moveTo>
                  <a:cubicBezTo>
                    <a:pt x="9234" y="0"/>
                    <a:pt x="9185" y="17"/>
                    <a:pt x="9140" y="55"/>
                  </a:cubicBezTo>
                  <a:lnTo>
                    <a:pt x="144" y="9051"/>
                  </a:lnTo>
                  <a:cubicBezTo>
                    <a:pt x="0" y="9185"/>
                    <a:pt x="96" y="9415"/>
                    <a:pt x="287" y="9415"/>
                  </a:cubicBezTo>
                  <a:cubicBezTo>
                    <a:pt x="345" y="9415"/>
                    <a:pt x="393" y="9386"/>
                    <a:pt x="431" y="9348"/>
                  </a:cubicBezTo>
                  <a:lnTo>
                    <a:pt x="9437" y="352"/>
                  </a:lnTo>
                  <a:cubicBezTo>
                    <a:pt x="9570" y="196"/>
                    <a:pt x="9439" y="0"/>
                    <a:pt x="92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g3a6e511577b_2_1"/>
            <p:cNvSpPr/>
            <p:nvPr/>
          </p:nvSpPr>
          <p:spPr>
            <a:xfrm>
              <a:off x="5544501" y="4291056"/>
              <a:ext cx="55330" cy="53807"/>
            </a:xfrm>
            <a:custGeom>
              <a:rect b="b" l="l" r="r" t="t"/>
              <a:pathLst>
                <a:path extrusionOk="0" h="2049" w="2107">
                  <a:moveTo>
                    <a:pt x="259" y="0"/>
                  </a:moveTo>
                  <a:cubicBezTo>
                    <a:pt x="1" y="19"/>
                    <a:pt x="1" y="393"/>
                    <a:pt x="259" y="412"/>
                  </a:cubicBezTo>
                  <a:lnTo>
                    <a:pt x="1685" y="412"/>
                  </a:lnTo>
                  <a:lnTo>
                    <a:pt x="1685" y="1838"/>
                  </a:lnTo>
                  <a:cubicBezTo>
                    <a:pt x="1685" y="1953"/>
                    <a:pt x="1781" y="2048"/>
                    <a:pt x="1896" y="2048"/>
                  </a:cubicBezTo>
                  <a:cubicBezTo>
                    <a:pt x="2011" y="2048"/>
                    <a:pt x="2097" y="1953"/>
                    <a:pt x="2106" y="1838"/>
                  </a:cubicBezTo>
                  <a:lnTo>
                    <a:pt x="2106" y="201"/>
                  </a:lnTo>
                  <a:cubicBezTo>
                    <a:pt x="2106" y="86"/>
                    <a:pt x="2011" y="0"/>
                    <a:pt x="189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g3a6e511577b_2_1"/>
            <p:cNvSpPr/>
            <p:nvPr/>
          </p:nvSpPr>
          <p:spPr>
            <a:xfrm>
              <a:off x="5349494" y="4566497"/>
              <a:ext cx="102309" cy="68118"/>
            </a:xfrm>
            <a:custGeom>
              <a:rect b="b" l="l" r="r" t="t"/>
              <a:pathLst>
                <a:path extrusionOk="0" h="2594" w="3896">
                  <a:moveTo>
                    <a:pt x="316" y="0"/>
                  </a:moveTo>
                  <a:cubicBezTo>
                    <a:pt x="48" y="10"/>
                    <a:pt x="10" y="144"/>
                    <a:pt x="0" y="201"/>
                  </a:cubicBezTo>
                  <a:lnTo>
                    <a:pt x="0" y="2594"/>
                  </a:lnTo>
                  <a:lnTo>
                    <a:pt x="3895" y="2594"/>
                  </a:lnTo>
                  <a:lnTo>
                    <a:pt x="3895"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g3a6e511577b_2_1"/>
            <p:cNvSpPr/>
            <p:nvPr/>
          </p:nvSpPr>
          <p:spPr>
            <a:xfrm>
              <a:off x="5447996" y="4480784"/>
              <a:ext cx="102309" cy="153831"/>
            </a:xfrm>
            <a:custGeom>
              <a:rect b="b" l="l" r="r" t="t"/>
              <a:pathLst>
                <a:path extrusionOk="0" h="5858" w="3896">
                  <a:moveTo>
                    <a:pt x="297" y="1"/>
                  </a:moveTo>
                  <a:cubicBezTo>
                    <a:pt x="58" y="10"/>
                    <a:pt x="10" y="125"/>
                    <a:pt x="1" y="183"/>
                  </a:cubicBezTo>
                  <a:lnTo>
                    <a:pt x="1" y="5858"/>
                  </a:lnTo>
                  <a:lnTo>
                    <a:pt x="3896" y="5858"/>
                  </a:lnTo>
                  <a:lnTo>
                    <a:pt x="3896" y="1"/>
                  </a:lnTo>
                  <a:close/>
                </a:path>
              </a:pathLst>
            </a:custGeom>
            <a:solidFill>
              <a:srgbClr val="96AB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g3a6e511577b_2_1"/>
            <p:cNvSpPr/>
            <p:nvPr/>
          </p:nvSpPr>
          <p:spPr>
            <a:xfrm>
              <a:off x="5546523" y="4388297"/>
              <a:ext cx="102309" cy="246319"/>
            </a:xfrm>
            <a:custGeom>
              <a:rect b="b" l="l" r="r" t="t"/>
              <a:pathLst>
                <a:path extrusionOk="0" h="9380" w="3896">
                  <a:moveTo>
                    <a:pt x="335" y="1"/>
                  </a:moveTo>
                  <a:cubicBezTo>
                    <a:pt x="39" y="1"/>
                    <a:pt x="10" y="154"/>
                    <a:pt x="0" y="211"/>
                  </a:cubicBezTo>
                  <a:lnTo>
                    <a:pt x="0" y="9380"/>
                  </a:lnTo>
                  <a:lnTo>
                    <a:pt x="3895" y="9380"/>
                  </a:lnTo>
                  <a:lnTo>
                    <a:pt x="3895" y="192"/>
                  </a:lnTo>
                  <a:cubicBezTo>
                    <a:pt x="3886" y="125"/>
                    <a:pt x="3828" y="1"/>
                    <a:pt x="3560" y="1"/>
                  </a:cubicBezTo>
                  <a:close/>
                </a:path>
              </a:pathLst>
            </a:custGeom>
            <a:solidFill>
              <a:srgbClr val="C7D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g3a6e511577b_2_1"/>
            <p:cNvSpPr/>
            <p:nvPr/>
          </p:nvSpPr>
          <p:spPr>
            <a:xfrm>
              <a:off x="5349731" y="4566497"/>
              <a:ext cx="8587" cy="68118"/>
            </a:xfrm>
            <a:custGeom>
              <a:rect b="b" l="l" r="r" t="t"/>
              <a:pathLst>
                <a:path extrusionOk="0" h="2594" w="327">
                  <a:moveTo>
                    <a:pt x="307" y="0"/>
                  </a:moveTo>
                  <a:cubicBezTo>
                    <a:pt x="39" y="10"/>
                    <a:pt x="1" y="144"/>
                    <a:pt x="1" y="201"/>
                  </a:cubicBezTo>
                  <a:lnTo>
                    <a:pt x="1" y="2594"/>
                  </a:lnTo>
                  <a:lnTo>
                    <a:pt x="326" y="2594"/>
                  </a:lnTo>
                  <a:lnTo>
                    <a:pt x="326"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g3a6e511577b_2_1"/>
            <p:cNvSpPr/>
            <p:nvPr/>
          </p:nvSpPr>
          <p:spPr>
            <a:xfrm>
              <a:off x="5447996" y="4480784"/>
              <a:ext cx="8823" cy="153831"/>
            </a:xfrm>
            <a:custGeom>
              <a:rect b="b" l="l" r="r" t="t"/>
              <a:pathLst>
                <a:path extrusionOk="0" h="5858" w="336">
                  <a:moveTo>
                    <a:pt x="297" y="1"/>
                  </a:moveTo>
                  <a:cubicBezTo>
                    <a:pt x="58" y="20"/>
                    <a:pt x="10" y="135"/>
                    <a:pt x="1" y="183"/>
                  </a:cubicBezTo>
                  <a:lnTo>
                    <a:pt x="1" y="5858"/>
                  </a:lnTo>
                  <a:lnTo>
                    <a:pt x="336" y="5858"/>
                  </a:lnTo>
                  <a:lnTo>
                    <a:pt x="33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g3a6e511577b_2_1"/>
            <p:cNvSpPr/>
            <p:nvPr/>
          </p:nvSpPr>
          <p:spPr>
            <a:xfrm>
              <a:off x="5546523" y="4388297"/>
              <a:ext cx="8823" cy="246319"/>
            </a:xfrm>
            <a:custGeom>
              <a:rect b="b" l="l" r="r" t="t"/>
              <a:pathLst>
                <a:path extrusionOk="0" h="9380" w="336">
                  <a:moveTo>
                    <a:pt x="335" y="1"/>
                  </a:moveTo>
                  <a:cubicBezTo>
                    <a:pt x="39" y="1"/>
                    <a:pt x="10" y="154"/>
                    <a:pt x="0" y="211"/>
                  </a:cubicBezTo>
                  <a:lnTo>
                    <a:pt x="0" y="9380"/>
                  </a:lnTo>
                  <a:lnTo>
                    <a:pt x="335" y="9380"/>
                  </a:lnTo>
                  <a:lnTo>
                    <a:pt x="335" y="1"/>
                  </a:lnTo>
                  <a:close/>
                </a:path>
              </a:pathLst>
            </a:custGeom>
            <a:solidFill>
              <a:srgbClr val="ADBE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g3a6e511577b_2_1"/>
            <p:cNvSpPr/>
            <p:nvPr/>
          </p:nvSpPr>
          <p:spPr>
            <a:xfrm>
              <a:off x="5365828" y="4585089"/>
              <a:ext cx="68381" cy="11082"/>
            </a:xfrm>
            <a:custGeom>
              <a:rect b="b" l="l" r="r" t="t"/>
              <a:pathLst>
                <a:path extrusionOk="0" h="422" w="2604">
                  <a:moveTo>
                    <a:pt x="259" y="0"/>
                  </a:moveTo>
                  <a:cubicBezTo>
                    <a:pt x="0" y="20"/>
                    <a:pt x="0" y="402"/>
                    <a:pt x="259" y="422"/>
                  </a:cubicBezTo>
                  <a:lnTo>
                    <a:pt x="2345" y="422"/>
                  </a:lnTo>
                  <a:cubicBezTo>
                    <a:pt x="2603" y="402"/>
                    <a:pt x="2603" y="20"/>
                    <a:pt x="234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g3a6e511577b_2_1"/>
            <p:cNvSpPr/>
            <p:nvPr/>
          </p:nvSpPr>
          <p:spPr>
            <a:xfrm>
              <a:off x="5464592" y="4499376"/>
              <a:ext cx="68381" cy="11108"/>
            </a:xfrm>
            <a:custGeom>
              <a:rect b="b" l="l" r="r" t="t"/>
              <a:pathLst>
                <a:path extrusionOk="0" h="423" w="2604">
                  <a:moveTo>
                    <a:pt x="259" y="1"/>
                  </a:moveTo>
                  <a:cubicBezTo>
                    <a:pt x="0" y="20"/>
                    <a:pt x="0" y="393"/>
                    <a:pt x="259" y="422"/>
                  </a:cubicBezTo>
                  <a:lnTo>
                    <a:pt x="2355" y="422"/>
                  </a:lnTo>
                  <a:cubicBezTo>
                    <a:pt x="2604" y="393"/>
                    <a:pt x="2604" y="20"/>
                    <a:pt x="23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g3a6e511577b_2_1"/>
            <p:cNvSpPr/>
            <p:nvPr/>
          </p:nvSpPr>
          <p:spPr>
            <a:xfrm>
              <a:off x="5562516" y="4406889"/>
              <a:ext cx="70324" cy="11108"/>
            </a:xfrm>
            <a:custGeom>
              <a:rect b="b" l="l" r="r" t="t"/>
              <a:pathLst>
                <a:path extrusionOk="0" h="423" w="2678">
                  <a:moveTo>
                    <a:pt x="273" y="1"/>
                  </a:moveTo>
                  <a:cubicBezTo>
                    <a:pt x="0" y="1"/>
                    <a:pt x="0" y="423"/>
                    <a:pt x="273" y="423"/>
                  </a:cubicBezTo>
                  <a:cubicBezTo>
                    <a:pt x="279" y="423"/>
                    <a:pt x="285" y="423"/>
                    <a:pt x="291" y="422"/>
                  </a:cubicBezTo>
                  <a:lnTo>
                    <a:pt x="2387" y="422"/>
                  </a:lnTo>
                  <a:cubicBezTo>
                    <a:pt x="2393" y="423"/>
                    <a:pt x="2399" y="423"/>
                    <a:pt x="2405" y="423"/>
                  </a:cubicBezTo>
                  <a:cubicBezTo>
                    <a:pt x="2678" y="423"/>
                    <a:pt x="2678" y="1"/>
                    <a:pt x="2405" y="1"/>
                  </a:cubicBezTo>
                  <a:cubicBezTo>
                    <a:pt x="2399" y="1"/>
                    <a:pt x="2393" y="1"/>
                    <a:pt x="2387" y="1"/>
                  </a:cubicBezTo>
                  <a:lnTo>
                    <a:pt x="291" y="1"/>
                  </a:lnTo>
                  <a:cubicBezTo>
                    <a:pt x="285" y="1"/>
                    <a:pt x="279" y="1"/>
                    <a:pt x="2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53" name="Google Shape;2253;g3a6e511577b_2_1"/>
          <p:cNvSpPr/>
          <p:nvPr/>
        </p:nvSpPr>
        <p:spPr>
          <a:xfrm>
            <a:off x="3450850" y="3261550"/>
            <a:ext cx="902700" cy="19956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2254" name="Google Shape;2254;g3a6e511577b_2_1"/>
          <p:cNvSpPr/>
          <p:nvPr/>
        </p:nvSpPr>
        <p:spPr>
          <a:xfrm>
            <a:off x="6973625" y="2556154"/>
            <a:ext cx="902700" cy="2700900"/>
          </a:xfrm>
          <a:prstGeom prst="rect">
            <a:avLst/>
          </a:prstGeom>
          <a:noFill/>
          <a:ln cap="flat" cmpd="sng" w="3810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8" name="Shape 2258"/>
        <p:cNvGrpSpPr/>
        <p:nvPr/>
      </p:nvGrpSpPr>
      <p:grpSpPr>
        <a:xfrm>
          <a:off x="0" y="0"/>
          <a:ext cx="0" cy="0"/>
          <a:chOff x="0" y="0"/>
          <a:chExt cx="0" cy="0"/>
        </a:xfrm>
      </p:grpSpPr>
      <p:sp>
        <p:nvSpPr>
          <p:cNvPr id="2259" name="Google Shape;2259;p2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Pipeline</a:t>
            </a:r>
            <a:endParaRPr/>
          </a:p>
        </p:txBody>
      </p:sp>
      <p:pic>
        <p:nvPicPr>
          <p:cNvPr id="2260" name="Google Shape;2260;p21" title="e2e_der_2025-12-14_19-43-19.png"/>
          <p:cNvPicPr preferRelativeResize="0"/>
          <p:nvPr/>
        </p:nvPicPr>
        <p:blipFill>
          <a:blip r:embed="rId3">
            <a:alphaModFix/>
          </a:blip>
          <a:stretch>
            <a:fillRect/>
          </a:stretch>
        </p:blipFill>
        <p:spPr>
          <a:xfrm>
            <a:off x="1858125" y="1347250"/>
            <a:ext cx="7603850" cy="5301900"/>
          </a:xfrm>
          <a:prstGeom prst="rect">
            <a:avLst/>
          </a:prstGeom>
          <a:noFill/>
          <a:ln>
            <a:noFill/>
          </a:ln>
        </p:spPr>
      </p:pic>
      <p:grpSp>
        <p:nvGrpSpPr>
          <p:cNvPr id="2261" name="Google Shape;2261;p21"/>
          <p:cNvGrpSpPr/>
          <p:nvPr/>
        </p:nvGrpSpPr>
        <p:grpSpPr>
          <a:xfrm>
            <a:off x="8887854" y="1492556"/>
            <a:ext cx="304616" cy="343560"/>
            <a:chOff x="5344216" y="4291056"/>
            <a:chExt cx="304616" cy="343560"/>
          </a:xfrm>
        </p:grpSpPr>
        <p:sp>
          <p:nvSpPr>
            <p:cNvPr id="2262" name="Google Shape;2262;p21"/>
            <p:cNvSpPr/>
            <p:nvPr/>
          </p:nvSpPr>
          <p:spPr>
            <a:xfrm>
              <a:off x="5344216" y="4297148"/>
              <a:ext cx="251334" cy="247264"/>
            </a:xfrm>
            <a:custGeom>
              <a:rect b="b" l="l" r="r" t="t"/>
              <a:pathLst>
                <a:path extrusionOk="0" h="9416" w="9571">
                  <a:moveTo>
                    <a:pt x="9280" y="0"/>
                  </a:moveTo>
                  <a:cubicBezTo>
                    <a:pt x="9234" y="0"/>
                    <a:pt x="9185" y="17"/>
                    <a:pt x="9140" y="55"/>
                  </a:cubicBezTo>
                  <a:lnTo>
                    <a:pt x="144" y="9051"/>
                  </a:lnTo>
                  <a:cubicBezTo>
                    <a:pt x="0" y="9185"/>
                    <a:pt x="96" y="9415"/>
                    <a:pt x="287" y="9415"/>
                  </a:cubicBezTo>
                  <a:cubicBezTo>
                    <a:pt x="345" y="9415"/>
                    <a:pt x="393" y="9386"/>
                    <a:pt x="431" y="9348"/>
                  </a:cubicBezTo>
                  <a:lnTo>
                    <a:pt x="9437" y="352"/>
                  </a:lnTo>
                  <a:cubicBezTo>
                    <a:pt x="9570" y="196"/>
                    <a:pt x="9439" y="0"/>
                    <a:pt x="92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21"/>
            <p:cNvSpPr/>
            <p:nvPr/>
          </p:nvSpPr>
          <p:spPr>
            <a:xfrm>
              <a:off x="5544501" y="4291056"/>
              <a:ext cx="55330" cy="53807"/>
            </a:xfrm>
            <a:custGeom>
              <a:rect b="b" l="l" r="r" t="t"/>
              <a:pathLst>
                <a:path extrusionOk="0" h="2049" w="2107">
                  <a:moveTo>
                    <a:pt x="259" y="0"/>
                  </a:moveTo>
                  <a:cubicBezTo>
                    <a:pt x="1" y="19"/>
                    <a:pt x="1" y="393"/>
                    <a:pt x="259" y="412"/>
                  </a:cubicBezTo>
                  <a:lnTo>
                    <a:pt x="1685" y="412"/>
                  </a:lnTo>
                  <a:lnTo>
                    <a:pt x="1685" y="1838"/>
                  </a:lnTo>
                  <a:cubicBezTo>
                    <a:pt x="1685" y="1953"/>
                    <a:pt x="1781" y="2048"/>
                    <a:pt x="1896" y="2048"/>
                  </a:cubicBezTo>
                  <a:cubicBezTo>
                    <a:pt x="2011" y="2048"/>
                    <a:pt x="2097" y="1953"/>
                    <a:pt x="2106" y="1838"/>
                  </a:cubicBezTo>
                  <a:lnTo>
                    <a:pt x="2106" y="201"/>
                  </a:lnTo>
                  <a:cubicBezTo>
                    <a:pt x="2106" y="86"/>
                    <a:pt x="2011" y="0"/>
                    <a:pt x="189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21"/>
            <p:cNvSpPr/>
            <p:nvPr/>
          </p:nvSpPr>
          <p:spPr>
            <a:xfrm>
              <a:off x="5349494" y="4566497"/>
              <a:ext cx="102309" cy="68118"/>
            </a:xfrm>
            <a:custGeom>
              <a:rect b="b" l="l" r="r" t="t"/>
              <a:pathLst>
                <a:path extrusionOk="0" h="2594" w="3896">
                  <a:moveTo>
                    <a:pt x="316" y="0"/>
                  </a:moveTo>
                  <a:cubicBezTo>
                    <a:pt x="48" y="10"/>
                    <a:pt x="10" y="144"/>
                    <a:pt x="0" y="201"/>
                  </a:cubicBezTo>
                  <a:lnTo>
                    <a:pt x="0" y="2594"/>
                  </a:lnTo>
                  <a:lnTo>
                    <a:pt x="3895" y="2594"/>
                  </a:lnTo>
                  <a:lnTo>
                    <a:pt x="3895"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21"/>
            <p:cNvSpPr/>
            <p:nvPr/>
          </p:nvSpPr>
          <p:spPr>
            <a:xfrm>
              <a:off x="5447996" y="4480784"/>
              <a:ext cx="102309" cy="153831"/>
            </a:xfrm>
            <a:custGeom>
              <a:rect b="b" l="l" r="r" t="t"/>
              <a:pathLst>
                <a:path extrusionOk="0" h="5858" w="3896">
                  <a:moveTo>
                    <a:pt x="297" y="1"/>
                  </a:moveTo>
                  <a:cubicBezTo>
                    <a:pt x="58" y="10"/>
                    <a:pt x="10" y="125"/>
                    <a:pt x="1" y="183"/>
                  </a:cubicBezTo>
                  <a:lnTo>
                    <a:pt x="1" y="5858"/>
                  </a:lnTo>
                  <a:lnTo>
                    <a:pt x="3896" y="5858"/>
                  </a:lnTo>
                  <a:lnTo>
                    <a:pt x="3896" y="1"/>
                  </a:lnTo>
                  <a:close/>
                </a:path>
              </a:pathLst>
            </a:custGeom>
            <a:solidFill>
              <a:srgbClr val="96ABB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21"/>
            <p:cNvSpPr/>
            <p:nvPr/>
          </p:nvSpPr>
          <p:spPr>
            <a:xfrm>
              <a:off x="5546523" y="4388297"/>
              <a:ext cx="102309" cy="246319"/>
            </a:xfrm>
            <a:custGeom>
              <a:rect b="b" l="l" r="r" t="t"/>
              <a:pathLst>
                <a:path extrusionOk="0" h="9380" w="3896">
                  <a:moveTo>
                    <a:pt x="335" y="1"/>
                  </a:moveTo>
                  <a:cubicBezTo>
                    <a:pt x="39" y="1"/>
                    <a:pt x="10" y="154"/>
                    <a:pt x="0" y="211"/>
                  </a:cubicBezTo>
                  <a:lnTo>
                    <a:pt x="0" y="9380"/>
                  </a:lnTo>
                  <a:lnTo>
                    <a:pt x="3895" y="9380"/>
                  </a:lnTo>
                  <a:lnTo>
                    <a:pt x="3895" y="192"/>
                  </a:lnTo>
                  <a:cubicBezTo>
                    <a:pt x="3886" y="125"/>
                    <a:pt x="3828" y="1"/>
                    <a:pt x="3560" y="1"/>
                  </a:cubicBezTo>
                  <a:close/>
                </a:path>
              </a:pathLst>
            </a:custGeom>
            <a:solidFill>
              <a:srgbClr val="C7D3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21"/>
            <p:cNvSpPr/>
            <p:nvPr/>
          </p:nvSpPr>
          <p:spPr>
            <a:xfrm>
              <a:off x="5349731" y="4566497"/>
              <a:ext cx="8587" cy="68118"/>
            </a:xfrm>
            <a:custGeom>
              <a:rect b="b" l="l" r="r" t="t"/>
              <a:pathLst>
                <a:path extrusionOk="0" h="2594" w="327">
                  <a:moveTo>
                    <a:pt x="307" y="0"/>
                  </a:moveTo>
                  <a:cubicBezTo>
                    <a:pt x="39" y="10"/>
                    <a:pt x="1" y="144"/>
                    <a:pt x="1" y="201"/>
                  </a:cubicBezTo>
                  <a:lnTo>
                    <a:pt x="1" y="2594"/>
                  </a:lnTo>
                  <a:lnTo>
                    <a:pt x="326" y="2594"/>
                  </a:lnTo>
                  <a:lnTo>
                    <a:pt x="326"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21"/>
            <p:cNvSpPr/>
            <p:nvPr/>
          </p:nvSpPr>
          <p:spPr>
            <a:xfrm>
              <a:off x="5447996" y="4480784"/>
              <a:ext cx="8823" cy="153831"/>
            </a:xfrm>
            <a:custGeom>
              <a:rect b="b" l="l" r="r" t="t"/>
              <a:pathLst>
                <a:path extrusionOk="0" h="5858" w="336">
                  <a:moveTo>
                    <a:pt x="297" y="1"/>
                  </a:moveTo>
                  <a:cubicBezTo>
                    <a:pt x="58" y="20"/>
                    <a:pt x="10" y="135"/>
                    <a:pt x="1" y="183"/>
                  </a:cubicBezTo>
                  <a:lnTo>
                    <a:pt x="1" y="5858"/>
                  </a:lnTo>
                  <a:lnTo>
                    <a:pt x="336" y="5858"/>
                  </a:lnTo>
                  <a:lnTo>
                    <a:pt x="33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21"/>
            <p:cNvSpPr/>
            <p:nvPr/>
          </p:nvSpPr>
          <p:spPr>
            <a:xfrm>
              <a:off x="5546523" y="4388297"/>
              <a:ext cx="8823" cy="246319"/>
            </a:xfrm>
            <a:custGeom>
              <a:rect b="b" l="l" r="r" t="t"/>
              <a:pathLst>
                <a:path extrusionOk="0" h="9380" w="336">
                  <a:moveTo>
                    <a:pt x="335" y="1"/>
                  </a:moveTo>
                  <a:cubicBezTo>
                    <a:pt x="39" y="1"/>
                    <a:pt x="10" y="154"/>
                    <a:pt x="0" y="211"/>
                  </a:cubicBezTo>
                  <a:lnTo>
                    <a:pt x="0" y="9380"/>
                  </a:lnTo>
                  <a:lnTo>
                    <a:pt x="335" y="9380"/>
                  </a:lnTo>
                  <a:lnTo>
                    <a:pt x="335" y="1"/>
                  </a:lnTo>
                  <a:close/>
                </a:path>
              </a:pathLst>
            </a:custGeom>
            <a:solidFill>
              <a:srgbClr val="ADBE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21"/>
            <p:cNvSpPr/>
            <p:nvPr/>
          </p:nvSpPr>
          <p:spPr>
            <a:xfrm>
              <a:off x="5365828" y="4585089"/>
              <a:ext cx="68381" cy="11082"/>
            </a:xfrm>
            <a:custGeom>
              <a:rect b="b" l="l" r="r" t="t"/>
              <a:pathLst>
                <a:path extrusionOk="0" h="422" w="2604">
                  <a:moveTo>
                    <a:pt x="259" y="0"/>
                  </a:moveTo>
                  <a:cubicBezTo>
                    <a:pt x="0" y="20"/>
                    <a:pt x="0" y="402"/>
                    <a:pt x="259" y="422"/>
                  </a:cubicBezTo>
                  <a:lnTo>
                    <a:pt x="2345" y="422"/>
                  </a:lnTo>
                  <a:cubicBezTo>
                    <a:pt x="2603" y="402"/>
                    <a:pt x="2603" y="20"/>
                    <a:pt x="234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21"/>
            <p:cNvSpPr/>
            <p:nvPr/>
          </p:nvSpPr>
          <p:spPr>
            <a:xfrm>
              <a:off x="5464592" y="4499376"/>
              <a:ext cx="68381" cy="11108"/>
            </a:xfrm>
            <a:custGeom>
              <a:rect b="b" l="l" r="r" t="t"/>
              <a:pathLst>
                <a:path extrusionOk="0" h="423" w="2604">
                  <a:moveTo>
                    <a:pt x="259" y="1"/>
                  </a:moveTo>
                  <a:cubicBezTo>
                    <a:pt x="0" y="20"/>
                    <a:pt x="0" y="393"/>
                    <a:pt x="259" y="422"/>
                  </a:cubicBezTo>
                  <a:lnTo>
                    <a:pt x="2355" y="422"/>
                  </a:lnTo>
                  <a:cubicBezTo>
                    <a:pt x="2604" y="393"/>
                    <a:pt x="2604" y="20"/>
                    <a:pt x="23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21"/>
            <p:cNvSpPr/>
            <p:nvPr/>
          </p:nvSpPr>
          <p:spPr>
            <a:xfrm>
              <a:off x="5562516" y="4406889"/>
              <a:ext cx="70324" cy="11108"/>
            </a:xfrm>
            <a:custGeom>
              <a:rect b="b" l="l" r="r" t="t"/>
              <a:pathLst>
                <a:path extrusionOk="0" h="423" w="2678">
                  <a:moveTo>
                    <a:pt x="273" y="1"/>
                  </a:moveTo>
                  <a:cubicBezTo>
                    <a:pt x="0" y="1"/>
                    <a:pt x="0" y="423"/>
                    <a:pt x="273" y="423"/>
                  </a:cubicBezTo>
                  <a:cubicBezTo>
                    <a:pt x="279" y="423"/>
                    <a:pt x="285" y="423"/>
                    <a:pt x="291" y="422"/>
                  </a:cubicBezTo>
                  <a:lnTo>
                    <a:pt x="2387" y="422"/>
                  </a:lnTo>
                  <a:cubicBezTo>
                    <a:pt x="2393" y="423"/>
                    <a:pt x="2399" y="423"/>
                    <a:pt x="2405" y="423"/>
                  </a:cubicBezTo>
                  <a:cubicBezTo>
                    <a:pt x="2678" y="423"/>
                    <a:pt x="2678" y="1"/>
                    <a:pt x="2405" y="1"/>
                  </a:cubicBezTo>
                  <a:cubicBezTo>
                    <a:pt x="2399" y="1"/>
                    <a:pt x="2393" y="1"/>
                    <a:pt x="2387" y="1"/>
                  </a:cubicBezTo>
                  <a:lnTo>
                    <a:pt x="291" y="1"/>
                  </a:lnTo>
                  <a:cubicBezTo>
                    <a:pt x="285" y="1"/>
                    <a:pt x="279" y="1"/>
                    <a:pt x="27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6" name="Shape 2276"/>
        <p:cNvGrpSpPr/>
        <p:nvPr/>
      </p:nvGrpSpPr>
      <p:grpSpPr>
        <a:xfrm>
          <a:off x="0" y="0"/>
          <a:ext cx="0" cy="0"/>
          <a:chOff x="0" y="0"/>
          <a:chExt cx="0" cy="0"/>
        </a:xfrm>
      </p:grpSpPr>
      <p:sp>
        <p:nvSpPr>
          <p:cNvPr id="2277" name="Google Shape;2277;g39181ba8852_8_397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4400"/>
              <a:buFont typeface="Play"/>
              <a:buNone/>
            </a:pPr>
            <a:r>
              <a:rPr lang="en-US"/>
              <a:t>Pipeline</a:t>
            </a:r>
            <a:endParaRPr/>
          </a:p>
        </p:txBody>
      </p:sp>
      <p:grpSp>
        <p:nvGrpSpPr>
          <p:cNvPr id="2278" name="Google Shape;2278;g39181ba8852_8_3975"/>
          <p:cNvGrpSpPr/>
          <p:nvPr/>
        </p:nvGrpSpPr>
        <p:grpSpPr>
          <a:xfrm>
            <a:off x="10451282" y="632814"/>
            <a:ext cx="789740" cy="790310"/>
            <a:chOff x="6229598" y="1518052"/>
            <a:chExt cx="343560" cy="343822"/>
          </a:xfrm>
        </p:grpSpPr>
        <p:sp>
          <p:nvSpPr>
            <p:cNvPr id="2279" name="Google Shape;2279;g39181ba8852_8_3975"/>
            <p:cNvSpPr/>
            <p:nvPr/>
          </p:nvSpPr>
          <p:spPr>
            <a:xfrm>
              <a:off x="6229598" y="1518052"/>
              <a:ext cx="343560" cy="343822"/>
            </a:xfrm>
            <a:custGeom>
              <a:rect b="b" l="l" r="r" t="t"/>
              <a:pathLst>
                <a:path extrusionOk="0" h="13093" w="13083">
                  <a:moveTo>
                    <a:pt x="6537" y="0"/>
                  </a:moveTo>
                  <a:cubicBezTo>
                    <a:pt x="2929" y="0"/>
                    <a:pt x="0" y="2938"/>
                    <a:pt x="0" y="6546"/>
                  </a:cubicBezTo>
                  <a:cubicBezTo>
                    <a:pt x="0" y="10164"/>
                    <a:pt x="2929" y="13092"/>
                    <a:pt x="6537" y="13092"/>
                  </a:cubicBezTo>
                  <a:cubicBezTo>
                    <a:pt x="10154" y="13092"/>
                    <a:pt x="13083" y="10164"/>
                    <a:pt x="13083" y="6546"/>
                  </a:cubicBezTo>
                  <a:cubicBezTo>
                    <a:pt x="13083" y="2938"/>
                    <a:pt x="10154" y="0"/>
                    <a:pt x="6537" y="0"/>
                  </a:cubicBezTo>
                  <a:close/>
                </a:path>
              </a:pathLst>
            </a:custGeom>
            <a:solidFill>
              <a:srgbClr val="C5D1DA"/>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0" name="Google Shape;2280;g39181ba8852_8_3975"/>
            <p:cNvSpPr/>
            <p:nvPr/>
          </p:nvSpPr>
          <p:spPr>
            <a:xfrm>
              <a:off x="6255228" y="1543918"/>
              <a:ext cx="292064" cy="292064"/>
            </a:xfrm>
            <a:custGeom>
              <a:rect b="b" l="l" r="r" t="t"/>
              <a:pathLst>
                <a:path extrusionOk="0" h="11122" w="11122">
                  <a:moveTo>
                    <a:pt x="5561" y="1"/>
                  </a:moveTo>
                  <a:cubicBezTo>
                    <a:pt x="2489" y="1"/>
                    <a:pt x="1" y="2489"/>
                    <a:pt x="1" y="5561"/>
                  </a:cubicBezTo>
                  <a:cubicBezTo>
                    <a:pt x="1" y="8633"/>
                    <a:pt x="2489" y="11121"/>
                    <a:pt x="5561" y="11121"/>
                  </a:cubicBezTo>
                  <a:cubicBezTo>
                    <a:pt x="8633" y="11121"/>
                    <a:pt x="11121" y="8633"/>
                    <a:pt x="11121" y="5561"/>
                  </a:cubicBezTo>
                  <a:cubicBezTo>
                    <a:pt x="11121" y="2489"/>
                    <a:pt x="8633" y="1"/>
                    <a:pt x="5561" y="1"/>
                  </a:cubicBezTo>
                  <a:close/>
                </a:path>
              </a:pathLst>
            </a:custGeom>
            <a:solidFill>
              <a:srgbClr val="F0F3F6"/>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1" name="Google Shape;2281;g39181ba8852_8_3975"/>
            <p:cNvSpPr/>
            <p:nvPr/>
          </p:nvSpPr>
          <p:spPr>
            <a:xfrm>
              <a:off x="6396218" y="1564034"/>
              <a:ext cx="10320" cy="131221"/>
            </a:xfrm>
            <a:custGeom>
              <a:rect b="b" l="l" r="r" t="t"/>
              <a:pathLst>
                <a:path extrusionOk="0" h="4997" w="393">
                  <a:moveTo>
                    <a:pt x="197" y="0"/>
                  </a:moveTo>
                  <a:cubicBezTo>
                    <a:pt x="99" y="0"/>
                    <a:pt x="1" y="67"/>
                    <a:pt x="1" y="201"/>
                  </a:cubicBezTo>
                  <a:lnTo>
                    <a:pt x="1" y="4795"/>
                  </a:lnTo>
                  <a:cubicBezTo>
                    <a:pt x="1" y="4910"/>
                    <a:pt x="87" y="4996"/>
                    <a:pt x="192" y="4996"/>
                  </a:cubicBezTo>
                  <a:cubicBezTo>
                    <a:pt x="307" y="4996"/>
                    <a:pt x="393" y="4910"/>
                    <a:pt x="393" y="4795"/>
                  </a:cubicBezTo>
                  <a:lnTo>
                    <a:pt x="393" y="201"/>
                  </a:lnTo>
                  <a:cubicBezTo>
                    <a:pt x="393" y="67"/>
                    <a:pt x="295" y="0"/>
                    <a:pt x="197" y="0"/>
                  </a:cubicBezTo>
                  <a:close/>
                </a:path>
              </a:pathLst>
            </a:custGeom>
            <a:solidFill>
              <a:srgbClr val="657E93"/>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2" name="Google Shape;2282;g39181ba8852_8_3975"/>
            <p:cNvSpPr/>
            <p:nvPr/>
          </p:nvSpPr>
          <p:spPr>
            <a:xfrm>
              <a:off x="6394459" y="1684908"/>
              <a:ext cx="134477" cy="10346"/>
            </a:xfrm>
            <a:custGeom>
              <a:rect b="b" l="l" r="r" t="t"/>
              <a:pathLst>
                <a:path extrusionOk="0" h="394" w="5121">
                  <a:moveTo>
                    <a:pt x="259" y="1"/>
                  </a:moveTo>
                  <a:cubicBezTo>
                    <a:pt x="1" y="1"/>
                    <a:pt x="1" y="393"/>
                    <a:pt x="259" y="393"/>
                  </a:cubicBezTo>
                  <a:lnTo>
                    <a:pt x="4862" y="393"/>
                  </a:lnTo>
                  <a:cubicBezTo>
                    <a:pt x="5121" y="393"/>
                    <a:pt x="5121" y="1"/>
                    <a:pt x="4862" y="1"/>
                  </a:cubicBezTo>
                  <a:close/>
                </a:path>
              </a:pathLst>
            </a:custGeom>
            <a:solidFill>
              <a:srgbClr val="657E93"/>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3" name="Google Shape;2283;g39181ba8852_8_3975"/>
            <p:cNvSpPr/>
            <p:nvPr/>
          </p:nvSpPr>
          <p:spPr>
            <a:xfrm>
              <a:off x="6291178" y="1579868"/>
              <a:ext cx="272946" cy="256009"/>
            </a:xfrm>
            <a:custGeom>
              <a:rect b="b" l="l" r="r" t="t"/>
              <a:pathLst>
                <a:path extrusionOk="0" h="9749" w="10394">
                  <a:moveTo>
                    <a:pt x="7848" y="0"/>
                  </a:moveTo>
                  <a:lnTo>
                    <a:pt x="7848" y="0"/>
                  </a:lnTo>
                  <a:cubicBezTo>
                    <a:pt x="9781" y="2211"/>
                    <a:pt x="9666" y="5522"/>
                    <a:pt x="7599" y="7599"/>
                  </a:cubicBezTo>
                  <a:cubicBezTo>
                    <a:pt x="6518" y="8680"/>
                    <a:pt x="5095" y="9227"/>
                    <a:pt x="3667" y="9227"/>
                  </a:cubicBezTo>
                  <a:cubicBezTo>
                    <a:pt x="2363" y="9227"/>
                    <a:pt x="1055" y="8771"/>
                    <a:pt x="0" y="7848"/>
                  </a:cubicBezTo>
                  <a:lnTo>
                    <a:pt x="0" y="7848"/>
                  </a:lnTo>
                  <a:cubicBezTo>
                    <a:pt x="1108" y="9110"/>
                    <a:pt x="2650" y="9748"/>
                    <a:pt x="4196" y="9748"/>
                  </a:cubicBezTo>
                  <a:cubicBezTo>
                    <a:pt x="5614" y="9748"/>
                    <a:pt x="7035" y="9211"/>
                    <a:pt x="8125" y="8125"/>
                  </a:cubicBezTo>
                  <a:cubicBezTo>
                    <a:pt x="10393" y="5848"/>
                    <a:pt x="10269" y="2125"/>
                    <a:pt x="7848" y="0"/>
                  </a:cubicBezTo>
                  <a:close/>
                </a:path>
              </a:pathLst>
            </a:custGeom>
            <a:solidFill>
              <a:srgbClr val="E2E8ED"/>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4" name="Google Shape;2284;g39181ba8852_8_3975"/>
            <p:cNvSpPr/>
            <p:nvPr/>
          </p:nvSpPr>
          <p:spPr>
            <a:xfrm>
              <a:off x="6273584" y="1684908"/>
              <a:ext cx="21376" cy="10346"/>
            </a:xfrm>
            <a:custGeom>
              <a:rect b="b" l="l" r="r" t="t"/>
              <a:pathLst>
                <a:path extrusionOk="0" h="394" w="814">
                  <a:moveTo>
                    <a:pt x="268" y="1"/>
                  </a:moveTo>
                  <a:cubicBezTo>
                    <a:pt x="0" y="1"/>
                    <a:pt x="0" y="393"/>
                    <a:pt x="268" y="393"/>
                  </a:cubicBezTo>
                  <a:lnTo>
                    <a:pt x="555" y="393"/>
                  </a:lnTo>
                  <a:cubicBezTo>
                    <a:pt x="814" y="393"/>
                    <a:pt x="814" y="1"/>
                    <a:pt x="555" y="1"/>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5" name="Google Shape;2285;g39181ba8852_8_3975"/>
            <p:cNvSpPr/>
            <p:nvPr/>
          </p:nvSpPr>
          <p:spPr>
            <a:xfrm>
              <a:off x="6396218" y="1798194"/>
              <a:ext cx="10320" cy="17673"/>
            </a:xfrm>
            <a:custGeom>
              <a:rect b="b" l="l" r="r" t="t"/>
              <a:pathLst>
                <a:path extrusionOk="0" h="673" w="393">
                  <a:moveTo>
                    <a:pt x="197" y="1"/>
                  </a:moveTo>
                  <a:cubicBezTo>
                    <a:pt x="99" y="1"/>
                    <a:pt x="1" y="65"/>
                    <a:pt x="1" y="194"/>
                  </a:cubicBezTo>
                  <a:lnTo>
                    <a:pt x="1" y="481"/>
                  </a:lnTo>
                  <a:cubicBezTo>
                    <a:pt x="1" y="587"/>
                    <a:pt x="87" y="673"/>
                    <a:pt x="192" y="673"/>
                  </a:cubicBezTo>
                  <a:cubicBezTo>
                    <a:pt x="307" y="673"/>
                    <a:pt x="393" y="587"/>
                    <a:pt x="393" y="481"/>
                  </a:cubicBezTo>
                  <a:lnTo>
                    <a:pt x="393" y="194"/>
                  </a:lnTo>
                  <a:cubicBezTo>
                    <a:pt x="393" y="65"/>
                    <a:pt x="295" y="1"/>
                    <a:pt x="197" y="1"/>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6" name="Google Shape;2286;g39181ba8852_8_3975"/>
            <p:cNvSpPr/>
            <p:nvPr/>
          </p:nvSpPr>
          <p:spPr>
            <a:xfrm>
              <a:off x="6308063" y="1599117"/>
              <a:ext cx="20036" cy="15966"/>
            </a:xfrm>
            <a:custGeom>
              <a:rect b="b" l="l" r="r" t="t"/>
              <a:pathLst>
                <a:path extrusionOk="0" h="608" w="763">
                  <a:moveTo>
                    <a:pt x="296" y="0"/>
                  </a:moveTo>
                  <a:cubicBezTo>
                    <a:pt x="140" y="0"/>
                    <a:pt x="1" y="210"/>
                    <a:pt x="161" y="349"/>
                  </a:cubicBezTo>
                  <a:lnTo>
                    <a:pt x="362" y="550"/>
                  </a:lnTo>
                  <a:cubicBezTo>
                    <a:pt x="399" y="587"/>
                    <a:pt x="445" y="606"/>
                    <a:pt x="501" y="607"/>
                  </a:cubicBezTo>
                  <a:lnTo>
                    <a:pt x="501" y="607"/>
                  </a:lnTo>
                  <a:cubicBezTo>
                    <a:pt x="679" y="604"/>
                    <a:pt x="763" y="396"/>
                    <a:pt x="640" y="272"/>
                  </a:cubicBezTo>
                  <a:lnTo>
                    <a:pt x="439" y="71"/>
                  </a:lnTo>
                  <a:cubicBezTo>
                    <a:pt x="395" y="21"/>
                    <a:pt x="344" y="0"/>
                    <a:pt x="296" y="0"/>
                  </a:cubicBezTo>
                  <a:close/>
                  <a:moveTo>
                    <a:pt x="501" y="607"/>
                  </a:moveTo>
                  <a:cubicBezTo>
                    <a:pt x="499" y="607"/>
                    <a:pt x="498" y="607"/>
                    <a:pt x="496" y="607"/>
                  </a:cubicBezTo>
                  <a:lnTo>
                    <a:pt x="506" y="607"/>
                  </a:lnTo>
                  <a:cubicBezTo>
                    <a:pt x="504" y="607"/>
                    <a:pt x="502" y="607"/>
                    <a:pt x="501" y="607"/>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7" name="Google Shape;2287;g39181ba8852_8_3975"/>
            <p:cNvSpPr/>
            <p:nvPr/>
          </p:nvSpPr>
          <p:spPr>
            <a:xfrm>
              <a:off x="6473606" y="1764581"/>
              <a:ext cx="20141" cy="16097"/>
            </a:xfrm>
            <a:custGeom>
              <a:rect b="b" l="l" r="r" t="t"/>
              <a:pathLst>
                <a:path extrusionOk="0" h="613" w="767">
                  <a:moveTo>
                    <a:pt x="297" y="0"/>
                  </a:moveTo>
                  <a:cubicBezTo>
                    <a:pt x="138" y="0"/>
                    <a:pt x="1" y="208"/>
                    <a:pt x="154" y="355"/>
                  </a:cubicBezTo>
                  <a:lnTo>
                    <a:pt x="355" y="556"/>
                  </a:lnTo>
                  <a:cubicBezTo>
                    <a:pt x="394" y="584"/>
                    <a:pt x="451" y="613"/>
                    <a:pt x="499" y="613"/>
                  </a:cubicBezTo>
                  <a:cubicBezTo>
                    <a:pt x="671" y="613"/>
                    <a:pt x="767" y="402"/>
                    <a:pt x="642" y="278"/>
                  </a:cubicBezTo>
                  <a:lnTo>
                    <a:pt x="441" y="67"/>
                  </a:lnTo>
                  <a:cubicBezTo>
                    <a:pt x="396" y="20"/>
                    <a:pt x="345" y="0"/>
                    <a:pt x="297"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8" name="Google Shape;2288;g39181ba8852_8_3975"/>
            <p:cNvSpPr/>
            <p:nvPr/>
          </p:nvSpPr>
          <p:spPr>
            <a:xfrm>
              <a:off x="6474368" y="1599117"/>
              <a:ext cx="20141" cy="15966"/>
            </a:xfrm>
            <a:custGeom>
              <a:rect b="b" l="l" r="r" t="t"/>
              <a:pathLst>
                <a:path extrusionOk="0" h="608" w="767">
                  <a:moveTo>
                    <a:pt x="478" y="0"/>
                  </a:moveTo>
                  <a:cubicBezTo>
                    <a:pt x="429" y="0"/>
                    <a:pt x="379" y="21"/>
                    <a:pt x="336" y="71"/>
                  </a:cubicBezTo>
                  <a:lnTo>
                    <a:pt x="135" y="272"/>
                  </a:lnTo>
                  <a:cubicBezTo>
                    <a:pt x="1" y="397"/>
                    <a:pt x="97" y="607"/>
                    <a:pt x="269" y="607"/>
                  </a:cubicBezTo>
                  <a:cubicBezTo>
                    <a:pt x="326" y="607"/>
                    <a:pt x="374" y="588"/>
                    <a:pt x="412" y="550"/>
                  </a:cubicBezTo>
                  <a:lnTo>
                    <a:pt x="613" y="349"/>
                  </a:lnTo>
                  <a:cubicBezTo>
                    <a:pt x="766" y="210"/>
                    <a:pt x="631" y="0"/>
                    <a:pt x="478"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89" name="Google Shape;2289;g39181ba8852_8_3975"/>
            <p:cNvSpPr/>
            <p:nvPr/>
          </p:nvSpPr>
          <p:spPr>
            <a:xfrm>
              <a:off x="6308772" y="1765001"/>
              <a:ext cx="19432" cy="15677"/>
            </a:xfrm>
            <a:custGeom>
              <a:rect b="b" l="l" r="r" t="t"/>
              <a:pathLst>
                <a:path extrusionOk="0" h="597" w="740">
                  <a:moveTo>
                    <a:pt x="457" y="0"/>
                  </a:moveTo>
                  <a:cubicBezTo>
                    <a:pt x="414" y="0"/>
                    <a:pt x="368" y="15"/>
                    <a:pt x="325" y="51"/>
                  </a:cubicBezTo>
                  <a:lnTo>
                    <a:pt x="124" y="252"/>
                  </a:lnTo>
                  <a:cubicBezTo>
                    <a:pt x="0" y="377"/>
                    <a:pt x="96" y="597"/>
                    <a:pt x="268" y="597"/>
                  </a:cubicBezTo>
                  <a:cubicBezTo>
                    <a:pt x="316" y="597"/>
                    <a:pt x="373" y="568"/>
                    <a:pt x="412" y="540"/>
                  </a:cubicBezTo>
                  <a:lnTo>
                    <a:pt x="613" y="339"/>
                  </a:lnTo>
                  <a:cubicBezTo>
                    <a:pt x="739" y="190"/>
                    <a:pt x="611" y="0"/>
                    <a:pt x="457"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0" name="Google Shape;2290;g39181ba8852_8_3975"/>
            <p:cNvSpPr/>
            <p:nvPr/>
          </p:nvSpPr>
          <p:spPr>
            <a:xfrm>
              <a:off x="6283064" y="1637404"/>
              <a:ext cx="20693" cy="13366"/>
            </a:xfrm>
            <a:custGeom>
              <a:rect b="b" l="l" r="r" t="t"/>
              <a:pathLst>
                <a:path extrusionOk="0" h="509" w="788">
                  <a:moveTo>
                    <a:pt x="280" y="0"/>
                  </a:moveTo>
                  <a:cubicBezTo>
                    <a:pt x="118" y="0"/>
                    <a:pt x="0" y="333"/>
                    <a:pt x="194" y="384"/>
                  </a:cubicBezTo>
                  <a:lnTo>
                    <a:pt x="453" y="489"/>
                  </a:lnTo>
                  <a:cubicBezTo>
                    <a:pt x="472" y="499"/>
                    <a:pt x="501" y="508"/>
                    <a:pt x="529" y="508"/>
                  </a:cubicBezTo>
                  <a:cubicBezTo>
                    <a:pt x="730" y="499"/>
                    <a:pt x="788" y="221"/>
                    <a:pt x="606" y="135"/>
                  </a:cubicBezTo>
                  <a:lnTo>
                    <a:pt x="347" y="20"/>
                  </a:lnTo>
                  <a:cubicBezTo>
                    <a:pt x="325" y="6"/>
                    <a:pt x="302" y="0"/>
                    <a:pt x="280"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1" name="Google Shape;2291;g39181ba8852_8_3975"/>
            <p:cNvSpPr/>
            <p:nvPr/>
          </p:nvSpPr>
          <p:spPr>
            <a:xfrm>
              <a:off x="6498947" y="1729445"/>
              <a:ext cx="20640" cy="13051"/>
            </a:xfrm>
            <a:custGeom>
              <a:rect b="b" l="l" r="r" t="t"/>
              <a:pathLst>
                <a:path extrusionOk="0" h="497" w="786">
                  <a:moveTo>
                    <a:pt x="273" y="1"/>
                  </a:moveTo>
                  <a:cubicBezTo>
                    <a:pt x="89" y="1"/>
                    <a:pt x="0" y="258"/>
                    <a:pt x="175" y="372"/>
                  </a:cubicBezTo>
                  <a:lnTo>
                    <a:pt x="433" y="477"/>
                  </a:lnTo>
                  <a:cubicBezTo>
                    <a:pt x="461" y="486"/>
                    <a:pt x="488" y="495"/>
                    <a:pt x="516" y="496"/>
                  </a:cubicBezTo>
                  <a:lnTo>
                    <a:pt x="516" y="496"/>
                  </a:lnTo>
                  <a:cubicBezTo>
                    <a:pt x="731" y="491"/>
                    <a:pt x="786" y="208"/>
                    <a:pt x="587" y="123"/>
                  </a:cubicBezTo>
                  <a:lnTo>
                    <a:pt x="328" y="8"/>
                  </a:lnTo>
                  <a:cubicBezTo>
                    <a:pt x="309" y="3"/>
                    <a:pt x="291" y="1"/>
                    <a:pt x="273" y="1"/>
                  </a:cubicBezTo>
                  <a:close/>
                  <a:moveTo>
                    <a:pt x="516" y="496"/>
                  </a:moveTo>
                  <a:cubicBezTo>
                    <a:pt x="514" y="496"/>
                    <a:pt x="512" y="496"/>
                    <a:pt x="510" y="496"/>
                  </a:cubicBezTo>
                  <a:lnTo>
                    <a:pt x="520" y="496"/>
                  </a:lnTo>
                  <a:cubicBezTo>
                    <a:pt x="518" y="496"/>
                    <a:pt x="517" y="496"/>
                    <a:pt x="516" y="496"/>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2" name="Google Shape;2292;g39181ba8852_8_3975"/>
            <p:cNvSpPr/>
            <p:nvPr/>
          </p:nvSpPr>
          <p:spPr>
            <a:xfrm>
              <a:off x="6439442" y="1574511"/>
              <a:ext cx="14837" cy="16675"/>
            </a:xfrm>
            <a:custGeom>
              <a:rect b="b" l="l" r="r" t="t"/>
              <a:pathLst>
                <a:path extrusionOk="0" h="635" w="565">
                  <a:moveTo>
                    <a:pt x="331" y="0"/>
                  </a:moveTo>
                  <a:cubicBezTo>
                    <a:pt x="269" y="0"/>
                    <a:pt x="206" y="30"/>
                    <a:pt x="163" y="99"/>
                  </a:cubicBezTo>
                  <a:lnTo>
                    <a:pt x="58" y="357"/>
                  </a:lnTo>
                  <a:cubicBezTo>
                    <a:pt x="1" y="482"/>
                    <a:pt x="96" y="635"/>
                    <a:pt x="240" y="635"/>
                  </a:cubicBezTo>
                  <a:lnTo>
                    <a:pt x="230" y="625"/>
                  </a:lnTo>
                  <a:cubicBezTo>
                    <a:pt x="307" y="625"/>
                    <a:pt x="383" y="578"/>
                    <a:pt x="412" y="511"/>
                  </a:cubicBezTo>
                  <a:lnTo>
                    <a:pt x="527" y="252"/>
                  </a:lnTo>
                  <a:cubicBezTo>
                    <a:pt x="565" y="108"/>
                    <a:pt x="450" y="0"/>
                    <a:pt x="331"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3" name="Google Shape;2293;g39181ba8852_8_3975"/>
            <p:cNvSpPr/>
            <p:nvPr/>
          </p:nvSpPr>
          <p:spPr>
            <a:xfrm>
              <a:off x="6347978" y="1789581"/>
              <a:ext cx="15861" cy="16754"/>
            </a:xfrm>
            <a:custGeom>
              <a:rect b="b" l="l" r="r" t="t"/>
              <a:pathLst>
                <a:path extrusionOk="0" h="638" w="604">
                  <a:moveTo>
                    <a:pt x="303" y="0"/>
                  </a:moveTo>
                  <a:cubicBezTo>
                    <a:pt x="239" y="0"/>
                    <a:pt x="181" y="30"/>
                    <a:pt x="163" y="101"/>
                  </a:cubicBezTo>
                  <a:lnTo>
                    <a:pt x="48" y="360"/>
                  </a:lnTo>
                  <a:cubicBezTo>
                    <a:pt x="0" y="494"/>
                    <a:pt x="96" y="637"/>
                    <a:pt x="230" y="637"/>
                  </a:cubicBezTo>
                  <a:cubicBezTo>
                    <a:pt x="306" y="637"/>
                    <a:pt x="383" y="589"/>
                    <a:pt x="412" y="513"/>
                  </a:cubicBezTo>
                  <a:lnTo>
                    <a:pt x="526" y="254"/>
                  </a:lnTo>
                  <a:cubicBezTo>
                    <a:pt x="604" y="125"/>
                    <a:pt x="438" y="0"/>
                    <a:pt x="303"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4" name="Google Shape;2294;g39181ba8852_8_3975"/>
            <p:cNvSpPr/>
            <p:nvPr/>
          </p:nvSpPr>
          <p:spPr>
            <a:xfrm>
              <a:off x="6349633" y="1572883"/>
              <a:ext cx="15441" cy="17305"/>
            </a:xfrm>
            <a:custGeom>
              <a:rect b="b" l="l" r="r" t="t"/>
              <a:pathLst>
                <a:path extrusionOk="0" h="659" w="588">
                  <a:moveTo>
                    <a:pt x="254" y="0"/>
                  </a:moveTo>
                  <a:cubicBezTo>
                    <a:pt x="127" y="0"/>
                    <a:pt x="0" y="116"/>
                    <a:pt x="61" y="276"/>
                  </a:cubicBezTo>
                  <a:lnTo>
                    <a:pt x="176" y="534"/>
                  </a:lnTo>
                  <a:cubicBezTo>
                    <a:pt x="205" y="611"/>
                    <a:pt x="272" y="659"/>
                    <a:pt x="358" y="659"/>
                  </a:cubicBezTo>
                  <a:cubicBezTo>
                    <a:pt x="492" y="659"/>
                    <a:pt x="588" y="515"/>
                    <a:pt x="540" y="391"/>
                  </a:cubicBezTo>
                  <a:lnTo>
                    <a:pt x="435" y="123"/>
                  </a:lnTo>
                  <a:cubicBezTo>
                    <a:pt x="397" y="37"/>
                    <a:pt x="326" y="0"/>
                    <a:pt x="254"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5" name="Google Shape;2295;g39181ba8852_8_3975"/>
            <p:cNvSpPr/>
            <p:nvPr/>
          </p:nvSpPr>
          <p:spPr>
            <a:xfrm>
              <a:off x="6437341" y="1789896"/>
              <a:ext cx="15441" cy="17437"/>
            </a:xfrm>
            <a:custGeom>
              <a:rect b="b" l="l" r="r" t="t"/>
              <a:pathLst>
                <a:path extrusionOk="0" h="664" w="588">
                  <a:moveTo>
                    <a:pt x="251" y="0"/>
                  </a:moveTo>
                  <a:cubicBezTo>
                    <a:pt x="127" y="0"/>
                    <a:pt x="0" y="118"/>
                    <a:pt x="61" y="271"/>
                  </a:cubicBezTo>
                  <a:lnTo>
                    <a:pt x="167" y="539"/>
                  </a:lnTo>
                  <a:cubicBezTo>
                    <a:pt x="195" y="616"/>
                    <a:pt x="272" y="654"/>
                    <a:pt x="349" y="654"/>
                  </a:cubicBezTo>
                  <a:lnTo>
                    <a:pt x="349" y="663"/>
                  </a:lnTo>
                  <a:cubicBezTo>
                    <a:pt x="492" y="663"/>
                    <a:pt x="588" y="520"/>
                    <a:pt x="530" y="386"/>
                  </a:cubicBezTo>
                  <a:lnTo>
                    <a:pt x="425" y="127"/>
                  </a:lnTo>
                  <a:cubicBezTo>
                    <a:pt x="391" y="38"/>
                    <a:pt x="321" y="0"/>
                    <a:pt x="251"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6" name="Google Shape;2296;g39181ba8852_8_3975"/>
            <p:cNvSpPr/>
            <p:nvPr/>
          </p:nvSpPr>
          <p:spPr>
            <a:xfrm>
              <a:off x="6499262" y="1639505"/>
              <a:ext cx="21664" cy="13261"/>
            </a:xfrm>
            <a:custGeom>
              <a:rect b="b" l="l" r="r" t="t"/>
              <a:pathLst>
                <a:path extrusionOk="0" h="505" w="825">
                  <a:moveTo>
                    <a:pt x="541" y="1"/>
                  </a:moveTo>
                  <a:cubicBezTo>
                    <a:pt x="515" y="1"/>
                    <a:pt x="488" y="6"/>
                    <a:pt x="460" y="17"/>
                  </a:cubicBezTo>
                  <a:lnTo>
                    <a:pt x="201" y="131"/>
                  </a:lnTo>
                  <a:cubicBezTo>
                    <a:pt x="0" y="208"/>
                    <a:pt x="58" y="505"/>
                    <a:pt x="268" y="505"/>
                  </a:cubicBezTo>
                  <a:cubicBezTo>
                    <a:pt x="297" y="505"/>
                    <a:pt x="326" y="505"/>
                    <a:pt x="345" y="495"/>
                  </a:cubicBezTo>
                  <a:lnTo>
                    <a:pt x="613" y="390"/>
                  </a:lnTo>
                  <a:cubicBezTo>
                    <a:pt x="825" y="297"/>
                    <a:pt x="736" y="1"/>
                    <a:pt x="541" y="1"/>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sp>
          <p:nvSpPr>
            <p:cNvPr id="2297" name="Google Shape;2297;g39181ba8852_8_3975"/>
            <p:cNvSpPr/>
            <p:nvPr/>
          </p:nvSpPr>
          <p:spPr>
            <a:xfrm>
              <a:off x="6282118" y="1727161"/>
              <a:ext cx="21638" cy="13314"/>
            </a:xfrm>
            <a:custGeom>
              <a:rect b="b" l="l" r="r" t="t"/>
              <a:pathLst>
                <a:path extrusionOk="0" h="507" w="824">
                  <a:moveTo>
                    <a:pt x="552" y="0"/>
                  </a:moveTo>
                  <a:cubicBezTo>
                    <a:pt x="526" y="0"/>
                    <a:pt x="499" y="6"/>
                    <a:pt x="470" y="19"/>
                  </a:cubicBezTo>
                  <a:lnTo>
                    <a:pt x="202" y="124"/>
                  </a:lnTo>
                  <a:cubicBezTo>
                    <a:pt x="1" y="200"/>
                    <a:pt x="58" y="507"/>
                    <a:pt x="278" y="507"/>
                  </a:cubicBezTo>
                  <a:cubicBezTo>
                    <a:pt x="297" y="507"/>
                    <a:pt x="326" y="497"/>
                    <a:pt x="355" y="488"/>
                  </a:cubicBezTo>
                  <a:lnTo>
                    <a:pt x="613" y="382"/>
                  </a:lnTo>
                  <a:cubicBezTo>
                    <a:pt x="823" y="298"/>
                    <a:pt x="738" y="0"/>
                    <a:pt x="552" y="0"/>
                  </a:cubicBezTo>
                  <a:close/>
                </a:path>
              </a:pathLst>
            </a:custGeom>
            <a:solidFill>
              <a:srgbClr val="98ADBE"/>
            </a:solidFill>
            <a:ln>
              <a:noFill/>
            </a:ln>
          </p:spPr>
          <p:txBody>
            <a:bodyPr anchorCtr="0" anchor="ctr" bIns="210150" lIns="210150" spcFirstLastPara="1" rIns="210150" wrap="square" tIns="210150">
              <a:noAutofit/>
            </a:bodyPr>
            <a:lstStyle/>
            <a:p>
              <a:pPr indent="0" lvl="0" marL="0" rtl="0" algn="l">
                <a:spcBef>
                  <a:spcPts val="0"/>
                </a:spcBef>
                <a:spcAft>
                  <a:spcPts val="0"/>
                </a:spcAft>
                <a:buNone/>
              </a:pPr>
              <a:r>
                <a:t/>
              </a:r>
              <a:endParaRPr/>
            </a:p>
          </p:txBody>
        </p:sp>
      </p:grpSp>
      <p:pic>
        <p:nvPicPr>
          <p:cNvPr id="2298" name="Google Shape;2298;g39181ba8852_8_3975" title="e2e_timing_2025-12-14_19-43-19.png"/>
          <p:cNvPicPr preferRelativeResize="0"/>
          <p:nvPr/>
        </p:nvPicPr>
        <p:blipFill>
          <a:blip r:embed="rId3">
            <a:alphaModFix/>
          </a:blip>
          <a:stretch>
            <a:fillRect/>
          </a:stretch>
        </p:blipFill>
        <p:spPr>
          <a:xfrm>
            <a:off x="1892125" y="1423125"/>
            <a:ext cx="7014349" cy="52505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2" name="Shape 2302"/>
        <p:cNvGrpSpPr/>
        <p:nvPr/>
      </p:nvGrpSpPr>
      <p:grpSpPr>
        <a:xfrm>
          <a:off x="0" y="0"/>
          <a:ext cx="0" cy="0"/>
          <a:chOff x="0" y="0"/>
          <a:chExt cx="0" cy="0"/>
        </a:xfrm>
      </p:grpSpPr>
      <p:sp>
        <p:nvSpPr>
          <p:cNvPr id="2303" name="Google Shape;2303;g391c3ded9ea_3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304" name="Google Shape;2304;g391c3ded9ea_3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2100"/>
              </a:spcAft>
              <a:buNone/>
            </a:pPr>
            <a:r>
              <a:t/>
            </a:r>
            <a:endParaRPr/>
          </a:p>
        </p:txBody>
      </p:sp>
      <p:pic>
        <p:nvPicPr>
          <p:cNvPr id="2305" name="Google Shape;2305;g391c3ded9ea_3_0" title="Skärmavbild 2025-12-15 kl. 11.23.48.png"/>
          <p:cNvPicPr preferRelativeResize="0"/>
          <p:nvPr/>
        </p:nvPicPr>
        <p:blipFill>
          <a:blip r:embed="rId3">
            <a:alphaModFix/>
          </a:blip>
          <a:stretch>
            <a:fillRect/>
          </a:stretch>
        </p:blipFill>
        <p:spPr>
          <a:xfrm>
            <a:off x="36818" y="0"/>
            <a:ext cx="12118364" cy="685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9" name="Shape 2309"/>
        <p:cNvGrpSpPr/>
        <p:nvPr/>
      </p:nvGrpSpPr>
      <p:grpSpPr>
        <a:xfrm>
          <a:off x="0" y="0"/>
          <a:ext cx="0" cy="0"/>
          <a:chOff x="0" y="0"/>
          <a:chExt cx="0" cy="0"/>
        </a:xfrm>
      </p:grpSpPr>
      <p:sp>
        <p:nvSpPr>
          <p:cNvPr id="2310" name="Google Shape;2310;g3b061fd425b_0_46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Live Streaming</a:t>
            </a:r>
            <a:endParaRPr/>
          </a:p>
        </p:txBody>
      </p:sp>
      <p:sp>
        <p:nvSpPr>
          <p:cNvPr id="2311" name="Google Shape;2311;g3b061fd425b_0_462"/>
          <p:cNvSpPr txBox="1"/>
          <p:nvPr/>
        </p:nvSpPr>
        <p:spPr>
          <a:xfrm>
            <a:off x="4654575" y="-3032975"/>
            <a:ext cx="1225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dk1"/>
              </a:solidFill>
              <a:latin typeface="Open Sans"/>
              <a:ea typeface="Open Sans"/>
              <a:cs typeface="Open Sans"/>
              <a:sym typeface="Open Sans"/>
            </a:endParaRPr>
          </a:p>
        </p:txBody>
      </p:sp>
      <p:pic>
        <p:nvPicPr>
          <p:cNvPr id="2312" name="Google Shape;2312;g3b061fd425b_0_462"/>
          <p:cNvPicPr preferRelativeResize="0"/>
          <p:nvPr/>
        </p:nvPicPr>
        <p:blipFill>
          <a:blip r:embed="rId3">
            <a:alphaModFix/>
          </a:blip>
          <a:stretch>
            <a:fillRect/>
          </a:stretch>
        </p:blipFill>
        <p:spPr>
          <a:xfrm>
            <a:off x="152400" y="1690825"/>
            <a:ext cx="11887201" cy="383664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6" name="Shape 2316"/>
        <p:cNvGrpSpPr/>
        <p:nvPr/>
      </p:nvGrpSpPr>
      <p:grpSpPr>
        <a:xfrm>
          <a:off x="0" y="0"/>
          <a:ext cx="0" cy="0"/>
          <a:chOff x="0" y="0"/>
          <a:chExt cx="0" cy="0"/>
        </a:xfrm>
      </p:grpSpPr>
      <p:sp>
        <p:nvSpPr>
          <p:cNvPr id="2317" name="Google Shape;2317;g3a6e50b7284_0_3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Demo</a:t>
            </a:r>
            <a:endParaRPr/>
          </a:p>
        </p:txBody>
      </p:sp>
      <p:sp>
        <p:nvSpPr>
          <p:cNvPr id="2318" name="Google Shape;2318;g3a6e50b7284_0_33"/>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342900" lvl="0" marL="457200" rtl="0" algn="l">
              <a:lnSpc>
                <a:spcPct val="150000"/>
              </a:lnSpc>
              <a:spcBef>
                <a:spcPts val="1000"/>
              </a:spcBef>
              <a:spcAft>
                <a:spcPts val="0"/>
              </a:spcAft>
              <a:buSzPts val="1800"/>
              <a:buChar char="●"/>
            </a:pPr>
            <a:r>
              <a:rPr lang="en-US"/>
              <a:t>Introduction</a:t>
            </a:r>
            <a:endParaRPr/>
          </a:p>
          <a:p>
            <a:pPr indent="-342900" lvl="1" marL="914400" rtl="0" algn="l">
              <a:lnSpc>
                <a:spcPct val="150000"/>
              </a:lnSpc>
              <a:spcBef>
                <a:spcPts val="0"/>
              </a:spcBef>
              <a:spcAft>
                <a:spcPts val="0"/>
              </a:spcAft>
              <a:buSzPts val="1800"/>
              <a:buChar char="○"/>
            </a:pPr>
            <a:r>
              <a:rPr lang="en-US"/>
              <a:t>Speaker Embeddings:</a:t>
            </a:r>
            <a:endParaRPr/>
          </a:p>
          <a:p>
            <a:pPr indent="-342900" lvl="2" marL="1371600" rtl="0" algn="l">
              <a:lnSpc>
                <a:spcPct val="150000"/>
              </a:lnSpc>
              <a:spcBef>
                <a:spcPts val="0"/>
              </a:spcBef>
              <a:spcAft>
                <a:spcPts val="0"/>
              </a:spcAft>
              <a:buSzPts val="1800"/>
              <a:buChar char="■"/>
            </a:pPr>
            <a:r>
              <a:rPr lang="en-US"/>
              <a:t>Lukas, Marten, Johan</a:t>
            </a:r>
            <a:endParaRPr/>
          </a:p>
          <a:p>
            <a:pPr indent="-342900" lvl="2" marL="1371600" rtl="0" algn="l">
              <a:lnSpc>
                <a:spcPct val="150000"/>
              </a:lnSpc>
              <a:spcBef>
                <a:spcPts val="0"/>
              </a:spcBef>
              <a:spcAft>
                <a:spcPts val="0"/>
              </a:spcAft>
              <a:buSzPts val="1800"/>
              <a:buChar char="■"/>
            </a:pPr>
            <a:r>
              <a:rPr lang="en-US"/>
              <a:t>Oscar has no reference → Unknown</a:t>
            </a:r>
            <a:endParaRPr/>
          </a:p>
          <a:p>
            <a:pPr indent="-342900" lvl="0" marL="457200" rtl="0" algn="l">
              <a:spcBef>
                <a:spcPts val="0"/>
              </a:spcBef>
              <a:spcAft>
                <a:spcPts val="0"/>
              </a:spcAft>
              <a:buSzPts val="1800"/>
              <a:buChar char="●"/>
            </a:pPr>
            <a:r>
              <a:rPr lang="en-US"/>
              <a:t>Overlap</a:t>
            </a:r>
            <a:r>
              <a:rPr lang="en-US"/>
              <a:t> showing</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2" name="Shape 2322"/>
        <p:cNvGrpSpPr/>
        <p:nvPr/>
      </p:nvGrpSpPr>
      <p:grpSpPr>
        <a:xfrm>
          <a:off x="0" y="0"/>
          <a:ext cx="0" cy="0"/>
          <a:chOff x="0" y="0"/>
          <a:chExt cx="0" cy="0"/>
        </a:xfrm>
      </p:grpSpPr>
      <p:sp>
        <p:nvSpPr>
          <p:cNvPr id="2323" name="Google Shape;2323;g3a6e50b7284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t/>
            </a:r>
            <a:endParaRPr/>
          </a:p>
        </p:txBody>
      </p:sp>
      <p:sp>
        <p:nvSpPr>
          <p:cNvPr id="2324" name="Google Shape;2324;g3a6e50b7284_0_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2100"/>
              </a:spcAft>
              <a:buNone/>
            </a:pPr>
            <a:r>
              <a:t/>
            </a:r>
            <a:endParaRPr/>
          </a:p>
        </p:txBody>
      </p:sp>
      <p:pic>
        <p:nvPicPr>
          <p:cNvPr id="2325" name="Google Shape;2325;g3a6e50b7284_0_0" title="demo_short.mp4">
            <a:hlinkClick r:id="rId3"/>
          </p:cNvPr>
          <p:cNvPicPr preferRelativeResize="0"/>
          <p:nvPr/>
        </p:nvPicPr>
        <p:blipFill>
          <a:blip r:embed="rId4">
            <a:alphaModFix/>
          </a:blip>
          <a:stretch>
            <a:fillRect/>
          </a:stretch>
        </p:blipFill>
        <p:spPr>
          <a:xfrm>
            <a:off x="0" y="0"/>
            <a:ext cx="12192000" cy="6858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5"/>
                                        </p:tgtEl>
                                        <p:attrNameLst>
                                          <p:attrName>style.visibility</p:attrName>
                                        </p:attrNameLst>
                                      </p:cBhvr>
                                      <p:to>
                                        <p:strVal val="visible"/>
                                      </p:to>
                                    </p:set>
                                    <p:animEffect filter="fade" transition="in">
                                      <p:cBhvr>
                                        <p:cTn dur="1000"/>
                                        <p:tgtEl>
                                          <p:spTgt spid="2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9" name="Shape 2329"/>
        <p:cNvGrpSpPr/>
        <p:nvPr/>
      </p:nvGrpSpPr>
      <p:grpSpPr>
        <a:xfrm>
          <a:off x="0" y="0"/>
          <a:ext cx="0" cy="0"/>
          <a:chOff x="0" y="0"/>
          <a:chExt cx="0" cy="0"/>
        </a:xfrm>
      </p:grpSpPr>
      <p:sp>
        <p:nvSpPr>
          <p:cNvPr id="2330" name="Google Shape;2330;g39181ba8852_8_4000"/>
          <p:cNvSpPr txBox="1"/>
          <p:nvPr>
            <p:ph type="title"/>
          </p:nvPr>
        </p:nvSpPr>
        <p:spPr>
          <a:xfrm>
            <a:off x="1867344" y="960000"/>
            <a:ext cx="8457300" cy="1881900"/>
          </a:xfrm>
          <a:prstGeom prst="rect">
            <a:avLst/>
          </a:prstGeom>
        </p:spPr>
        <p:txBody>
          <a:bodyPr anchorCtr="0" anchor="t" bIns="121900" lIns="121900" spcFirstLastPara="1" rIns="121900" wrap="square" tIns="121900">
            <a:noAutofit/>
          </a:bodyPr>
          <a:lstStyle/>
          <a:p>
            <a:pPr indent="0" lvl="0" marL="0" rtl="0" algn="ctr">
              <a:spcBef>
                <a:spcPts val="0"/>
              </a:spcBef>
              <a:spcAft>
                <a:spcPts val="0"/>
              </a:spcAft>
              <a:buNone/>
            </a:pPr>
            <a:r>
              <a:rPr lang="en-US"/>
              <a:t>Thanks!</a:t>
            </a:r>
            <a:endParaRPr/>
          </a:p>
        </p:txBody>
      </p:sp>
      <p:sp>
        <p:nvSpPr>
          <p:cNvPr id="2331" name="Google Shape;2331;g39181ba8852_8_4000"/>
          <p:cNvSpPr txBox="1"/>
          <p:nvPr/>
        </p:nvSpPr>
        <p:spPr>
          <a:xfrm>
            <a:off x="2628425" y="3573750"/>
            <a:ext cx="69351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600">
                <a:solidFill>
                  <a:schemeClr val="dk1"/>
                </a:solidFill>
                <a:latin typeface="Open Sans"/>
                <a:ea typeface="Open Sans"/>
                <a:cs typeface="Open Sans"/>
                <a:sym typeface="Open Sans"/>
              </a:rPr>
              <a:t>Karl Duckert Karlsson, Abbas Alubeid, Mårten Saltin, Johan von Axelson, Oscar Hjelm, Gor Durgaryan, Lukas Ingemarsson</a:t>
            </a:r>
            <a:endParaRPr sz="1600">
              <a:solidFill>
                <a:schemeClr val="dk1"/>
              </a:solidFill>
              <a:latin typeface="Open Sans"/>
              <a:ea typeface="Open Sans"/>
              <a:cs typeface="Open Sans"/>
              <a:sym typeface="Open Sans"/>
            </a:endParaRPr>
          </a:p>
        </p:txBody>
      </p:sp>
      <p:sp>
        <p:nvSpPr>
          <p:cNvPr id="2332" name="Google Shape;2332;g39181ba8852_8_4000"/>
          <p:cNvSpPr txBox="1"/>
          <p:nvPr/>
        </p:nvSpPr>
        <p:spPr>
          <a:xfrm>
            <a:off x="2628450" y="2518500"/>
            <a:ext cx="6935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3000">
                <a:solidFill>
                  <a:schemeClr val="dk1"/>
                </a:solidFill>
                <a:latin typeface="Open Sans"/>
                <a:ea typeface="Open Sans"/>
                <a:cs typeface="Open Sans"/>
                <a:sym typeface="Open Sans"/>
              </a:rPr>
              <a:t>Questions?</a:t>
            </a:r>
            <a:endParaRPr sz="3000">
              <a:solidFill>
                <a:schemeClr val="dk1"/>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Institutional Governance Meeting by Slidesgo">
  <a:themeElements>
    <a:clrScheme name="Simple Light">
      <a:dk1>
        <a:srgbClr val="191919"/>
      </a:dk1>
      <a:lt1>
        <a:srgbClr val="F0F8FF"/>
      </a:lt1>
      <a:dk2>
        <a:srgbClr val="CFE2F3"/>
      </a:dk2>
      <a:lt2>
        <a:srgbClr val="A1BFEC"/>
      </a:lt2>
      <a:accent1>
        <a:srgbClr val="3B4F8D"/>
      </a:accent1>
      <a:accent2>
        <a:srgbClr val="90A4A2"/>
      </a:accent2>
      <a:accent3>
        <a:srgbClr val="79B84F"/>
      </a:accent3>
      <a:accent4>
        <a:srgbClr val="65C99A"/>
      </a:accent4>
      <a:accent5>
        <a:srgbClr val="E2532B"/>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stitutional Governance Meeting by Slidesgo">
  <a:themeElements>
    <a:clrScheme name="Simple Light">
      <a:dk1>
        <a:srgbClr val="191919"/>
      </a:dk1>
      <a:lt1>
        <a:srgbClr val="F0F8FF"/>
      </a:lt1>
      <a:dk2>
        <a:srgbClr val="CFE2F3"/>
      </a:dk2>
      <a:lt2>
        <a:srgbClr val="A1BFEC"/>
      </a:lt2>
      <a:accent1>
        <a:srgbClr val="3B4F8D"/>
      </a:accent1>
      <a:accent2>
        <a:srgbClr val="90A4A2"/>
      </a:accent2>
      <a:accent3>
        <a:srgbClr val="79B84F"/>
      </a:accent3>
      <a:accent4>
        <a:srgbClr val="65C99A"/>
      </a:accent4>
      <a:accent5>
        <a:srgbClr val="E2532B"/>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2025-12-08T21:12:00Z</dcterms:created>
  <dc:creator>Gor Durgaryan</dc:creator>
</cp:coreProperties>
</file>